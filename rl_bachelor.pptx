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6" r:id="rId4"/>
    <p:sldId id="258" r:id="rId5"/>
    <p:sldId id="259" r:id="rId6"/>
    <p:sldId id="260" r:id="rId7"/>
    <p:sldId id="263" r:id="rId8"/>
    <p:sldId id="264"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183D6434-3C88-4B39-BEFA-BD907CBD84B7}" type="datetimeFigureOut">
              <a:t>7/23/26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185807C-A129-4F14-8335-90EB6958D291}" type="slidenum">
              <a:t>‹#›</a:t>
            </a:fld>
            <a:endParaRPr lang="en-US"/>
          </a:p>
        </p:txBody>
      </p:sp>
    </p:spTree>
    <p:extLst>
      <p:ext uri="{BB962C8B-B14F-4D97-AF65-F5344CB8AC3E}">
        <p14:creationId xmlns:p14="http://schemas.microsoft.com/office/powerpoint/2010/main" val="217223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hyperlink" Target="https://www.reddit.com/r/RocketLeagueEsports/comments/1qwww68/rocket_league_is_the_hardest_game_to_go_pro_in_is/" TargetMode="External"/><Relationship Id="rId3" Type="http://schemas.openxmlformats.org/officeDocument/2006/relationships/hyperlink" Target="https://www.raiderreader.org/with-its-new-season-it-is-time-to-ask-is-rocket-league-the-most-challenging-game/" TargetMode="External"/><Relationship Id="rId7" Type="http://schemas.openxmlformats.org/officeDocument/2006/relationships/hyperlink" Target="https://www.reddit.com/r/RocketLeague/comments/1e3puex/is_rocket_league_the_hardest_game/" TargetMode="External"/><Relationship Id="rId2" Type="http://schemas.openxmlformats.org/officeDocument/2006/relationships/hyperlink" Target="https://www.youtube.com/watch?v=98kdfRgTxtw&amp;t=53" TargetMode="External"/><Relationship Id="rId1" Type="http://schemas.openxmlformats.org/officeDocument/2006/relationships/slideLayout" Target="../slideLayouts/slideLayout1.xml"/><Relationship Id="rId6" Type="http://schemas.openxmlformats.org/officeDocument/2006/relationships/hyperlink" Target="https://www.tiktok.com/@thescoreesports/video/7356708564431424774" TargetMode="External"/><Relationship Id="rId5" Type="http://schemas.openxmlformats.org/officeDocument/2006/relationships/hyperlink" Target="https://www.quora.com/Why-is-Rocket-League-so-hard" TargetMode="External"/><Relationship Id="rId10" Type="http://schemas.openxmlformats.org/officeDocument/2006/relationships/image" Target="../media/image5.png"/><Relationship Id="rId4" Type="http://schemas.openxmlformats.org/officeDocument/2006/relationships/hyperlink" Target="https://www.reddit.com/r/esports/comments/1pi4yee/which_has_a_higher_skill_gap_rocket_league_or/" TargetMode="External"/><Relationship Id="rId9" Type="http://schemas.openxmlformats.org/officeDocument/2006/relationships/hyperlink" Target="https://www.reddit.com/r/RocketLeague/comments/1r6zh71/clix_says_rocket_league_is_easier_than_fortnit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6400800" y="-1377043"/>
            <a:ext cx="4114800" cy="4114800"/>
          </a:xfrm>
          <a:prstGeom prst="ellipse">
            <a:avLst/>
          </a:prstGeom>
          <a:solidFill>
            <a:srgbClr val="FF6D00">
              <a:alpha val="15000"/>
            </a:srgbClr>
          </a:solidFill>
          <a:ln/>
        </p:spPr>
      </p:sp>
      <p:sp>
        <p:nvSpPr>
          <p:cNvPr id="3" name="Shape 1"/>
          <p:cNvSpPr/>
          <p:nvPr/>
        </p:nvSpPr>
        <p:spPr>
          <a:xfrm>
            <a:off x="-1371600" y="3200400"/>
            <a:ext cx="3657600" cy="3657600"/>
          </a:xfrm>
          <a:prstGeom prst="ellipse">
            <a:avLst/>
          </a:prstGeom>
          <a:solidFill>
            <a:srgbClr val="2196F3">
              <a:alpha val="15000"/>
            </a:srgbClr>
          </a:solidFill>
          <a:ln/>
        </p:spPr>
      </p:sp>
      <p:sp>
        <p:nvSpPr>
          <p:cNvPr id="4" name="Text 2"/>
          <p:cNvSpPr/>
          <p:nvPr/>
        </p:nvSpPr>
        <p:spPr>
          <a:xfrm>
            <a:off x="457200" y="914400"/>
            <a:ext cx="8229600" cy="1097280"/>
          </a:xfrm>
          <a:prstGeom prst="rect">
            <a:avLst/>
          </a:prstGeom>
          <a:noFill/>
          <a:ln/>
        </p:spPr>
        <p:txBody>
          <a:bodyPr wrap="square" lIns="0" tIns="0" rIns="0" bIns="0" rtlCol="0" anchor="ctr"/>
          <a:lstStyle/>
          <a:p>
            <a:r>
              <a:rPr lang="en-US" sz="3600" b="1">
                <a:solidFill>
                  <a:srgbClr val="FF6D00"/>
                </a:solidFill>
                <a:latin typeface="Arial"/>
                <a:ea typeface="Arial" pitchFamily="34" charset="-122"/>
                <a:cs typeface="Arial"/>
              </a:rPr>
              <a:t>ROCKET LEAGUE PRESENTATION</a:t>
            </a:r>
            <a:r>
              <a:rPr lang="en-US" sz="3600">
                <a:solidFill>
                  <a:srgbClr val="000000"/>
                </a:solidFill>
                <a:latin typeface="Calibri"/>
                <a:ea typeface="Calibri"/>
                <a:cs typeface="Calibri"/>
              </a:rPr>
              <a:t> </a:t>
            </a:r>
            <a:endParaRPr lang="en-US" sz="3600">
              <a:ea typeface="Calibri"/>
              <a:cs typeface="Calibri"/>
            </a:endParaRPr>
          </a:p>
        </p:txBody>
      </p:sp>
      <p:sp>
        <p:nvSpPr>
          <p:cNvPr id="5" name="Text 3"/>
          <p:cNvSpPr/>
          <p:nvPr/>
        </p:nvSpPr>
        <p:spPr>
          <a:xfrm>
            <a:off x="457200" y="2011680"/>
            <a:ext cx="8229600" cy="1097280"/>
          </a:xfrm>
          <a:prstGeom prst="rect">
            <a:avLst/>
          </a:prstGeom>
          <a:noFill/>
          <a:ln/>
        </p:spPr>
        <p:txBody>
          <a:bodyPr wrap="square" lIns="0" tIns="0" rIns="0" bIns="0" rtlCol="0" anchor="ctr"/>
          <a:lstStyle/>
          <a:p>
            <a:pPr marL="0" indent="0" algn="l">
              <a:lnSpc>
                <a:spcPct val="110000"/>
              </a:lnSpc>
              <a:buNone/>
            </a:pPr>
            <a:endParaRPr lang="en-US" sz="2800" b="1">
              <a:solidFill>
                <a:srgbClr val="FFFFFF"/>
              </a:solidFill>
              <a:latin typeface="Arial"/>
              <a:cs typeface="Arial"/>
            </a:endParaRPr>
          </a:p>
        </p:txBody>
      </p:sp>
      <p:sp>
        <p:nvSpPr>
          <p:cNvPr id="6" name="Text 4"/>
          <p:cNvSpPr/>
          <p:nvPr/>
        </p:nvSpPr>
        <p:spPr>
          <a:xfrm>
            <a:off x="457200" y="3474720"/>
            <a:ext cx="8229600" cy="45720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7" name="Text 5"/>
          <p:cNvSpPr/>
          <p:nvPr/>
        </p:nvSpPr>
        <p:spPr>
          <a:xfrm>
            <a:off x="457200" y="4389120"/>
            <a:ext cx="8229600" cy="365760"/>
          </a:xfrm>
          <a:prstGeom prst="rect">
            <a:avLst/>
          </a:prstGeom>
          <a:noFill/>
          <a:ln/>
        </p:spPr>
        <p:txBody>
          <a:bodyPr wrap="square" lIns="0" tIns="0" rIns="0" bIns="0" rtlCol="0" anchor="ctr"/>
          <a:lstStyle/>
          <a:p>
            <a:pPr marL="0" indent="0" algn="l">
              <a:buNone/>
            </a:pPr>
            <a:r>
              <a:rPr lang="en-US" sz="1100">
                <a:solidFill>
                  <a:srgbClr val="00BCD4"/>
                </a:solidFill>
                <a:latin typeface="Courier New" pitchFamily="34" charset="0"/>
                <a:ea typeface="Courier New" pitchFamily="34" charset="-122"/>
                <a:cs typeface="Courier New" pitchFamily="34" charset="-120"/>
              </a:rPr>
              <a:t>WHAT A SAVE!  WHAT A SAVE!  WHAT A SAVE!</a:t>
            </a:r>
            <a:endParaRPr lang="en-US" sz="1100"/>
          </a:p>
        </p:txBody>
      </p:sp>
      <p:pic>
        <p:nvPicPr>
          <p:cNvPr id="8" name="Picture 7">
            <a:extLst>
              <a:ext uri="{FF2B5EF4-FFF2-40B4-BE49-F238E27FC236}">
                <a16:creationId xmlns:a16="http://schemas.microsoft.com/office/drawing/2014/main" id="{4B567EDE-7E1D-CE7D-614F-2338EBBCD624}"/>
              </a:ext>
            </a:extLst>
          </p:cNvPr>
          <p:cNvPicPr>
            <a:picLocks noChangeAspect="1"/>
          </p:cNvPicPr>
          <p:nvPr/>
        </p:nvPicPr>
        <p:blipFill>
          <a:blip r:embed="rId3"/>
          <a:stretch>
            <a:fillRect/>
          </a:stretch>
        </p:blipFill>
        <p:spPr>
          <a:xfrm>
            <a:off x="111578" y="1836284"/>
            <a:ext cx="4354286" cy="2428875"/>
          </a:xfrm>
          <a:prstGeom prst="rect">
            <a:avLst/>
          </a:prstGeom>
        </p:spPr>
      </p:pic>
      <p:pic>
        <p:nvPicPr>
          <p:cNvPr id="9" name="Picture 8">
            <a:extLst>
              <a:ext uri="{FF2B5EF4-FFF2-40B4-BE49-F238E27FC236}">
                <a16:creationId xmlns:a16="http://schemas.microsoft.com/office/drawing/2014/main" id="{AC57625F-12D4-C6C2-F0B6-D71AB6ED7463}"/>
              </a:ext>
            </a:extLst>
          </p:cNvPr>
          <p:cNvPicPr>
            <a:picLocks noChangeAspect="1"/>
          </p:cNvPicPr>
          <p:nvPr/>
        </p:nvPicPr>
        <p:blipFill>
          <a:blip r:embed="rId4"/>
          <a:stretch>
            <a:fillRect/>
          </a:stretch>
        </p:blipFill>
        <p:spPr>
          <a:xfrm>
            <a:off x="4465864" y="1836285"/>
            <a:ext cx="4680857" cy="24016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914400"/>
          </a:xfrm>
          <a:prstGeom prst="rect">
            <a:avLst/>
          </a:prstGeom>
          <a:noFill/>
          <a:ln/>
        </p:spPr>
        <p:txBody>
          <a:bodyPr wrap="square" lIns="0" tIns="0" rIns="0" bIns="0" rtlCol="0" anchor="ctr"/>
          <a:lstStyle/>
          <a:p>
            <a:pPr marL="0" indent="0" algn="l">
              <a:lnSpc>
                <a:spcPct val="95000"/>
              </a:lnSpc>
              <a:buNone/>
            </a:pPr>
            <a:r>
              <a:rPr lang="en-US" sz="3400" b="1">
                <a:solidFill>
                  <a:srgbClr val="FF6D00"/>
                </a:solidFill>
                <a:latin typeface="Arial" pitchFamily="34" charset="0"/>
                <a:ea typeface="Arial" pitchFamily="34" charset="-122"/>
                <a:cs typeface="Arial" pitchFamily="34" charset="-120"/>
              </a:rPr>
              <a:t>ROCKET LEAGUE RANKS</a:t>
            </a:r>
            <a:endParaRPr lang="en-US" sz="3400"/>
          </a:p>
          <a:p>
            <a:pPr marL="0" indent="0" algn="l">
              <a:lnSpc>
                <a:spcPct val="95000"/>
              </a:lnSpc>
              <a:buNone/>
            </a:pPr>
            <a:r>
              <a:rPr lang="en-US" sz="3400" b="1">
                <a:solidFill>
                  <a:srgbClr val="FF6D00"/>
                </a:solidFill>
                <a:latin typeface="Arial" pitchFamily="34" charset="0"/>
                <a:ea typeface="Arial" pitchFamily="34" charset="-122"/>
                <a:cs typeface="Arial" pitchFamily="34" charset="-120"/>
              </a:rPr>
              <a:t>EXPLAINED</a:t>
            </a:r>
            <a:endParaRPr lang="en-US" sz="3400"/>
          </a:p>
        </p:txBody>
      </p:sp>
      <p:sp>
        <p:nvSpPr>
          <p:cNvPr id="3" name="Text 1"/>
          <p:cNvSpPr/>
          <p:nvPr/>
        </p:nvSpPr>
        <p:spPr>
          <a:xfrm>
            <a:off x="457200" y="1005840"/>
            <a:ext cx="8229600" cy="32004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4" name="Shape 2"/>
          <p:cNvSpPr/>
          <p:nvPr/>
        </p:nvSpPr>
        <p:spPr>
          <a:xfrm>
            <a:off x="457200" y="1371600"/>
            <a:ext cx="6995160" cy="365760"/>
          </a:xfrm>
          <a:prstGeom prst="roundRect">
            <a:avLst>
              <a:gd name="adj" fmla="val 12500"/>
            </a:avLst>
          </a:prstGeom>
          <a:solidFill>
            <a:srgbClr val="2196F3">
              <a:alpha val="40000"/>
            </a:srgbClr>
          </a:solidFill>
          <a:ln/>
        </p:spPr>
      </p:sp>
      <p:sp>
        <p:nvSpPr>
          <p:cNvPr id="5" name="Text 3"/>
          <p:cNvSpPr/>
          <p:nvPr/>
        </p:nvSpPr>
        <p:spPr>
          <a:xfrm>
            <a:off x="594360" y="137160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SSL / GC  —  Literal gods</a:t>
            </a:r>
            <a:endParaRPr lang="en-US" sz="1200"/>
          </a:p>
        </p:txBody>
      </p:sp>
      <p:sp>
        <p:nvSpPr>
          <p:cNvPr id="6" name="Shape 4"/>
          <p:cNvSpPr/>
          <p:nvPr/>
        </p:nvSpPr>
        <p:spPr>
          <a:xfrm>
            <a:off x="457200" y="1874520"/>
            <a:ext cx="5829300" cy="365760"/>
          </a:xfrm>
          <a:prstGeom prst="roundRect">
            <a:avLst>
              <a:gd name="adj" fmla="val 12500"/>
            </a:avLst>
          </a:prstGeom>
          <a:solidFill>
            <a:srgbClr val="2196F3">
              <a:alpha val="40000"/>
            </a:srgbClr>
          </a:solidFill>
          <a:ln/>
        </p:spPr>
      </p:sp>
      <p:sp>
        <p:nvSpPr>
          <p:cNvPr id="7" name="Text 5"/>
          <p:cNvSpPr/>
          <p:nvPr/>
        </p:nvSpPr>
        <p:spPr>
          <a:xfrm>
            <a:off x="594360" y="187452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Champion  —  Pretty decent humans</a:t>
            </a:r>
            <a:endParaRPr lang="en-US" sz="1200"/>
          </a:p>
        </p:txBody>
      </p:sp>
      <p:sp>
        <p:nvSpPr>
          <p:cNvPr id="8" name="Shape 6"/>
          <p:cNvSpPr/>
          <p:nvPr/>
        </p:nvSpPr>
        <p:spPr>
          <a:xfrm>
            <a:off x="457200" y="2377440"/>
            <a:ext cx="4663440" cy="365760"/>
          </a:xfrm>
          <a:prstGeom prst="roundRect">
            <a:avLst>
              <a:gd name="adj" fmla="val 12500"/>
            </a:avLst>
          </a:prstGeom>
          <a:solidFill>
            <a:srgbClr val="2196F3">
              <a:alpha val="40000"/>
            </a:srgbClr>
          </a:solidFill>
          <a:ln/>
        </p:spPr>
      </p:sp>
      <p:sp>
        <p:nvSpPr>
          <p:cNvPr id="9" name="Text 7"/>
          <p:cNvSpPr/>
          <p:nvPr/>
        </p:nvSpPr>
        <p:spPr>
          <a:xfrm>
            <a:off x="594360" y="237744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Diamond  —  Think they're good (they're not)</a:t>
            </a:r>
            <a:endParaRPr lang="en-US" sz="1200"/>
          </a:p>
        </p:txBody>
      </p:sp>
      <p:sp>
        <p:nvSpPr>
          <p:cNvPr id="10" name="Shape 8"/>
          <p:cNvSpPr/>
          <p:nvPr/>
        </p:nvSpPr>
        <p:spPr>
          <a:xfrm>
            <a:off x="457200" y="2880360"/>
            <a:ext cx="3497580" cy="365760"/>
          </a:xfrm>
          <a:prstGeom prst="roundRect">
            <a:avLst>
              <a:gd name="adj" fmla="val 12500"/>
            </a:avLst>
          </a:prstGeom>
          <a:solidFill>
            <a:srgbClr val="2196F3">
              <a:alpha val="40000"/>
            </a:srgbClr>
          </a:solidFill>
          <a:ln/>
        </p:spPr>
      </p:sp>
      <p:sp>
        <p:nvSpPr>
          <p:cNvPr id="11" name="Text 9"/>
          <p:cNvSpPr/>
          <p:nvPr/>
        </p:nvSpPr>
        <p:spPr>
          <a:xfrm>
            <a:off x="594360" y="288036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Platinum  —  "I should be higher"</a:t>
            </a:r>
            <a:endParaRPr lang="en-US" sz="1200"/>
          </a:p>
        </p:txBody>
      </p:sp>
      <p:sp>
        <p:nvSpPr>
          <p:cNvPr id="12" name="Shape 10"/>
          <p:cNvSpPr/>
          <p:nvPr/>
        </p:nvSpPr>
        <p:spPr>
          <a:xfrm>
            <a:off x="457200" y="3383280"/>
            <a:ext cx="2487168" cy="365760"/>
          </a:xfrm>
          <a:prstGeom prst="roundRect">
            <a:avLst>
              <a:gd name="adj" fmla="val 12500"/>
            </a:avLst>
          </a:prstGeom>
          <a:solidFill>
            <a:srgbClr val="2196F3">
              <a:alpha val="40000"/>
            </a:srgbClr>
          </a:solidFill>
          <a:ln/>
        </p:spPr>
      </p:sp>
      <p:sp>
        <p:nvSpPr>
          <p:cNvPr id="13" name="Text 11"/>
          <p:cNvSpPr/>
          <p:nvPr/>
        </p:nvSpPr>
        <p:spPr>
          <a:xfrm>
            <a:off x="594360" y="338328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Gold  —  Can hit the ball sometimes</a:t>
            </a:r>
            <a:endParaRPr lang="en-US" sz="1200"/>
          </a:p>
        </p:txBody>
      </p:sp>
      <p:sp>
        <p:nvSpPr>
          <p:cNvPr id="14" name="Shape 12"/>
          <p:cNvSpPr/>
          <p:nvPr/>
        </p:nvSpPr>
        <p:spPr>
          <a:xfrm>
            <a:off x="457200" y="3886200"/>
            <a:ext cx="1554480" cy="365760"/>
          </a:xfrm>
          <a:prstGeom prst="roundRect">
            <a:avLst>
              <a:gd name="adj" fmla="val 12500"/>
            </a:avLst>
          </a:prstGeom>
          <a:solidFill>
            <a:srgbClr val="2196F3">
              <a:alpha val="40000"/>
            </a:srgbClr>
          </a:solidFill>
          <a:ln/>
        </p:spPr>
      </p:sp>
      <p:sp>
        <p:nvSpPr>
          <p:cNvPr id="15" name="Text 13"/>
          <p:cNvSpPr/>
          <p:nvPr/>
        </p:nvSpPr>
        <p:spPr>
          <a:xfrm>
            <a:off x="594360" y="3886200"/>
            <a:ext cx="7315200" cy="365760"/>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Silver  —  Still learning boost exists</a:t>
            </a:r>
            <a:endParaRPr lang="en-US" sz="1200"/>
          </a:p>
        </p:txBody>
      </p:sp>
      <p:sp>
        <p:nvSpPr>
          <p:cNvPr id="16" name="Shape 14"/>
          <p:cNvSpPr/>
          <p:nvPr/>
        </p:nvSpPr>
        <p:spPr>
          <a:xfrm>
            <a:off x="457200" y="4389120"/>
            <a:ext cx="1943100" cy="365760"/>
          </a:xfrm>
          <a:prstGeom prst="roundRect">
            <a:avLst>
              <a:gd name="adj" fmla="val 12500"/>
            </a:avLst>
          </a:prstGeom>
          <a:solidFill>
            <a:srgbClr val="FF6D00"/>
          </a:solidFill>
          <a:ln/>
        </p:spPr>
      </p:sp>
      <p:sp>
        <p:nvSpPr>
          <p:cNvPr id="17" name="Text 15"/>
          <p:cNvSpPr/>
          <p:nvPr/>
        </p:nvSpPr>
        <p:spPr>
          <a:xfrm>
            <a:off x="594360" y="4389120"/>
            <a:ext cx="7315200" cy="365760"/>
          </a:xfrm>
          <a:prstGeom prst="rect">
            <a:avLst/>
          </a:prstGeom>
          <a:noFill/>
          <a:ln/>
        </p:spPr>
        <p:txBody>
          <a:bodyPr wrap="square" lIns="0" tIns="0" rIns="0" bIns="0" rtlCol="0" anchor="ctr"/>
          <a:lstStyle/>
          <a:p>
            <a:r>
              <a:rPr lang="en-US" sz="1400" b="1">
                <a:solidFill>
                  <a:srgbClr val="0D1117"/>
                </a:solidFill>
                <a:latin typeface="Arial"/>
                <a:ea typeface="Arial" pitchFamily="34" charset="-122"/>
                <a:cs typeface="Arial"/>
              </a:rPr>
              <a:t>Bronze  —  BRYTON</a:t>
            </a:r>
            <a:endParaRPr lang="en-US" sz="1400">
              <a:latin typeface="Arial"/>
              <a:cs typeface="Arial"/>
            </a:endParaRPr>
          </a:p>
        </p:txBody>
      </p:sp>
      <p:pic>
        <p:nvPicPr>
          <p:cNvPr id="18" name="Picture 17">
            <a:extLst>
              <a:ext uri="{FF2B5EF4-FFF2-40B4-BE49-F238E27FC236}">
                <a16:creationId xmlns:a16="http://schemas.microsoft.com/office/drawing/2014/main" id="{B46B0414-BC3F-108C-1991-94241B743E82}"/>
              </a:ext>
            </a:extLst>
          </p:cNvPr>
          <p:cNvPicPr>
            <a:picLocks noChangeAspect="1"/>
          </p:cNvPicPr>
          <p:nvPr/>
        </p:nvPicPr>
        <p:blipFill>
          <a:blip r:embed="rId3"/>
          <a:stretch>
            <a:fillRect/>
          </a:stretch>
        </p:blipFill>
        <p:spPr>
          <a:xfrm>
            <a:off x="7313839" y="4080781"/>
            <a:ext cx="1831522" cy="1064080"/>
          </a:xfrm>
          <a:prstGeom prst="rect">
            <a:avLst/>
          </a:prstGeom>
        </p:spPr>
      </p:pic>
      <p:pic>
        <p:nvPicPr>
          <p:cNvPr id="19" name="Picture 18">
            <a:extLst>
              <a:ext uri="{FF2B5EF4-FFF2-40B4-BE49-F238E27FC236}">
                <a16:creationId xmlns:a16="http://schemas.microsoft.com/office/drawing/2014/main" id="{26AAC278-3CC7-6340-CC47-B9E7B9BE3668}"/>
              </a:ext>
            </a:extLst>
          </p:cNvPr>
          <p:cNvPicPr>
            <a:picLocks noChangeAspect="1"/>
          </p:cNvPicPr>
          <p:nvPr/>
        </p:nvPicPr>
        <p:blipFill>
          <a:blip r:embed="rId4"/>
          <a:stretch>
            <a:fillRect/>
          </a:stretch>
        </p:blipFill>
        <p:spPr>
          <a:xfrm>
            <a:off x="5225143" y="2245179"/>
            <a:ext cx="3548743" cy="17580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209DF6-DC66-9E9C-50A9-5A3E0E6DBC1C}"/>
              </a:ext>
            </a:extLst>
          </p:cNvPr>
          <p:cNvSpPr txBox="1"/>
          <p:nvPr/>
        </p:nvSpPr>
        <p:spPr>
          <a:xfrm>
            <a:off x="2492829" y="-2721"/>
            <a:ext cx="4572000"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u="sng"/>
              <a:t>Rocket League</a:t>
            </a:r>
            <a:r>
              <a:rPr lang="en-US" sz="1400"/>
              <a:t> is widely considered one of the hardest games to master because there are virtually no foundational skill transfers from other genres. It requires complete mastery of 3D spatial awareness, complex physics, and precise mechanical inputs on a controller to constantly track and predict a highly volatile ball. [</a:t>
            </a:r>
            <a:r>
              <a:rPr lang="en-US" sz="1400">
                <a:hlinkClick r:id="rId2"/>
              </a:rPr>
              <a:t>1</a:t>
            </a:r>
            <a:r>
              <a:rPr lang="en-US" sz="1400"/>
              <a:t>, </a:t>
            </a:r>
            <a:r>
              <a:rPr lang="en-US" sz="1400">
                <a:hlinkClick r:id="rId3"/>
              </a:rPr>
              <a:t>2</a:t>
            </a:r>
            <a:r>
              <a:rPr lang="en-US" sz="1400"/>
              <a:t>, </a:t>
            </a:r>
            <a:r>
              <a:rPr lang="en-US" sz="1400">
                <a:hlinkClick r:id="rId4"/>
              </a:rPr>
              <a:t>3</a:t>
            </a:r>
            <a:r>
              <a:rPr lang="en-US" sz="1400"/>
              <a:t>, </a:t>
            </a:r>
            <a:r>
              <a:rPr lang="en-US" sz="1400">
                <a:hlinkClick r:id="rId5"/>
              </a:rPr>
              <a:t>4</a:t>
            </a:r>
            <a:r>
              <a:rPr lang="en-US" sz="1400"/>
              <a:t>, </a:t>
            </a:r>
            <a:r>
              <a:rPr lang="en-US" sz="1400">
                <a:hlinkClick r:id="rId6"/>
              </a:rPr>
              <a:t>5</a:t>
            </a:r>
            <a:r>
              <a:rPr lang="en-US" sz="1400"/>
              <a:t>]</a:t>
            </a:r>
            <a:endParaRPr lang="en-US" sz="1400">
              <a:ea typeface="Calibri"/>
              <a:cs typeface="Calibri"/>
            </a:endParaRPr>
          </a:p>
          <a:p>
            <a:r>
              <a:rPr lang="en-US" sz="1400"/>
              <a:t>Community members on </a:t>
            </a:r>
            <a:r>
              <a:rPr lang="en-US" sz="1400">
                <a:hlinkClick r:id="rId7"/>
              </a:rPr>
              <a:t>Reddit</a:t>
            </a:r>
            <a:r>
              <a:rPr lang="en-US" sz="1400"/>
              <a:t> and across various </a:t>
            </a:r>
            <a:r>
              <a:rPr lang="en-US" sz="1400">
                <a:hlinkClick r:id="rId4"/>
              </a:rPr>
              <a:t>Esports forums</a:t>
            </a:r>
            <a:r>
              <a:rPr lang="en-US" sz="1400"/>
              <a:t> heavily debate its difficulty, which fundamentally stems from several key factors: [</a:t>
            </a:r>
            <a:r>
              <a:rPr lang="en-US" sz="1400">
                <a:hlinkClick r:id="rId4"/>
              </a:rPr>
              <a:t>1</a:t>
            </a:r>
            <a:r>
              <a:rPr lang="en-US" sz="1400"/>
              <a:t>]</a:t>
            </a:r>
            <a:endParaRPr lang="en-US" sz="1400">
              <a:ea typeface="Calibri"/>
              <a:cs typeface="Calibri"/>
            </a:endParaRPr>
          </a:p>
          <a:p>
            <a:pPr>
              <a:buFont typeface=""/>
              <a:buChar char="•"/>
            </a:pPr>
            <a:r>
              <a:rPr lang="en-US" sz="1400" b="1"/>
              <a:t>No "</a:t>
            </a:r>
            <a:r>
              <a:rPr lang="en-US" sz="1400" b="1" err="1"/>
              <a:t>Aimbot</a:t>
            </a:r>
            <a:r>
              <a:rPr lang="en-US" sz="1400" b="1"/>
              <a:t>" or Auto-Aim:</a:t>
            </a:r>
            <a:r>
              <a:rPr lang="en-US" sz="1400"/>
              <a:t> Unlike shooting games where aim assist or crosshairs help lock onto targets, you must precisely angle a moving car at supersonic speeds to hit a free-floating ball. [</a:t>
            </a:r>
            <a:r>
              <a:rPr lang="en-US" sz="1400">
                <a:hlinkClick r:id="rId2"/>
              </a:rPr>
              <a:t>1</a:t>
            </a:r>
            <a:r>
              <a:rPr lang="en-US" sz="1400"/>
              <a:t>, </a:t>
            </a:r>
            <a:r>
              <a:rPr lang="en-US" sz="1400">
                <a:hlinkClick r:id="rId6"/>
              </a:rPr>
              <a:t>2</a:t>
            </a:r>
            <a:r>
              <a:rPr lang="en-US" sz="1400"/>
              <a:t>]</a:t>
            </a:r>
            <a:endParaRPr lang="en-US" sz="1400">
              <a:ea typeface="Calibri"/>
              <a:cs typeface="Calibri"/>
            </a:endParaRPr>
          </a:p>
          <a:p>
            <a:pPr>
              <a:buFont typeface=""/>
              <a:buChar char="•"/>
            </a:pPr>
            <a:r>
              <a:rPr lang="en-US" sz="1400" b="1"/>
              <a:t>Infinite Skill Ceiling:</a:t>
            </a:r>
            <a:r>
              <a:rPr lang="en-US" sz="1400"/>
              <a:t> The physics engine allows for nearly unlimited mechanical combinations, meaning players are constantly inventing new maneuvers that force the entire community to adapt and learn. [</a:t>
            </a:r>
            <a:r>
              <a:rPr lang="en-US" sz="1400">
                <a:hlinkClick r:id="rId2"/>
              </a:rPr>
              <a:t>1</a:t>
            </a:r>
            <a:r>
              <a:rPr lang="en-US" sz="1400"/>
              <a:t>, </a:t>
            </a:r>
            <a:r>
              <a:rPr lang="en-US" sz="1400">
                <a:hlinkClick r:id="rId8"/>
              </a:rPr>
              <a:t>2</a:t>
            </a:r>
            <a:r>
              <a:rPr lang="en-US" sz="1400"/>
              <a:t>]</a:t>
            </a:r>
            <a:endParaRPr lang="en-US" sz="1400">
              <a:ea typeface="Calibri"/>
              <a:cs typeface="Calibri"/>
            </a:endParaRPr>
          </a:p>
          <a:p>
            <a:pPr>
              <a:buFont typeface=""/>
              <a:buChar char="•"/>
            </a:pPr>
            <a:r>
              <a:rPr lang="en-US" sz="1400" b="1"/>
              <a:t>Unique Physics:</a:t>
            </a:r>
            <a:r>
              <a:rPr lang="en-US" sz="1400"/>
              <a:t> There is no other mainstream game that functions similarly, so your hours playing other titles will not help you. [</a:t>
            </a:r>
            <a:r>
              <a:rPr lang="en-US" sz="1400">
                <a:hlinkClick r:id="rId4"/>
              </a:rPr>
              <a:t>1</a:t>
            </a:r>
            <a:r>
              <a:rPr lang="en-US" sz="1400"/>
              <a:t>, </a:t>
            </a:r>
            <a:r>
              <a:rPr lang="en-US" sz="1400">
                <a:hlinkClick r:id="rId3"/>
              </a:rPr>
              <a:t>2</a:t>
            </a:r>
            <a:r>
              <a:rPr lang="en-US" sz="1400"/>
              <a:t>, </a:t>
            </a:r>
            <a:r>
              <a:rPr lang="en-US" sz="1400">
                <a:hlinkClick r:id="rId9"/>
              </a:rPr>
              <a:t>3</a:t>
            </a:r>
            <a:r>
              <a:rPr lang="en-US" sz="1400"/>
              <a:t>]</a:t>
            </a:r>
            <a:endParaRPr lang="en-US" sz="1400">
              <a:ea typeface="Calibri"/>
              <a:cs typeface="Calibri"/>
            </a:endParaRPr>
          </a:p>
          <a:p>
            <a:pPr>
              <a:buFont typeface=""/>
              <a:buChar char="•"/>
            </a:pPr>
            <a:r>
              <a:rPr lang="en-US" sz="1400" b="1"/>
              <a:t>No Passive Strategies:</a:t>
            </a:r>
            <a:r>
              <a:rPr lang="en-US" sz="1400"/>
              <a:t> There are no safe camping spots or downtime; you are forced into constant, direct engagement with opponents while balancing team positioning and boost management. [</a:t>
            </a:r>
            <a:r>
              <a:rPr lang="en-US" sz="1400">
                <a:hlinkClick r:id="rId2"/>
              </a:rPr>
              <a:t>1</a:t>
            </a:r>
            <a:r>
              <a:rPr lang="en-US" sz="1400"/>
              <a:t>]</a:t>
            </a:r>
            <a:endParaRPr lang="en-US" sz="1400">
              <a:ea typeface="Calibri"/>
              <a:cs typeface="Calibri"/>
            </a:endParaRPr>
          </a:p>
          <a:p>
            <a:pPr algn="ctr"/>
            <a:endParaRPr lang="en-US"/>
          </a:p>
        </p:txBody>
      </p:sp>
      <p:pic>
        <p:nvPicPr>
          <p:cNvPr id="3" name="Picture 2">
            <a:extLst>
              <a:ext uri="{FF2B5EF4-FFF2-40B4-BE49-F238E27FC236}">
                <a16:creationId xmlns:a16="http://schemas.microsoft.com/office/drawing/2014/main" id="{26586B0B-AB10-8A6B-3A55-CF29DF14F974}"/>
              </a:ext>
            </a:extLst>
          </p:cNvPr>
          <p:cNvPicPr>
            <a:picLocks noChangeAspect="1"/>
          </p:cNvPicPr>
          <p:nvPr/>
        </p:nvPicPr>
        <p:blipFill>
          <a:blip r:embed="rId10"/>
          <a:stretch>
            <a:fillRect/>
          </a:stretch>
        </p:blipFill>
        <p:spPr>
          <a:xfrm>
            <a:off x="2721" y="976313"/>
            <a:ext cx="2503715" cy="1481818"/>
          </a:xfrm>
          <a:prstGeom prst="rect">
            <a:avLst/>
          </a:prstGeom>
        </p:spPr>
      </p:pic>
    </p:spTree>
    <p:extLst>
      <p:ext uri="{BB962C8B-B14F-4D97-AF65-F5344CB8AC3E}">
        <p14:creationId xmlns:p14="http://schemas.microsoft.com/office/powerpoint/2010/main" val="3000220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a:ea typeface="Arial" pitchFamily="34" charset="-122"/>
                <a:cs typeface="Arial"/>
              </a:rPr>
              <a:t>BRYTONS STATS</a:t>
            </a:r>
            <a:endParaRPr lang="en-US" sz="3600">
              <a:latin typeface="Arial"/>
              <a:cs typeface="Arial"/>
            </a:endParaRPr>
          </a:p>
        </p:txBody>
      </p:sp>
      <p:sp>
        <p:nvSpPr>
          <p:cNvPr id="3" name="Shape 1"/>
          <p:cNvSpPr/>
          <p:nvPr/>
        </p:nvSpPr>
        <p:spPr>
          <a:xfrm>
            <a:off x="45720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4" name="Text 2"/>
          <p:cNvSpPr/>
          <p:nvPr/>
        </p:nvSpPr>
        <p:spPr>
          <a:xfrm>
            <a:off x="45720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12</a:t>
            </a:r>
            <a:endParaRPr lang="en-US" sz="5400"/>
          </a:p>
        </p:txBody>
      </p:sp>
      <p:sp>
        <p:nvSpPr>
          <p:cNvPr id="5" name="Text 3"/>
          <p:cNvSpPr/>
          <p:nvPr/>
        </p:nvSpPr>
        <p:spPr>
          <a:xfrm>
            <a:off x="64008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Goals Scored</a:t>
            </a:r>
            <a:endParaRPr lang="en-US" sz="1300"/>
          </a:p>
        </p:txBody>
      </p:sp>
      <p:sp>
        <p:nvSpPr>
          <p:cNvPr id="6" name="Text 4"/>
          <p:cNvSpPr/>
          <p:nvPr/>
        </p:nvSpPr>
        <p:spPr>
          <a:xfrm>
            <a:off x="64008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(in 500 hours)</a:t>
            </a:r>
            <a:endParaRPr lang="en-US" sz="1000"/>
          </a:p>
        </p:txBody>
      </p:sp>
      <p:sp>
        <p:nvSpPr>
          <p:cNvPr id="7" name="Shape 5"/>
          <p:cNvSpPr/>
          <p:nvPr/>
        </p:nvSpPr>
        <p:spPr>
          <a:xfrm>
            <a:off x="475488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8" name="Text 6"/>
          <p:cNvSpPr/>
          <p:nvPr/>
        </p:nvSpPr>
        <p:spPr>
          <a:xfrm>
            <a:off x="475488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847</a:t>
            </a:r>
            <a:endParaRPr lang="en-US" sz="5400"/>
          </a:p>
        </p:txBody>
      </p:sp>
      <p:sp>
        <p:nvSpPr>
          <p:cNvPr id="9" name="Text 7"/>
          <p:cNvSpPr/>
          <p:nvPr/>
        </p:nvSpPr>
        <p:spPr>
          <a:xfrm>
            <a:off x="493776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Own Goals</a:t>
            </a:r>
            <a:endParaRPr lang="en-US" sz="1300"/>
          </a:p>
        </p:txBody>
      </p:sp>
      <p:sp>
        <p:nvSpPr>
          <p:cNvPr id="10" name="Text 8"/>
          <p:cNvSpPr/>
          <p:nvPr/>
        </p:nvSpPr>
        <p:spPr>
          <a:xfrm>
            <a:off x="493776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(and counting)</a:t>
            </a:r>
            <a:endParaRPr lang="en-US" sz="1000"/>
          </a:p>
        </p:txBody>
      </p:sp>
      <p:sp>
        <p:nvSpPr>
          <p:cNvPr id="11" name="Shape 9"/>
          <p:cNvSpPr/>
          <p:nvPr/>
        </p:nvSpPr>
        <p:spPr>
          <a:xfrm>
            <a:off x="45720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2" name="Text 10"/>
          <p:cNvSpPr/>
          <p:nvPr/>
        </p:nvSpPr>
        <p:spPr>
          <a:xfrm>
            <a:off x="45720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a:t>
            </a:r>
            <a:endParaRPr lang="en-US" sz="5400"/>
          </a:p>
        </p:txBody>
      </p:sp>
      <p:sp>
        <p:nvSpPr>
          <p:cNvPr id="13" name="Text 11"/>
          <p:cNvSpPr/>
          <p:nvPr/>
        </p:nvSpPr>
        <p:spPr>
          <a:xfrm>
            <a:off x="640080" y="3886200"/>
            <a:ext cx="3474720" cy="320040"/>
          </a:xfrm>
          <a:prstGeom prst="rect">
            <a:avLst/>
          </a:prstGeom>
          <a:noFill/>
          <a:ln/>
        </p:spPr>
        <p:txBody>
          <a:bodyPr wrap="square" lIns="0" tIns="0" rIns="0" bIns="0" rtlCol="0" anchor="ctr"/>
          <a:lstStyle/>
          <a:p>
            <a:pPr algn="ctr">
              <a:lnSpc>
                <a:spcPct val="90000"/>
              </a:lnSpc>
            </a:pPr>
            <a:r>
              <a:rPr lang="en-US" sz="1300" b="1">
                <a:solidFill>
                  <a:srgbClr val="FFFFFF"/>
                </a:solidFill>
                <a:latin typeface="Arial"/>
                <a:cs typeface="Arial"/>
              </a:rPr>
              <a:t>HOW MANY TIMES HES WHIFFED THE BALL</a:t>
            </a:r>
            <a:endParaRPr lang="en-US"/>
          </a:p>
        </p:txBody>
      </p:sp>
      <p:sp>
        <p:nvSpPr>
          <p:cNvPr id="14" name="Shape 12"/>
          <p:cNvSpPr/>
          <p:nvPr/>
        </p:nvSpPr>
        <p:spPr>
          <a:xfrm>
            <a:off x="475488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5" name="Text 13"/>
          <p:cNvSpPr/>
          <p:nvPr/>
        </p:nvSpPr>
        <p:spPr>
          <a:xfrm>
            <a:off x="475488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2%</a:t>
            </a:r>
            <a:endParaRPr lang="en-US" sz="5400"/>
          </a:p>
        </p:txBody>
      </p:sp>
      <p:sp>
        <p:nvSpPr>
          <p:cNvPr id="16" name="Text 14"/>
          <p:cNvSpPr/>
          <p:nvPr/>
        </p:nvSpPr>
        <p:spPr>
          <a:xfrm>
            <a:off x="4937760" y="38862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Aerial</a:t>
            </a:r>
            <a:endParaRPr lang="en-US" sz="1300"/>
          </a:p>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17" name="Text 15"/>
          <p:cNvSpPr/>
          <p:nvPr/>
        </p:nvSpPr>
        <p:spPr>
          <a:xfrm>
            <a:off x="4937760" y="42062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(generous)</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QUICK CHAT TRANSLATIONS</a:t>
            </a:r>
            <a:endParaRPr lang="en-US" sz="3600"/>
          </a:p>
        </p:txBody>
      </p:sp>
      <p:sp>
        <p:nvSpPr>
          <p:cNvPr id="3" name="Text 1"/>
          <p:cNvSpPr/>
          <p:nvPr/>
        </p:nvSpPr>
        <p:spPr>
          <a:xfrm>
            <a:off x="457200" y="822960"/>
            <a:ext cx="8229600" cy="365760"/>
          </a:xfrm>
          <a:prstGeom prst="rect">
            <a:avLst/>
          </a:prstGeom>
          <a:noFill/>
          <a:ln/>
        </p:spPr>
        <p:txBody>
          <a:bodyPr wrap="square" lIns="0" tIns="0" rIns="0" bIns="0" rtlCol="0" anchor="ctr"/>
          <a:lstStyle/>
          <a:p>
            <a:pPr marL="0" indent="0" algn="l">
              <a:buNone/>
            </a:pPr>
            <a:r>
              <a:rPr lang="en-US" sz="1400" i="1">
                <a:solidFill>
                  <a:srgbClr val="B0BEC5"/>
                </a:solidFill>
                <a:latin typeface="Arial" pitchFamily="34" charset="0"/>
                <a:ea typeface="Arial" pitchFamily="34" charset="-122"/>
                <a:cs typeface="Arial" pitchFamily="34" charset="-120"/>
              </a:rPr>
              <a:t>What he types vs. what he means</a:t>
            </a:r>
            <a:endParaRPr lang="en-US" sz="1400"/>
          </a:p>
        </p:txBody>
      </p:sp>
      <p:sp>
        <p:nvSpPr>
          <p:cNvPr id="4" name="Shape 2"/>
          <p:cNvSpPr/>
          <p:nvPr/>
        </p:nvSpPr>
        <p:spPr>
          <a:xfrm>
            <a:off x="457200" y="1280160"/>
            <a:ext cx="3840480" cy="411480"/>
          </a:xfrm>
          <a:prstGeom prst="roundRect">
            <a:avLst>
              <a:gd name="adj" fmla="val 11111"/>
            </a:avLst>
          </a:prstGeom>
          <a:solidFill>
            <a:srgbClr val="2196F3"/>
          </a:solidFill>
          <a:ln/>
        </p:spPr>
      </p:sp>
      <p:sp>
        <p:nvSpPr>
          <p:cNvPr id="5" name="Text 3"/>
          <p:cNvSpPr/>
          <p:nvPr/>
        </p:nvSpPr>
        <p:spPr>
          <a:xfrm>
            <a:off x="457200" y="1280160"/>
            <a:ext cx="3840480" cy="411480"/>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WHAT HE TYPES</a:t>
            </a:r>
            <a:endParaRPr lang="en-US" sz="1300"/>
          </a:p>
        </p:txBody>
      </p:sp>
      <p:sp>
        <p:nvSpPr>
          <p:cNvPr id="6" name="Shape 4"/>
          <p:cNvSpPr/>
          <p:nvPr/>
        </p:nvSpPr>
        <p:spPr>
          <a:xfrm>
            <a:off x="4846320" y="1280160"/>
            <a:ext cx="3840480" cy="411480"/>
          </a:xfrm>
          <a:prstGeom prst="roundRect">
            <a:avLst>
              <a:gd name="adj" fmla="val 11111"/>
            </a:avLst>
          </a:prstGeom>
          <a:solidFill>
            <a:srgbClr val="FF6D00"/>
          </a:solidFill>
          <a:ln/>
        </p:spPr>
      </p:sp>
      <p:sp>
        <p:nvSpPr>
          <p:cNvPr id="7" name="Text 5"/>
          <p:cNvSpPr/>
          <p:nvPr/>
        </p:nvSpPr>
        <p:spPr>
          <a:xfrm>
            <a:off x="4846320" y="1280160"/>
            <a:ext cx="3840480" cy="411480"/>
          </a:xfrm>
          <a:prstGeom prst="rect">
            <a:avLst/>
          </a:prstGeom>
          <a:noFill/>
          <a:ln/>
        </p:spPr>
        <p:txBody>
          <a:bodyPr wrap="square" lIns="0" tIns="0" rIns="0" bIns="0" rtlCol="0" anchor="ctr"/>
          <a:lstStyle/>
          <a:p>
            <a:pPr marL="0" indent="0" algn="ctr">
              <a:buNone/>
            </a:pPr>
            <a:r>
              <a:rPr lang="en-US" sz="1300" b="1">
                <a:solidFill>
                  <a:srgbClr val="0D1117"/>
                </a:solidFill>
                <a:latin typeface="Arial" pitchFamily="34" charset="0"/>
                <a:ea typeface="Arial" pitchFamily="34" charset="-122"/>
                <a:cs typeface="Arial" pitchFamily="34" charset="-120"/>
              </a:rPr>
              <a:t>WHAT HE MEANS</a:t>
            </a:r>
            <a:endParaRPr lang="en-US" sz="1300"/>
          </a:p>
        </p:txBody>
      </p:sp>
      <p:sp>
        <p:nvSpPr>
          <p:cNvPr id="8" name="Shape 6"/>
          <p:cNvSpPr/>
          <p:nvPr/>
        </p:nvSpPr>
        <p:spPr>
          <a:xfrm>
            <a:off x="457200" y="1783080"/>
            <a:ext cx="3840480" cy="393192"/>
          </a:xfrm>
          <a:prstGeom prst="rect">
            <a:avLst/>
          </a:prstGeom>
          <a:solidFill>
            <a:srgbClr val="1A2332"/>
          </a:solidFill>
          <a:ln/>
        </p:spPr>
      </p:sp>
      <p:sp>
        <p:nvSpPr>
          <p:cNvPr id="9" name="Text 7"/>
          <p:cNvSpPr/>
          <p:nvPr/>
        </p:nvSpPr>
        <p:spPr>
          <a:xfrm>
            <a:off x="640080" y="178308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What a save!</a:t>
            </a:r>
            <a:endParaRPr lang="en-US" sz="1200"/>
          </a:p>
        </p:txBody>
      </p:sp>
      <p:sp>
        <p:nvSpPr>
          <p:cNvPr id="10" name="Shape 8"/>
          <p:cNvSpPr/>
          <p:nvPr/>
        </p:nvSpPr>
        <p:spPr>
          <a:xfrm>
            <a:off x="4846320" y="1783080"/>
            <a:ext cx="3840480" cy="393192"/>
          </a:xfrm>
          <a:prstGeom prst="rect">
            <a:avLst/>
          </a:prstGeom>
          <a:solidFill>
            <a:srgbClr val="1A2332"/>
          </a:solidFill>
          <a:ln/>
        </p:spPr>
      </p:sp>
      <p:sp>
        <p:nvSpPr>
          <p:cNvPr id="11" name="Text 9"/>
          <p:cNvSpPr/>
          <p:nvPr/>
        </p:nvSpPr>
        <p:spPr>
          <a:xfrm>
            <a:off x="5029200" y="1783080"/>
            <a:ext cx="3474720" cy="393192"/>
          </a:xfrm>
          <a:prstGeom prst="rect">
            <a:avLst/>
          </a:prstGeom>
          <a:noFill/>
          <a:ln/>
        </p:spPr>
        <p:txBody>
          <a:bodyPr wrap="square" lIns="0" tIns="0" rIns="0" bIns="0" rtlCol="0" anchor="ctr"/>
          <a:lstStyle/>
          <a:p>
            <a:r>
              <a:rPr lang="en-US" sz="1200" err="1">
                <a:solidFill>
                  <a:srgbClr val="FFFFFF"/>
                </a:solidFill>
                <a:latin typeface="Arial"/>
                <a:cs typeface="Arial"/>
              </a:rPr>
              <a:t>Your</a:t>
            </a:r>
            <a:r>
              <a:rPr lang="en-US" sz="1200">
                <a:solidFill>
                  <a:srgbClr val="FFFFFF"/>
                </a:solidFill>
                <a:latin typeface="Arial"/>
                <a:cs typeface="Arial"/>
              </a:rPr>
              <a:t> so bad and missed the save</a:t>
            </a:r>
          </a:p>
        </p:txBody>
      </p:sp>
      <p:sp>
        <p:nvSpPr>
          <p:cNvPr id="16" name="Shape 14"/>
          <p:cNvSpPr/>
          <p:nvPr/>
        </p:nvSpPr>
        <p:spPr>
          <a:xfrm>
            <a:off x="457200" y="2660904"/>
            <a:ext cx="3840480" cy="393192"/>
          </a:xfrm>
          <a:prstGeom prst="rect">
            <a:avLst/>
          </a:prstGeom>
          <a:solidFill>
            <a:srgbClr val="1A2332"/>
          </a:solidFill>
          <a:ln/>
        </p:spPr>
      </p:sp>
      <p:sp>
        <p:nvSpPr>
          <p:cNvPr id="17" name="Text 15"/>
          <p:cNvSpPr/>
          <p:nvPr/>
        </p:nvSpPr>
        <p:spPr>
          <a:xfrm>
            <a:off x="640080" y="2660904"/>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Okay.</a:t>
            </a:r>
            <a:endParaRPr lang="en-US" sz="1200"/>
          </a:p>
        </p:txBody>
      </p:sp>
      <p:sp>
        <p:nvSpPr>
          <p:cNvPr id="18" name="Shape 16"/>
          <p:cNvSpPr/>
          <p:nvPr/>
        </p:nvSpPr>
        <p:spPr>
          <a:xfrm>
            <a:off x="4846320" y="2660904"/>
            <a:ext cx="3840480" cy="393192"/>
          </a:xfrm>
          <a:prstGeom prst="rect">
            <a:avLst/>
          </a:prstGeom>
          <a:solidFill>
            <a:srgbClr val="1A2332"/>
          </a:solidFill>
          <a:ln/>
        </p:spPr>
      </p:sp>
      <p:sp>
        <p:nvSpPr>
          <p:cNvPr id="19" name="Text 17"/>
          <p:cNvSpPr/>
          <p:nvPr/>
        </p:nvSpPr>
        <p:spPr>
          <a:xfrm>
            <a:off x="5029200" y="2660904"/>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am uninstalling this game</a:t>
            </a:r>
            <a:endParaRPr lang="en-US" sz="1200"/>
          </a:p>
        </p:txBody>
      </p:sp>
      <p:sp>
        <p:nvSpPr>
          <p:cNvPr id="20" name="Shape 18"/>
          <p:cNvSpPr/>
          <p:nvPr/>
        </p:nvSpPr>
        <p:spPr>
          <a:xfrm>
            <a:off x="457200" y="3099816"/>
            <a:ext cx="3840480" cy="393192"/>
          </a:xfrm>
          <a:prstGeom prst="rect">
            <a:avLst/>
          </a:prstGeom>
          <a:solidFill>
            <a:srgbClr val="151E2B"/>
          </a:solidFill>
          <a:ln/>
        </p:spPr>
      </p:sp>
      <p:sp>
        <p:nvSpPr>
          <p:cNvPr id="21" name="Text 19"/>
          <p:cNvSpPr/>
          <p:nvPr/>
        </p:nvSpPr>
        <p:spPr>
          <a:xfrm>
            <a:off x="640080" y="3099816"/>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No problem.</a:t>
            </a:r>
            <a:endParaRPr lang="en-US" sz="1200"/>
          </a:p>
        </p:txBody>
      </p:sp>
      <p:sp>
        <p:nvSpPr>
          <p:cNvPr id="22" name="Shape 20"/>
          <p:cNvSpPr/>
          <p:nvPr/>
        </p:nvSpPr>
        <p:spPr>
          <a:xfrm>
            <a:off x="4846320" y="3099816"/>
            <a:ext cx="3840480" cy="393192"/>
          </a:xfrm>
          <a:prstGeom prst="rect">
            <a:avLst/>
          </a:prstGeom>
          <a:solidFill>
            <a:srgbClr val="151E2B"/>
          </a:solidFill>
          <a:ln/>
        </p:spPr>
      </p:sp>
      <p:sp>
        <p:nvSpPr>
          <p:cNvPr id="23" name="Text 21"/>
          <p:cNvSpPr/>
          <p:nvPr/>
        </p:nvSpPr>
        <p:spPr>
          <a:xfrm>
            <a:off x="5029200" y="3099816"/>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There is a HUGE problem</a:t>
            </a:r>
            <a:endParaRPr lang="en-US" sz="1200"/>
          </a:p>
        </p:txBody>
      </p:sp>
      <p:sp>
        <p:nvSpPr>
          <p:cNvPr id="24" name="Shape 22"/>
          <p:cNvSpPr/>
          <p:nvPr/>
        </p:nvSpPr>
        <p:spPr>
          <a:xfrm>
            <a:off x="457200" y="3538728"/>
            <a:ext cx="3840480" cy="393192"/>
          </a:xfrm>
          <a:prstGeom prst="rect">
            <a:avLst/>
          </a:prstGeom>
          <a:solidFill>
            <a:srgbClr val="1A2332"/>
          </a:solidFill>
          <a:ln/>
        </p:spPr>
      </p:sp>
      <p:sp>
        <p:nvSpPr>
          <p:cNvPr id="25" name="Text 23"/>
          <p:cNvSpPr/>
          <p:nvPr/>
        </p:nvSpPr>
        <p:spPr>
          <a:xfrm>
            <a:off x="640080" y="3538728"/>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Calculated.</a:t>
            </a:r>
            <a:endParaRPr lang="en-US" sz="1200"/>
          </a:p>
        </p:txBody>
      </p:sp>
      <p:sp>
        <p:nvSpPr>
          <p:cNvPr id="26" name="Shape 24"/>
          <p:cNvSpPr/>
          <p:nvPr/>
        </p:nvSpPr>
        <p:spPr>
          <a:xfrm>
            <a:off x="4846320" y="3538728"/>
            <a:ext cx="3840480" cy="393192"/>
          </a:xfrm>
          <a:prstGeom prst="rect">
            <a:avLst/>
          </a:prstGeom>
          <a:solidFill>
            <a:srgbClr val="1A2332"/>
          </a:solidFill>
          <a:ln/>
        </p:spPr>
      </p:sp>
      <p:sp>
        <p:nvSpPr>
          <p:cNvPr id="27" name="Text 25"/>
          <p:cNvSpPr/>
          <p:nvPr/>
        </p:nvSpPr>
        <p:spPr>
          <a:xfrm>
            <a:off x="5029200" y="3538728"/>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That was 100% luck</a:t>
            </a:r>
            <a:endParaRPr lang="en-US" sz="1200"/>
          </a:p>
        </p:txBody>
      </p:sp>
      <p:sp>
        <p:nvSpPr>
          <p:cNvPr id="28" name="Shape 26"/>
          <p:cNvSpPr/>
          <p:nvPr/>
        </p:nvSpPr>
        <p:spPr>
          <a:xfrm>
            <a:off x="457200" y="3977640"/>
            <a:ext cx="3840480" cy="393192"/>
          </a:xfrm>
          <a:prstGeom prst="rect">
            <a:avLst/>
          </a:prstGeom>
          <a:solidFill>
            <a:srgbClr val="151E2B"/>
          </a:solidFill>
          <a:ln/>
        </p:spPr>
      </p:sp>
      <p:sp>
        <p:nvSpPr>
          <p:cNvPr id="29" name="Text 27"/>
          <p:cNvSpPr/>
          <p:nvPr/>
        </p:nvSpPr>
        <p:spPr>
          <a:xfrm>
            <a:off x="640080" y="397764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Close one!</a:t>
            </a:r>
            <a:endParaRPr lang="en-US" sz="1200"/>
          </a:p>
        </p:txBody>
      </p:sp>
      <p:sp>
        <p:nvSpPr>
          <p:cNvPr id="30" name="Shape 28"/>
          <p:cNvSpPr/>
          <p:nvPr/>
        </p:nvSpPr>
        <p:spPr>
          <a:xfrm>
            <a:off x="4846320" y="3977640"/>
            <a:ext cx="3840480" cy="393192"/>
          </a:xfrm>
          <a:prstGeom prst="rect">
            <a:avLst/>
          </a:prstGeom>
          <a:solidFill>
            <a:srgbClr val="151E2B"/>
          </a:solidFill>
          <a:ln/>
        </p:spPr>
      </p:sp>
      <p:sp>
        <p:nvSpPr>
          <p:cNvPr id="31" name="Text 29"/>
          <p:cNvSpPr/>
          <p:nvPr/>
        </p:nvSpPr>
        <p:spPr>
          <a:xfrm>
            <a:off x="5029200" y="3977640"/>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We almost scored on ourselves again</a:t>
            </a:r>
            <a:endParaRPr lang="en-US" sz="1200"/>
          </a:p>
        </p:txBody>
      </p:sp>
      <p:sp>
        <p:nvSpPr>
          <p:cNvPr id="32" name="Shape 30"/>
          <p:cNvSpPr/>
          <p:nvPr/>
        </p:nvSpPr>
        <p:spPr>
          <a:xfrm>
            <a:off x="457200" y="4416552"/>
            <a:ext cx="3840480" cy="393192"/>
          </a:xfrm>
          <a:prstGeom prst="rect">
            <a:avLst/>
          </a:prstGeom>
          <a:solidFill>
            <a:srgbClr val="1A2332"/>
          </a:solidFill>
          <a:ln/>
        </p:spPr>
      </p:sp>
      <p:sp>
        <p:nvSpPr>
          <p:cNvPr id="33" name="Text 31"/>
          <p:cNvSpPr/>
          <p:nvPr/>
        </p:nvSpPr>
        <p:spPr>
          <a:xfrm>
            <a:off x="640080" y="4416552"/>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I got it!</a:t>
            </a:r>
            <a:endParaRPr lang="en-US" sz="1200"/>
          </a:p>
        </p:txBody>
      </p:sp>
      <p:sp>
        <p:nvSpPr>
          <p:cNvPr id="34" name="Shape 32"/>
          <p:cNvSpPr/>
          <p:nvPr/>
        </p:nvSpPr>
        <p:spPr>
          <a:xfrm>
            <a:off x="4846320" y="4416552"/>
            <a:ext cx="3840480" cy="393192"/>
          </a:xfrm>
          <a:prstGeom prst="rect">
            <a:avLst/>
          </a:prstGeom>
          <a:solidFill>
            <a:srgbClr val="1A2332"/>
          </a:solidFill>
          <a:ln/>
        </p:spPr>
      </p:sp>
      <p:sp>
        <p:nvSpPr>
          <p:cNvPr id="35" name="Text 33"/>
          <p:cNvSpPr/>
          <p:nvPr/>
        </p:nvSpPr>
        <p:spPr>
          <a:xfrm>
            <a:off x="5029200" y="4416552"/>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absolutely do not got it</a:t>
            </a:r>
            <a:endParaRPr 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200" b="1">
                <a:solidFill>
                  <a:srgbClr val="FF6D00"/>
                </a:solidFill>
                <a:latin typeface="Arial"/>
                <a:ea typeface="Arial" pitchFamily="34" charset="-122"/>
                <a:cs typeface="Arial"/>
              </a:rPr>
              <a:t>THE 5 STAGES OF PLAYING </a:t>
            </a:r>
            <a:endParaRPr lang="en-US" sz="3200">
              <a:latin typeface="Arial"/>
              <a:cs typeface="Arial"/>
            </a:endParaRPr>
          </a:p>
        </p:txBody>
      </p:sp>
      <p:sp>
        <p:nvSpPr>
          <p:cNvPr id="3" name="Shape 1"/>
          <p:cNvSpPr/>
          <p:nvPr/>
        </p:nvSpPr>
        <p:spPr>
          <a:xfrm>
            <a:off x="457200" y="1143000"/>
            <a:ext cx="548640" cy="548640"/>
          </a:xfrm>
          <a:prstGeom prst="ellipse">
            <a:avLst/>
          </a:prstGeom>
          <a:solidFill>
            <a:srgbClr val="2196F3"/>
          </a:solidFill>
          <a:ln/>
        </p:spPr>
      </p:sp>
      <p:sp>
        <p:nvSpPr>
          <p:cNvPr id="4" name="Text 2"/>
          <p:cNvSpPr/>
          <p:nvPr/>
        </p:nvSpPr>
        <p:spPr>
          <a:xfrm>
            <a:off x="457200" y="114300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1</a:t>
            </a:r>
            <a:endParaRPr lang="en-US" sz="2200"/>
          </a:p>
        </p:txBody>
      </p:sp>
      <p:sp>
        <p:nvSpPr>
          <p:cNvPr id="5" name="Text 3"/>
          <p:cNvSpPr/>
          <p:nvPr/>
        </p:nvSpPr>
        <p:spPr>
          <a:xfrm>
            <a:off x="1188720" y="109728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DENIAL</a:t>
            </a:r>
            <a:endParaRPr lang="en-US" sz="1800"/>
          </a:p>
        </p:txBody>
      </p:sp>
      <p:sp>
        <p:nvSpPr>
          <p:cNvPr id="6" name="Text 4"/>
          <p:cNvSpPr/>
          <p:nvPr/>
        </p:nvSpPr>
        <p:spPr>
          <a:xfrm>
            <a:off x="1188720" y="1417320"/>
            <a:ext cx="7315200" cy="320040"/>
          </a:xfrm>
          <a:prstGeom prst="rect">
            <a:avLst/>
          </a:prstGeom>
          <a:noFill/>
          <a:ln/>
        </p:spPr>
        <p:txBody>
          <a:bodyPr wrap="square" lIns="0" tIns="0" rIns="0" bIns="0" rtlCol="0" anchor="ctr"/>
          <a:lstStyle/>
          <a:p>
            <a:r>
              <a:rPr lang="en-US" sz="1300" i="1">
                <a:solidFill>
                  <a:srgbClr val="B0BEC5"/>
                </a:solidFill>
                <a:latin typeface="Arial"/>
                <a:ea typeface="Arial" pitchFamily="34" charset="-122"/>
                <a:cs typeface="Arial"/>
              </a:rPr>
              <a:t>"I'll get better,"</a:t>
            </a:r>
            <a:endParaRPr lang="en-US" sz="1300">
              <a:latin typeface="Arial"/>
              <a:cs typeface="Arial"/>
            </a:endParaRPr>
          </a:p>
        </p:txBody>
      </p:sp>
      <p:sp>
        <p:nvSpPr>
          <p:cNvPr id="7" name="Shape 5"/>
          <p:cNvSpPr/>
          <p:nvPr/>
        </p:nvSpPr>
        <p:spPr>
          <a:xfrm>
            <a:off x="457200" y="1920240"/>
            <a:ext cx="548640" cy="548640"/>
          </a:xfrm>
          <a:prstGeom prst="ellipse">
            <a:avLst/>
          </a:prstGeom>
          <a:solidFill>
            <a:srgbClr val="2196F3"/>
          </a:solidFill>
          <a:ln/>
        </p:spPr>
      </p:sp>
      <p:sp>
        <p:nvSpPr>
          <p:cNvPr id="8" name="Text 6"/>
          <p:cNvSpPr/>
          <p:nvPr/>
        </p:nvSpPr>
        <p:spPr>
          <a:xfrm>
            <a:off x="457200" y="192024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2</a:t>
            </a:r>
            <a:endParaRPr lang="en-US" sz="2200"/>
          </a:p>
        </p:txBody>
      </p:sp>
      <p:sp>
        <p:nvSpPr>
          <p:cNvPr id="9" name="Text 7"/>
          <p:cNvSpPr/>
          <p:nvPr/>
        </p:nvSpPr>
        <p:spPr>
          <a:xfrm>
            <a:off x="1188720" y="187452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ANGER</a:t>
            </a:r>
            <a:endParaRPr lang="en-US" sz="1800"/>
          </a:p>
        </p:txBody>
      </p:sp>
      <p:sp>
        <p:nvSpPr>
          <p:cNvPr id="10" name="Text 8"/>
          <p:cNvSpPr/>
          <p:nvPr/>
        </p:nvSpPr>
        <p:spPr>
          <a:xfrm>
            <a:off x="1188720" y="219456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"WHY ARE YOU HITTING IT TOWARDS OUR GOAL"</a:t>
            </a:r>
            <a:endParaRPr lang="en-US" sz="1300"/>
          </a:p>
        </p:txBody>
      </p:sp>
      <p:sp>
        <p:nvSpPr>
          <p:cNvPr id="11" name="Shape 9"/>
          <p:cNvSpPr/>
          <p:nvPr/>
        </p:nvSpPr>
        <p:spPr>
          <a:xfrm>
            <a:off x="457200" y="2697480"/>
            <a:ext cx="548640" cy="548640"/>
          </a:xfrm>
          <a:prstGeom prst="ellipse">
            <a:avLst/>
          </a:prstGeom>
          <a:solidFill>
            <a:srgbClr val="2196F3"/>
          </a:solidFill>
          <a:ln/>
        </p:spPr>
      </p:sp>
      <p:sp>
        <p:nvSpPr>
          <p:cNvPr id="12" name="Text 10"/>
          <p:cNvSpPr/>
          <p:nvPr/>
        </p:nvSpPr>
        <p:spPr>
          <a:xfrm>
            <a:off x="457200" y="269748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3</a:t>
            </a:r>
            <a:endParaRPr lang="en-US" sz="2200"/>
          </a:p>
        </p:txBody>
      </p:sp>
      <p:sp>
        <p:nvSpPr>
          <p:cNvPr id="15" name="Shape 13"/>
          <p:cNvSpPr/>
          <p:nvPr/>
        </p:nvSpPr>
        <p:spPr>
          <a:xfrm>
            <a:off x="457200" y="3474720"/>
            <a:ext cx="548640" cy="548640"/>
          </a:xfrm>
          <a:prstGeom prst="ellipse">
            <a:avLst/>
          </a:prstGeom>
          <a:solidFill>
            <a:srgbClr val="2196F3"/>
          </a:solidFill>
          <a:ln/>
        </p:spPr>
      </p:sp>
      <p:sp>
        <p:nvSpPr>
          <p:cNvPr id="16" name="Text 14"/>
          <p:cNvSpPr/>
          <p:nvPr/>
        </p:nvSpPr>
        <p:spPr>
          <a:xfrm>
            <a:off x="457200" y="347472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4</a:t>
            </a:r>
            <a:endParaRPr lang="en-US" sz="2200"/>
          </a:p>
        </p:txBody>
      </p:sp>
      <p:sp>
        <p:nvSpPr>
          <p:cNvPr id="17" name="Text 15"/>
          <p:cNvSpPr/>
          <p:nvPr/>
        </p:nvSpPr>
        <p:spPr>
          <a:xfrm>
            <a:off x="1188720" y="342900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DEPRESSION</a:t>
            </a:r>
            <a:endParaRPr lang="en-US" sz="1800"/>
          </a:p>
        </p:txBody>
      </p:sp>
      <p:sp>
        <p:nvSpPr>
          <p:cNvPr id="18" name="Text 16"/>
          <p:cNvSpPr/>
          <p:nvPr/>
        </p:nvSpPr>
        <p:spPr>
          <a:xfrm>
            <a:off x="1188720" y="374904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3-game losing streak. Silence in voice chat.</a:t>
            </a:r>
            <a:endParaRPr lang="en-US" sz="1300"/>
          </a:p>
        </p:txBody>
      </p:sp>
      <p:sp>
        <p:nvSpPr>
          <p:cNvPr id="19" name="Shape 17"/>
          <p:cNvSpPr/>
          <p:nvPr/>
        </p:nvSpPr>
        <p:spPr>
          <a:xfrm>
            <a:off x="457200" y="4251960"/>
            <a:ext cx="548640" cy="548640"/>
          </a:xfrm>
          <a:prstGeom prst="ellipse">
            <a:avLst/>
          </a:prstGeom>
          <a:solidFill>
            <a:srgbClr val="FF6D00"/>
          </a:solidFill>
          <a:ln/>
        </p:spPr>
      </p:sp>
      <p:sp>
        <p:nvSpPr>
          <p:cNvPr id="20" name="Text 18"/>
          <p:cNvSpPr/>
          <p:nvPr/>
        </p:nvSpPr>
        <p:spPr>
          <a:xfrm>
            <a:off x="457200" y="425196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5</a:t>
            </a:r>
            <a:endParaRPr lang="en-US" sz="2200"/>
          </a:p>
        </p:txBody>
      </p:sp>
      <p:sp>
        <p:nvSpPr>
          <p:cNvPr id="21" name="Text 19"/>
          <p:cNvSpPr/>
          <p:nvPr/>
        </p:nvSpPr>
        <p:spPr>
          <a:xfrm>
            <a:off x="1188720" y="420624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ACCEPTANCE</a:t>
            </a:r>
            <a:endParaRPr lang="en-US" sz="1800"/>
          </a:p>
        </p:txBody>
      </p:sp>
      <p:sp>
        <p:nvSpPr>
          <p:cNvPr id="22" name="Text 20"/>
          <p:cNvSpPr/>
          <p:nvPr/>
        </p:nvSpPr>
        <p:spPr>
          <a:xfrm>
            <a:off x="1188720" y="452628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"He's getting married. At least that's one W."</a:t>
            </a:r>
            <a:endParaRPr lang="en-US" sz="1300"/>
          </a:p>
        </p:txBody>
      </p:sp>
      <p:pic>
        <p:nvPicPr>
          <p:cNvPr id="23" name="Picture 22">
            <a:extLst>
              <a:ext uri="{FF2B5EF4-FFF2-40B4-BE49-F238E27FC236}">
                <a16:creationId xmlns:a16="http://schemas.microsoft.com/office/drawing/2014/main" id="{9AD4D43D-8D59-A27B-2666-F486CC189803}"/>
              </a:ext>
            </a:extLst>
          </p:cNvPr>
          <p:cNvPicPr>
            <a:picLocks noChangeAspect="1"/>
          </p:cNvPicPr>
          <p:nvPr/>
        </p:nvPicPr>
        <p:blipFill>
          <a:blip r:embed="rId3"/>
          <a:stretch>
            <a:fillRect/>
          </a:stretch>
        </p:blipFill>
        <p:spPr>
          <a:xfrm>
            <a:off x="6378276" y="734785"/>
            <a:ext cx="2216748" cy="39515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HIS GAMEPLAY SUMMARIZED</a:t>
            </a:r>
            <a:endParaRPr lang="en-US" sz="3600"/>
          </a:p>
        </p:txBody>
      </p:sp>
      <p:sp>
        <p:nvSpPr>
          <p:cNvPr id="3" name="Shape 1"/>
          <p:cNvSpPr/>
          <p:nvPr/>
        </p:nvSpPr>
        <p:spPr>
          <a:xfrm>
            <a:off x="1371600" y="1188720"/>
            <a:ext cx="6400800" cy="3200400"/>
          </a:xfrm>
          <a:prstGeom prst="roundRect">
            <a:avLst>
              <a:gd name="adj" fmla="val 4286"/>
            </a:avLst>
          </a:prstGeom>
          <a:solidFill>
            <a:srgbClr val="1A2332"/>
          </a:solidFill>
          <a:ln/>
          <a:effectLst>
            <a:outerShdw blurRad="152400" dist="50800" dir="2700000" algn="bl" rotWithShape="0">
              <a:srgbClr val="000000">
                <a:alpha val="40000"/>
              </a:srgbClr>
            </a:outerShdw>
          </a:effectLst>
        </p:spPr>
      </p:sp>
      <p:sp>
        <p:nvSpPr>
          <p:cNvPr id="4" name="Text 2"/>
          <p:cNvSpPr/>
          <p:nvPr/>
        </p:nvSpPr>
        <p:spPr>
          <a:xfrm>
            <a:off x="1371600" y="1371600"/>
            <a:ext cx="6400800" cy="1097280"/>
          </a:xfrm>
          <a:prstGeom prst="rect">
            <a:avLst/>
          </a:prstGeom>
          <a:noFill/>
          <a:ln/>
        </p:spPr>
        <p:txBody>
          <a:bodyPr wrap="square" lIns="0" tIns="0" rIns="0" bIns="0" rtlCol="0" anchor="ctr"/>
          <a:lstStyle/>
          <a:p>
            <a:pPr marL="0" indent="0" algn="ctr">
              <a:buNone/>
            </a:pPr>
            <a:r>
              <a:rPr lang="en-US" sz="6000">
                <a:solidFill>
                  <a:srgbClr val="000000"/>
                </a:solidFill>
              </a:rPr>
              <a:t>🚗💨</a:t>
            </a:r>
            <a:endParaRPr lang="en-US" sz="6000"/>
          </a:p>
        </p:txBody>
      </p:sp>
      <p:sp>
        <p:nvSpPr>
          <p:cNvPr id="5" name="Text 3"/>
          <p:cNvSpPr/>
          <p:nvPr/>
        </p:nvSpPr>
        <p:spPr>
          <a:xfrm>
            <a:off x="1371600" y="2286000"/>
            <a:ext cx="6400800" cy="914400"/>
          </a:xfrm>
          <a:prstGeom prst="rect">
            <a:avLst/>
          </a:prstGeom>
          <a:noFill/>
          <a:ln/>
        </p:spPr>
        <p:txBody>
          <a:bodyPr wrap="square" lIns="0" tIns="0" rIns="0" bIns="0" rtlCol="0" anchor="ctr"/>
          <a:lstStyle/>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BALL: →</a:t>
            </a:r>
            <a:endParaRPr lang="en-US" sz="3600"/>
          </a:p>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HIM: ←</a:t>
            </a:r>
            <a:endParaRPr lang="en-US" sz="3600"/>
          </a:p>
        </p:txBody>
      </p:sp>
      <p:sp>
        <p:nvSpPr>
          <p:cNvPr id="6" name="Text 4"/>
          <p:cNvSpPr/>
          <p:nvPr/>
        </p:nvSpPr>
        <p:spPr>
          <a:xfrm>
            <a:off x="1371600" y="3291840"/>
            <a:ext cx="6400800" cy="548640"/>
          </a:xfrm>
          <a:prstGeom prst="rect">
            <a:avLst/>
          </a:prstGeom>
          <a:noFill/>
          <a:ln/>
        </p:spPr>
        <p:txBody>
          <a:bodyPr wrap="square" lIns="0" tIns="0" rIns="0" bIns="0" rtlCol="0" anchor="ctr"/>
          <a:lstStyle/>
          <a:p>
            <a:pPr marL="0" indent="0" algn="ctr">
              <a:buNone/>
            </a:pPr>
            <a:r>
              <a:rPr lang="en-US" sz="2000" i="1">
                <a:solidFill>
                  <a:srgbClr val="B0BEC5"/>
                </a:solidFill>
                <a:latin typeface="Arial"/>
                <a:ea typeface="Arial" pitchFamily="34" charset="-122"/>
                <a:cs typeface="Arial"/>
              </a:rPr>
              <a:t>"I </a:t>
            </a:r>
            <a:r>
              <a:rPr lang="en-US" sz="2000" i="1" err="1">
                <a:solidFill>
                  <a:srgbClr val="B0BEC5"/>
                </a:solidFill>
                <a:latin typeface="Arial"/>
                <a:ea typeface="Arial" pitchFamily="34" charset="-122"/>
                <a:cs typeface="Arial"/>
              </a:rPr>
              <a:t>nee</a:t>
            </a:r>
            <a:r>
              <a:rPr lang="en-US" sz="2000" i="1">
                <a:solidFill>
                  <a:srgbClr val="B0BEC5"/>
                </a:solidFill>
                <a:latin typeface="Arial"/>
                <a:ea typeface="Arial" pitchFamily="34" charset="-122"/>
                <a:cs typeface="Arial"/>
              </a:rPr>
              <a:t>d boost"</a:t>
            </a:r>
            <a:endParaRPr lang="en-US" sz="2000">
              <a:latin typeface="Arial"/>
              <a:cs typeface="Arial"/>
            </a:endParaRPr>
          </a:p>
        </p:txBody>
      </p:sp>
      <p:sp>
        <p:nvSpPr>
          <p:cNvPr id="7" name="Text 5"/>
          <p:cNvSpPr/>
          <p:nvPr/>
        </p:nvSpPr>
        <p:spPr>
          <a:xfrm>
            <a:off x="1371600" y="3794760"/>
            <a:ext cx="6400800" cy="457200"/>
          </a:xfrm>
          <a:prstGeom prst="rect">
            <a:avLst/>
          </a:prstGeom>
          <a:noFill/>
          <a:ln/>
        </p:spPr>
        <p:txBody>
          <a:bodyPr wrap="square" lIns="0" tIns="0" rIns="0" bIns="0" rtlCol="0" anchor="ctr"/>
          <a:lstStyle/>
          <a:p>
            <a:pPr marL="0" indent="0" algn="ctr">
              <a:buNone/>
            </a:pPr>
            <a:r>
              <a:rPr lang="en-US" sz="1400" i="1">
                <a:solidFill>
                  <a:srgbClr val="00BCD4"/>
                </a:solidFill>
                <a:latin typeface="Arial"/>
                <a:ea typeface="Arial" pitchFamily="34" charset="-122"/>
                <a:cs typeface="Arial"/>
              </a:rPr>
              <a:t> He did not need boost.</a:t>
            </a:r>
            <a:endParaRPr lang="en-US" sz="140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400" b="1">
                <a:solidFill>
                  <a:srgbClr val="FF6D00"/>
                </a:solidFill>
                <a:latin typeface="Arial" pitchFamily="34" charset="0"/>
                <a:ea typeface="Arial" pitchFamily="34" charset="-122"/>
                <a:cs typeface="Arial" pitchFamily="34" charset="-120"/>
              </a:rPr>
              <a:t>OFFICIAL SCOUTING REPORT</a:t>
            </a:r>
            <a:endParaRPr lang="en-US" sz="3400"/>
          </a:p>
        </p:txBody>
      </p:sp>
      <p:sp>
        <p:nvSpPr>
          <p:cNvPr id="3" name="Text 1"/>
          <p:cNvSpPr/>
          <p:nvPr/>
        </p:nvSpPr>
        <p:spPr>
          <a:xfrm>
            <a:off x="457200" y="109728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Speed</a:t>
            </a:r>
            <a:endParaRPr lang="en-US" sz="1300"/>
          </a:p>
        </p:txBody>
      </p:sp>
      <p:sp>
        <p:nvSpPr>
          <p:cNvPr id="4" name="Shape 2"/>
          <p:cNvSpPr/>
          <p:nvPr/>
        </p:nvSpPr>
        <p:spPr>
          <a:xfrm>
            <a:off x="3200400" y="1143000"/>
            <a:ext cx="5029200" cy="292608"/>
          </a:xfrm>
          <a:prstGeom prst="roundRect">
            <a:avLst>
              <a:gd name="adj" fmla="val 12500"/>
            </a:avLst>
          </a:prstGeom>
          <a:solidFill>
            <a:srgbClr val="2A3A4E"/>
          </a:solidFill>
          <a:ln/>
        </p:spPr>
      </p:sp>
      <p:sp>
        <p:nvSpPr>
          <p:cNvPr id="5" name="Shape 3"/>
          <p:cNvSpPr/>
          <p:nvPr/>
        </p:nvSpPr>
        <p:spPr>
          <a:xfrm>
            <a:off x="3200400" y="1143000"/>
            <a:ext cx="4274820" cy="292608"/>
          </a:xfrm>
          <a:prstGeom prst="roundRect">
            <a:avLst>
              <a:gd name="adj" fmla="val 12500"/>
            </a:avLst>
          </a:prstGeom>
          <a:solidFill>
            <a:srgbClr val="2196F3"/>
          </a:solidFill>
          <a:ln/>
        </p:spPr>
      </p:sp>
      <p:sp>
        <p:nvSpPr>
          <p:cNvPr id="6" name="Text 4"/>
          <p:cNvSpPr/>
          <p:nvPr/>
        </p:nvSpPr>
        <p:spPr>
          <a:xfrm>
            <a:off x="3200400" y="1143000"/>
            <a:ext cx="427482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85%</a:t>
            </a:r>
            <a:endParaRPr lang="en-US" sz="1000"/>
          </a:p>
        </p:txBody>
      </p:sp>
      <p:sp>
        <p:nvSpPr>
          <p:cNvPr id="7" name="Text 5"/>
          <p:cNvSpPr/>
          <p:nvPr/>
        </p:nvSpPr>
        <p:spPr>
          <a:xfrm>
            <a:off x="457200" y="157276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8" name="Shape 6"/>
          <p:cNvSpPr/>
          <p:nvPr/>
        </p:nvSpPr>
        <p:spPr>
          <a:xfrm>
            <a:off x="3200400" y="1618488"/>
            <a:ext cx="5029200" cy="292608"/>
          </a:xfrm>
          <a:prstGeom prst="roundRect">
            <a:avLst>
              <a:gd name="adj" fmla="val 12500"/>
            </a:avLst>
          </a:prstGeom>
          <a:solidFill>
            <a:srgbClr val="2A3A4E"/>
          </a:solidFill>
          <a:ln/>
        </p:spPr>
      </p:sp>
      <p:sp>
        <p:nvSpPr>
          <p:cNvPr id="9" name="Shape 7"/>
          <p:cNvSpPr/>
          <p:nvPr/>
        </p:nvSpPr>
        <p:spPr>
          <a:xfrm>
            <a:off x="3200400" y="1618488"/>
            <a:ext cx="402336" cy="292608"/>
          </a:xfrm>
          <a:prstGeom prst="roundRect">
            <a:avLst>
              <a:gd name="adj" fmla="val 12500"/>
            </a:avLst>
          </a:prstGeom>
          <a:solidFill>
            <a:srgbClr val="2196F3"/>
          </a:solidFill>
          <a:ln/>
        </p:spPr>
      </p:sp>
      <p:sp>
        <p:nvSpPr>
          <p:cNvPr id="10" name="Text 8"/>
          <p:cNvSpPr/>
          <p:nvPr/>
        </p:nvSpPr>
        <p:spPr>
          <a:xfrm>
            <a:off x="3200400" y="161848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a:t>
            </a:r>
            <a:endParaRPr lang="en-US" sz="1000"/>
          </a:p>
        </p:txBody>
      </p:sp>
      <p:sp>
        <p:nvSpPr>
          <p:cNvPr id="11" name="Text 9"/>
          <p:cNvSpPr/>
          <p:nvPr/>
        </p:nvSpPr>
        <p:spPr>
          <a:xfrm>
            <a:off x="457200" y="204825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Ball Chasing</a:t>
            </a:r>
            <a:endParaRPr lang="en-US" sz="1300"/>
          </a:p>
        </p:txBody>
      </p:sp>
      <p:sp>
        <p:nvSpPr>
          <p:cNvPr id="12" name="Shape 10"/>
          <p:cNvSpPr/>
          <p:nvPr/>
        </p:nvSpPr>
        <p:spPr>
          <a:xfrm>
            <a:off x="3200400" y="2093976"/>
            <a:ext cx="5029200" cy="292608"/>
          </a:xfrm>
          <a:prstGeom prst="roundRect">
            <a:avLst>
              <a:gd name="adj" fmla="val 12500"/>
            </a:avLst>
          </a:prstGeom>
          <a:solidFill>
            <a:srgbClr val="2A3A4E"/>
          </a:solidFill>
          <a:ln/>
        </p:spPr>
      </p:sp>
      <p:sp>
        <p:nvSpPr>
          <p:cNvPr id="13" name="Shape 11"/>
          <p:cNvSpPr/>
          <p:nvPr/>
        </p:nvSpPr>
        <p:spPr>
          <a:xfrm>
            <a:off x="3200400" y="2093976"/>
            <a:ext cx="4978908" cy="292608"/>
          </a:xfrm>
          <a:prstGeom prst="roundRect">
            <a:avLst>
              <a:gd name="adj" fmla="val 12500"/>
            </a:avLst>
          </a:prstGeom>
          <a:solidFill>
            <a:srgbClr val="FF6D00"/>
          </a:solidFill>
          <a:ln/>
        </p:spPr>
      </p:sp>
      <p:sp>
        <p:nvSpPr>
          <p:cNvPr id="14" name="Text 12"/>
          <p:cNvSpPr/>
          <p:nvPr/>
        </p:nvSpPr>
        <p:spPr>
          <a:xfrm>
            <a:off x="3200400" y="2093976"/>
            <a:ext cx="4978908"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99%</a:t>
            </a:r>
            <a:endParaRPr lang="en-US" sz="1000"/>
          </a:p>
        </p:txBody>
      </p:sp>
      <p:sp>
        <p:nvSpPr>
          <p:cNvPr id="15" name="Text 13"/>
          <p:cNvSpPr/>
          <p:nvPr/>
        </p:nvSpPr>
        <p:spPr>
          <a:xfrm>
            <a:off x="457200" y="2523744"/>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Rotation</a:t>
            </a:r>
            <a:endParaRPr lang="en-US" sz="1300"/>
          </a:p>
        </p:txBody>
      </p:sp>
      <p:sp>
        <p:nvSpPr>
          <p:cNvPr id="16" name="Shape 14"/>
          <p:cNvSpPr/>
          <p:nvPr/>
        </p:nvSpPr>
        <p:spPr>
          <a:xfrm>
            <a:off x="3200400" y="2569464"/>
            <a:ext cx="5029200" cy="292608"/>
          </a:xfrm>
          <a:prstGeom prst="roundRect">
            <a:avLst>
              <a:gd name="adj" fmla="val 12500"/>
            </a:avLst>
          </a:prstGeom>
          <a:solidFill>
            <a:srgbClr val="2A3A4E"/>
          </a:solidFill>
          <a:ln/>
        </p:spPr>
      </p:sp>
      <p:sp>
        <p:nvSpPr>
          <p:cNvPr id="17" name="Shape 15"/>
          <p:cNvSpPr/>
          <p:nvPr/>
        </p:nvSpPr>
        <p:spPr>
          <a:xfrm>
            <a:off x="3200400" y="2569464"/>
            <a:ext cx="251460" cy="292608"/>
          </a:xfrm>
          <a:prstGeom prst="roundRect">
            <a:avLst>
              <a:gd name="adj" fmla="val 14545"/>
            </a:avLst>
          </a:prstGeom>
          <a:solidFill>
            <a:srgbClr val="2196F3"/>
          </a:solidFill>
          <a:ln/>
        </p:spPr>
      </p:sp>
      <p:sp>
        <p:nvSpPr>
          <p:cNvPr id="18" name="Text 16"/>
          <p:cNvSpPr/>
          <p:nvPr/>
        </p:nvSpPr>
        <p:spPr>
          <a:xfrm>
            <a:off x="3200400" y="2569464"/>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5%</a:t>
            </a:r>
            <a:endParaRPr lang="en-US" sz="1000"/>
          </a:p>
        </p:txBody>
      </p:sp>
      <p:sp>
        <p:nvSpPr>
          <p:cNvPr id="19" name="Text 17"/>
          <p:cNvSpPr/>
          <p:nvPr/>
        </p:nvSpPr>
        <p:spPr>
          <a:xfrm>
            <a:off x="457200" y="2999232"/>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Toxicity</a:t>
            </a:r>
            <a:endParaRPr lang="en-US" sz="1300"/>
          </a:p>
        </p:txBody>
      </p:sp>
      <p:sp>
        <p:nvSpPr>
          <p:cNvPr id="20" name="Shape 18"/>
          <p:cNvSpPr/>
          <p:nvPr/>
        </p:nvSpPr>
        <p:spPr>
          <a:xfrm>
            <a:off x="3200400" y="3044952"/>
            <a:ext cx="5029200" cy="292608"/>
          </a:xfrm>
          <a:prstGeom prst="roundRect">
            <a:avLst>
              <a:gd name="adj" fmla="val 12500"/>
            </a:avLst>
          </a:prstGeom>
          <a:solidFill>
            <a:srgbClr val="2A3A4E"/>
          </a:solidFill>
          <a:ln/>
        </p:spPr>
      </p:sp>
      <p:sp>
        <p:nvSpPr>
          <p:cNvPr id="21" name="Shape 19"/>
          <p:cNvSpPr/>
          <p:nvPr/>
        </p:nvSpPr>
        <p:spPr>
          <a:xfrm>
            <a:off x="3200400" y="3044952"/>
            <a:ext cx="4626864" cy="292608"/>
          </a:xfrm>
          <a:prstGeom prst="roundRect">
            <a:avLst>
              <a:gd name="adj" fmla="val 12500"/>
            </a:avLst>
          </a:prstGeom>
          <a:solidFill>
            <a:srgbClr val="FF6D00"/>
          </a:solidFill>
          <a:ln/>
        </p:spPr>
      </p:sp>
      <p:sp>
        <p:nvSpPr>
          <p:cNvPr id="22" name="Text 20"/>
          <p:cNvSpPr/>
          <p:nvPr/>
        </p:nvSpPr>
        <p:spPr>
          <a:xfrm>
            <a:off x="3200400" y="3044952"/>
            <a:ext cx="462686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92%</a:t>
            </a:r>
            <a:endParaRPr lang="en-US" sz="1000"/>
          </a:p>
        </p:txBody>
      </p:sp>
      <p:sp>
        <p:nvSpPr>
          <p:cNvPr id="23" name="Text 21"/>
          <p:cNvSpPr/>
          <p:nvPr/>
        </p:nvSpPr>
        <p:spPr>
          <a:xfrm>
            <a:off x="457200" y="347472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Blaming Teammates</a:t>
            </a:r>
            <a:endParaRPr lang="en-US" sz="1300"/>
          </a:p>
        </p:txBody>
      </p:sp>
      <p:sp>
        <p:nvSpPr>
          <p:cNvPr id="24" name="Shape 22"/>
          <p:cNvSpPr/>
          <p:nvPr/>
        </p:nvSpPr>
        <p:spPr>
          <a:xfrm>
            <a:off x="3200400" y="3520440"/>
            <a:ext cx="5029200" cy="292608"/>
          </a:xfrm>
          <a:prstGeom prst="roundRect">
            <a:avLst>
              <a:gd name="adj" fmla="val 12500"/>
            </a:avLst>
          </a:prstGeom>
          <a:solidFill>
            <a:srgbClr val="2A3A4E"/>
          </a:solidFill>
          <a:ln/>
        </p:spPr>
      </p:sp>
      <p:sp>
        <p:nvSpPr>
          <p:cNvPr id="25" name="Shape 23"/>
          <p:cNvSpPr/>
          <p:nvPr/>
        </p:nvSpPr>
        <p:spPr>
          <a:xfrm>
            <a:off x="3200400" y="3520440"/>
            <a:ext cx="4878324" cy="292608"/>
          </a:xfrm>
          <a:prstGeom prst="roundRect">
            <a:avLst>
              <a:gd name="adj" fmla="val 12500"/>
            </a:avLst>
          </a:prstGeom>
          <a:solidFill>
            <a:srgbClr val="FF6D00"/>
          </a:solidFill>
          <a:ln/>
        </p:spPr>
      </p:sp>
      <p:sp>
        <p:nvSpPr>
          <p:cNvPr id="26" name="Text 24"/>
          <p:cNvSpPr/>
          <p:nvPr/>
        </p:nvSpPr>
        <p:spPr>
          <a:xfrm>
            <a:off x="3200400" y="3520440"/>
            <a:ext cx="487832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97%</a:t>
            </a:r>
            <a:endParaRPr lang="en-US" sz="1000"/>
          </a:p>
        </p:txBody>
      </p:sp>
      <p:sp>
        <p:nvSpPr>
          <p:cNvPr id="27" name="Text 25"/>
          <p:cNvSpPr/>
          <p:nvPr/>
        </p:nvSpPr>
        <p:spPr>
          <a:xfrm>
            <a:off x="457200" y="395020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Actual Skill</a:t>
            </a:r>
            <a:endParaRPr lang="en-US" sz="1300"/>
          </a:p>
        </p:txBody>
      </p:sp>
      <p:sp>
        <p:nvSpPr>
          <p:cNvPr id="28" name="Shape 26"/>
          <p:cNvSpPr/>
          <p:nvPr/>
        </p:nvSpPr>
        <p:spPr>
          <a:xfrm>
            <a:off x="3200400" y="3995928"/>
            <a:ext cx="5029200" cy="292608"/>
          </a:xfrm>
          <a:prstGeom prst="roundRect">
            <a:avLst>
              <a:gd name="adj" fmla="val 12500"/>
            </a:avLst>
          </a:prstGeom>
          <a:solidFill>
            <a:srgbClr val="2A3A4E"/>
          </a:solidFill>
          <a:ln/>
        </p:spPr>
      </p:sp>
      <p:sp>
        <p:nvSpPr>
          <p:cNvPr id="29" name="Shape 27"/>
          <p:cNvSpPr/>
          <p:nvPr/>
        </p:nvSpPr>
        <p:spPr>
          <a:xfrm>
            <a:off x="3200400" y="3995928"/>
            <a:ext cx="182880" cy="292608"/>
          </a:xfrm>
          <a:prstGeom prst="roundRect">
            <a:avLst>
              <a:gd name="adj" fmla="val 20000"/>
            </a:avLst>
          </a:prstGeom>
          <a:solidFill>
            <a:srgbClr val="2196F3"/>
          </a:solidFill>
          <a:ln/>
        </p:spPr>
      </p:sp>
      <p:sp>
        <p:nvSpPr>
          <p:cNvPr id="30" name="Text 28"/>
          <p:cNvSpPr/>
          <p:nvPr/>
        </p:nvSpPr>
        <p:spPr>
          <a:xfrm>
            <a:off x="3200400" y="399592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3%</a:t>
            </a:r>
            <a:endParaRPr lang="en-US" sz="1000"/>
          </a:p>
        </p:txBody>
      </p:sp>
      <p:sp>
        <p:nvSpPr>
          <p:cNvPr id="31" name="Text 29"/>
          <p:cNvSpPr/>
          <p:nvPr/>
        </p:nvSpPr>
        <p:spPr>
          <a:xfrm>
            <a:off x="457200" y="442569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Heart &amp; Passion</a:t>
            </a:r>
            <a:endParaRPr lang="en-US" sz="1300"/>
          </a:p>
        </p:txBody>
      </p:sp>
      <p:sp>
        <p:nvSpPr>
          <p:cNvPr id="32" name="Shape 30"/>
          <p:cNvSpPr/>
          <p:nvPr/>
        </p:nvSpPr>
        <p:spPr>
          <a:xfrm>
            <a:off x="3200400" y="4471416"/>
            <a:ext cx="5029200" cy="292608"/>
          </a:xfrm>
          <a:prstGeom prst="roundRect">
            <a:avLst>
              <a:gd name="adj" fmla="val 12500"/>
            </a:avLst>
          </a:prstGeom>
          <a:solidFill>
            <a:srgbClr val="2A3A4E"/>
          </a:solidFill>
          <a:ln/>
        </p:spPr>
      </p:sp>
      <p:sp>
        <p:nvSpPr>
          <p:cNvPr id="33" name="Shape 31"/>
          <p:cNvSpPr/>
          <p:nvPr/>
        </p:nvSpPr>
        <p:spPr>
          <a:xfrm>
            <a:off x="3200400" y="4471416"/>
            <a:ext cx="5029200" cy="292608"/>
          </a:xfrm>
          <a:prstGeom prst="roundRect">
            <a:avLst>
              <a:gd name="adj" fmla="val 12500"/>
            </a:avLst>
          </a:prstGeom>
          <a:solidFill>
            <a:srgbClr val="00BCD4"/>
          </a:solidFill>
          <a:ln/>
        </p:spPr>
      </p:sp>
      <p:sp>
        <p:nvSpPr>
          <p:cNvPr id="34" name="Text 32"/>
          <p:cNvSpPr/>
          <p:nvPr/>
        </p:nvSpPr>
        <p:spPr>
          <a:xfrm>
            <a:off x="3200400" y="4471416"/>
            <a:ext cx="502920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100%</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914400" y="-914400"/>
            <a:ext cx="3200400" cy="3200400"/>
          </a:xfrm>
          <a:prstGeom prst="ellipse">
            <a:avLst/>
          </a:prstGeom>
          <a:solidFill>
            <a:srgbClr val="FF6D00">
              <a:alpha val="15000"/>
            </a:srgbClr>
          </a:solidFill>
          <a:ln/>
        </p:spPr>
      </p:sp>
      <p:sp>
        <p:nvSpPr>
          <p:cNvPr id="3" name="Shape 1"/>
          <p:cNvSpPr/>
          <p:nvPr/>
        </p:nvSpPr>
        <p:spPr>
          <a:xfrm>
            <a:off x="6585857" y="3167743"/>
            <a:ext cx="3657600" cy="3657600"/>
          </a:xfrm>
          <a:prstGeom prst="ellipse">
            <a:avLst/>
          </a:prstGeom>
          <a:solidFill>
            <a:srgbClr val="2196F3">
              <a:alpha val="15000"/>
            </a:srgbClr>
          </a:solidFill>
          <a:ln/>
        </p:spPr>
      </p:sp>
      <p:sp>
        <p:nvSpPr>
          <p:cNvPr id="4" name="Text 2"/>
          <p:cNvSpPr/>
          <p:nvPr/>
        </p:nvSpPr>
        <p:spPr>
          <a:xfrm>
            <a:off x="457200" y="731520"/>
            <a:ext cx="8229600" cy="1645920"/>
          </a:xfrm>
          <a:prstGeom prst="rect">
            <a:avLst/>
          </a:prstGeom>
          <a:noFill/>
          <a:ln/>
        </p:spPr>
        <p:txBody>
          <a:bodyPr wrap="square" lIns="0" tIns="0" rIns="0" bIns="0" rtlCol="0" anchor="ctr"/>
          <a:lstStyle/>
          <a:p>
            <a:pPr marL="0" indent="0" algn="ctr">
              <a:lnSpc>
                <a:spcPct val="110000"/>
              </a:lnSpc>
              <a:buNone/>
            </a:pPr>
            <a:r>
              <a:rPr lang="en-US" sz="5200" b="1">
                <a:solidFill>
                  <a:srgbClr val="FF6D00"/>
                </a:solidFill>
                <a:latin typeface="Arial" pitchFamily="34" charset="0"/>
                <a:ea typeface="Arial" pitchFamily="34" charset="-122"/>
                <a:cs typeface="Arial" pitchFamily="34" charset="-120"/>
              </a:rPr>
              <a:t>CONGRATS</a:t>
            </a:r>
            <a:endParaRPr lang="en-US" sz="5200"/>
          </a:p>
          <a:p>
            <a:pPr marL="0" indent="0" algn="ctr">
              <a:lnSpc>
                <a:spcPct val="110000"/>
              </a:lnSpc>
              <a:buNone/>
            </a:pPr>
            <a:r>
              <a:rPr lang="en-US" sz="5200" b="1">
                <a:solidFill>
                  <a:srgbClr val="FF6D00"/>
                </a:solidFill>
                <a:latin typeface="Arial"/>
                <a:cs typeface="Arial"/>
              </a:rPr>
              <a:t>!</a:t>
            </a:r>
            <a:endParaRPr lang="en-US" sz="5200"/>
          </a:p>
        </p:txBody>
      </p:sp>
      <p:sp>
        <p:nvSpPr>
          <p:cNvPr id="7" name="Text 5"/>
          <p:cNvSpPr/>
          <p:nvPr/>
        </p:nvSpPr>
        <p:spPr>
          <a:xfrm>
            <a:off x="914400" y="4389120"/>
            <a:ext cx="7315200" cy="365760"/>
          </a:xfrm>
          <a:prstGeom prst="rect">
            <a:avLst/>
          </a:prstGeom>
          <a:noFill/>
          <a:ln/>
        </p:spPr>
        <p:txBody>
          <a:bodyPr wrap="square" lIns="0" tIns="0" rIns="0" bIns="0" rtlCol="0" anchor="ctr"/>
          <a:lstStyle/>
          <a:p>
            <a:pPr marL="0" indent="0" algn="ctr">
              <a:buNone/>
            </a:pPr>
            <a:r>
              <a:rPr lang="en-US" sz="1200">
                <a:solidFill>
                  <a:srgbClr val="B0BEC5"/>
                </a:solidFill>
                <a:latin typeface="Courier New" pitchFamily="34" charset="0"/>
                <a:ea typeface="Courier New" pitchFamily="34" charset="-122"/>
                <a:cs typeface="Courier New" pitchFamily="34" charset="-120"/>
              </a:rPr>
              <a:t>Chat disabled for 3 seconds.</a:t>
            </a:r>
            <a:endParaRPr lang="en-US" sz="1200"/>
          </a:p>
        </p:txBody>
      </p:sp>
      <p:pic>
        <p:nvPicPr>
          <p:cNvPr id="8" name="Picture 7" descr="180+ Funny Rocket League Team Names: Ultimate LOL-Packed List">
            <a:extLst>
              <a:ext uri="{FF2B5EF4-FFF2-40B4-BE49-F238E27FC236}">
                <a16:creationId xmlns:a16="http://schemas.microsoft.com/office/drawing/2014/main" id="{8BCCE818-BE60-A806-4048-47138F54C5AD}"/>
              </a:ext>
            </a:extLst>
          </p:cNvPr>
          <p:cNvPicPr>
            <a:picLocks noChangeAspect="1"/>
          </p:cNvPicPr>
          <p:nvPr/>
        </p:nvPicPr>
        <p:blipFill>
          <a:blip r:embed="rId3"/>
          <a:stretch>
            <a:fillRect/>
          </a:stretch>
        </p:blipFill>
        <p:spPr>
          <a:xfrm rot="19620000">
            <a:off x="4931909" y="969508"/>
            <a:ext cx="4423683" cy="2632983"/>
          </a:xfrm>
          <a:prstGeom prst="rect">
            <a:avLst/>
          </a:prstGeom>
        </p:spPr>
      </p:pic>
      <p:pic>
        <p:nvPicPr>
          <p:cNvPr id="9" name="Picture 8">
            <a:extLst>
              <a:ext uri="{FF2B5EF4-FFF2-40B4-BE49-F238E27FC236}">
                <a16:creationId xmlns:a16="http://schemas.microsoft.com/office/drawing/2014/main" id="{B046E66C-9D86-58C4-3265-EF159339EACB}"/>
              </a:ext>
            </a:extLst>
          </p:cNvPr>
          <p:cNvPicPr>
            <a:picLocks noChangeAspect="1"/>
          </p:cNvPicPr>
          <p:nvPr/>
        </p:nvPicPr>
        <p:blipFill>
          <a:blip r:embed="rId4"/>
          <a:stretch>
            <a:fillRect/>
          </a:stretch>
        </p:blipFill>
        <p:spPr>
          <a:xfrm rot="1920000">
            <a:off x="1457934" y="1480457"/>
            <a:ext cx="1895619" cy="3374572"/>
          </a:xfrm>
          <a:prstGeom prst="rect">
            <a:avLst/>
          </a:prstGeom>
        </p:spPr>
      </p:pic>
      <p:pic>
        <p:nvPicPr>
          <p:cNvPr id="10" name="Picture 9">
            <a:extLst>
              <a:ext uri="{FF2B5EF4-FFF2-40B4-BE49-F238E27FC236}">
                <a16:creationId xmlns:a16="http://schemas.microsoft.com/office/drawing/2014/main" id="{4EA01A8A-1B06-6839-EC9B-A0ABAF03D171}"/>
              </a:ext>
            </a:extLst>
          </p:cNvPr>
          <p:cNvPicPr>
            <a:picLocks noChangeAspect="1"/>
          </p:cNvPicPr>
          <p:nvPr/>
        </p:nvPicPr>
        <p:blipFill>
          <a:blip r:embed="rId5"/>
          <a:stretch>
            <a:fillRect/>
          </a:stretch>
        </p:blipFill>
        <p:spPr>
          <a:xfrm>
            <a:off x="3812041" y="2758848"/>
            <a:ext cx="1051833" cy="153624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Coen Heinrich</cp:lastModifiedBy>
  <cp:revision>2</cp:revision>
  <dcterms:created xsi:type="dcterms:W3CDTF">2026-07-22T15:34:09Z</dcterms:created>
  <dcterms:modified xsi:type="dcterms:W3CDTF">2026-07-24T02:16:45Z</dcterms:modified>
</cp:coreProperties>
</file>