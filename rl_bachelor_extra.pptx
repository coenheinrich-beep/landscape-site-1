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wav" ContentType="audio/wav"/>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99" Type="http://schemas.openxmlformats.org/officeDocument/2006/relationships/audio" Target="../media/audio1.wav"/></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pic>
        <p:nvPicPr>
          <p:cNvPr id="99" name="background_audio">
            <a:hlinkClick r:id="rId99" action="ppaction://media"/>
          </p:cNvPr>
          <p:cNvPicPr>
            <a:picLocks noRot="1" noChangeAspect="1" noMove="1" noResize="1" noSelect="1" noCrop="1" noGrp="1"/>
          </p:cNvPicPr>
          <p:nvPr>
            <p:cNvMediaPr>
              <a:audioFile r:link="rId99"/>
            </p:cNvMediaPr>
          </p:nvPr>
        </p:nvPicPr>
        <p:blipFill>
          <a:blip r:embed="rId99"/>
          <a:stretch>
            <a:fillRect/>
          </a:stretch>
        </p:blipFill>
        <p:spPr>
          <a:xfrm>
            <a:off x="-914400" y="-914400"/>
            <a:ext cx="457200" cy="457200"/>
          </a:xfrm>
          <a:prstGeom prst="rect">
            <a:avLst/>
          </a:prstGeom>
        </p:spPr>
      </p:pic>
    </p:spTree>
  </p:cSld>
  <p:clrMapOvr>
    <a:masterClrMapping/>
  </p:clrMapOvr>
  <p:transition spd="med">
    <p:zoom dir="in"/>
  </p:transition>
  <p:timing>
    <p:tnLst>
      <p:par>
        <p:cTn id="1" dur="indefinite" restart="whenNotActive" nodeType="tmRoot">
          <p:childTnLst>
            <p:par>
              <p:cTn id="5" fill="hold">
                <p:stCondLst>
                  <p:cond delay="0"/>
                </p:stCondLst>
                <p:childTnLst>
                  <p:par>
                    <p:cTn id="900" fill="hold" nodeType="withEffect">
                      <p:stCondLst>
                        <p:cond delay="0"/>
                      </p:stCondLst>
                      <p:childTnLst>
                        <p:audio isNarration="0">
                          <p:cMediaNode vol="80000" mute="0" numSld="9" showWhenStopped="0">
                            <p:cTn id="901" fill="hold" nodeType="withEffect"/>
                            <p:tgtEl>
                              <p:spTgt spid="99"/>
                            </p:tgtEl>
                          </p:cMediaNode>
                        </p:audio>
                      </p:childTnLst>
                    </p:cTn>
                  </p:par>
                </p:childTnLst>
              </p:cTn>
            </p:par>
            <p:par>
              <p:cTn id="2" fill="hold">
                <p:stCondLst>
                  <p:cond delay="3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zoom(inCenter)">
                          <p:cBhvr>
                            <p:cTn id="12" dur="700"/>
                            <p:tgtEl>
                              <p:spTgt spid="2"/>
                            </p:tgtEl>
                          </p:cBhvr>
                        </p:animEffect>
                      </p:childTnLst>
                    </p:cTn>
                  </p:par>
                  <p:par>
                    <p:cTn id="13" presetID="26" presetClass="emph" presetSubtype="0" fill="hold" grpId="100" nodeType="afterEffect">
                      <p:stCondLst>
                        <p:cond delay="8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120"/>
                      </p:stCondLst>
                      <p:childTnLst>
                        <p:set>
                          <p:cBhvr>
                            <p:cTn id="17" dur="1" fill="hold"/>
                            <p:tgtEl>
                              <p:spTgt spid="3"/>
                            </p:tgtEl>
                            <p:attrNameLst>
                              <p:attrName>style.visibility</p:attrName>
                            </p:attrNameLst>
                          </p:cBhvr>
                          <p:to>
                            <p:strVal val="visible"/>
                          </p:to>
                        </p:set>
                        <p:animEffect transition="in" filter="fade">
                          <p:cBhvr>
                            <p:cTn id="18" dur="700"/>
                            <p:tgtEl>
                              <p:spTgt spid="3"/>
                            </p:tgtEl>
                          </p:cBhvr>
                        </p:animEffect>
                      </p:childTnLst>
                    </p:cTn>
                  </p:par>
                  <p:par>
                    <p:cTn id="19" presetID="10" presetClass="entr" presetSubtype="0" fill="hold" grpId="2" nodeType="withEffect">
                      <p:stCondLst>
                        <p:cond delay="240"/>
                      </p:stCondLst>
                      <p:childTnLst>
                        <p:set>
                          <p:cBhvr>
                            <p:cTn id="20" dur="1" fill="hold"/>
                            <p:tgtEl>
                              <p:spTgt spid="4"/>
                            </p:tgtEl>
                            <p:attrNameLst>
                              <p:attrName>style.visibility</p:attrName>
                            </p:attrNameLst>
                          </p:cBhvr>
                          <p:to>
                            <p:strVal val="visible"/>
                          </p:to>
                        </p:set>
                        <p:animEffect transition="in" filter="zoom(inCenter)">
                          <p:cBhvr>
                            <p:cTn id="21" dur="700"/>
                            <p:tgtEl>
                              <p:spTgt spid="4"/>
                            </p:tgtEl>
                          </p:cBhvr>
                        </p:animEffect>
                      </p:childTnLst>
                    </p:cTn>
                  </p:par>
                  <p:par>
                    <p:cTn id="22" presetID="26" presetClass="emph" presetSubtype="0" fill="hold" grpId="102" nodeType="afterEffect">
                      <p:stCondLst>
                        <p:cond delay="1040"/>
                      </p:stCondLst>
                      <p:childTnLst>
                        <p:animScale>
                          <p:by x="115000" y="115000"/>
                          <p:cBhvr autoRev="1">
                            <p:cTn id="23" dur="200" autoRev="1"/>
                            <p:tgtEl>
                              <p:spTgt spid="4"/>
                            </p:tgtEl>
                          </p:cBhvr>
                        </p:animScale>
                      </p:childTnLst>
                    </p:cTn>
                  </p:par>
                  <p:par>
                    <p:cTn id="25" presetID="10" presetClass="entr" presetSubtype="0" fill="hold" grpId="3" nodeType="withEffect">
                      <p:stCondLst>
                        <p:cond delay="360"/>
                      </p:stCondLst>
                      <p:childTnLst>
                        <p:set>
                          <p:cBhvr>
                            <p:cTn id="26" dur="1" fill="hold"/>
                            <p:tgtEl>
                              <p:spTgt spid="5"/>
                            </p:tgtEl>
                            <p:attrNameLst>
                              <p:attrName>style.visibility</p:attrName>
                            </p:attrNameLst>
                          </p:cBhvr>
                          <p:to>
                            <p:strVal val="visible"/>
                          </p:to>
                        </p:set>
                        <p:animEffect transition="in" filter="fade">
                          <p:cBhvr>
                            <p:cTn id="27" dur="700"/>
                            <p:tgtEl>
                              <p:spTgt spid="5"/>
                            </p:tgtEl>
                          </p:cBhvr>
                        </p:animEffect>
                      </p:childTnLst>
                    </p:cTn>
                  </p:par>
                  <p:par>
                    <p:cTn id="28" presetID="10" presetClass="entr" presetSubtype="0" fill="hold" grpId="4" nodeType="withEffect">
                      <p:stCondLst>
                        <p:cond delay="480"/>
                      </p:stCondLst>
                      <p:childTnLst>
                        <p:set>
                          <p:cBhvr>
                            <p:cTn id="29" dur="1" fill="hold"/>
                            <p:tgtEl>
                              <p:spTgt spid="6"/>
                            </p:tgtEl>
                            <p:attrNameLst>
                              <p:attrName>style.visibility</p:attrName>
                            </p:attrNameLst>
                          </p:cBhvr>
                          <p:to>
                            <p:strVal val="visible"/>
                          </p:to>
                        </p:set>
                        <p:animEffect transition="in" filter="zoom(inCenter)">
                          <p:cBhvr>
                            <p:cTn id="30" dur="700"/>
                            <p:tgtEl>
                              <p:spTgt spid="6"/>
                            </p:tgtEl>
                          </p:cBhvr>
                        </p:animEffect>
                      </p:childTnLst>
                    </p:cTn>
                  </p:par>
                  <p:par>
                    <p:cTn id="31" presetID="10" presetClass="entr" presetSubtype="0" fill="hold" grpId="5" nodeType="withEffect">
                      <p:stCondLst>
                        <p:cond delay="600"/>
                      </p:stCondLst>
                      <p:childTnLst>
                        <p:set>
                          <p:cBhvr>
                            <p:cTn id="32" dur="1" fill="hold"/>
                            <p:tgtEl>
                              <p:spTgt spid="7"/>
                            </p:tgtEl>
                            <p:attrNameLst>
                              <p:attrName>style.visibility</p:attrName>
                            </p:attrNameLst>
                          </p:cBhvr>
                          <p:to>
                            <p:strVal val="visible"/>
                          </p:to>
                        </p:set>
                        <p:animEffect transition="in" filter="fade">
                          <p:cBhvr>
                            <p:cTn id="33" dur="700"/>
                            <p:tgtEl>
                              <p:spTgt spid="7"/>
                            </p:tgtEl>
                          </p:cBhvr>
                        </p:animEffect>
                      </p:childTnLst>
                    </p:cTn>
                  </p:par>
                  <p:par>
                    <p:cTn id="34" presetID="10" presetClass="entr" presetSubtype="0" fill="hold" grpId="6" nodeType="withEffect">
                      <p:stCondLst>
                        <p:cond delay="720"/>
                      </p:stCondLst>
                      <p:childTnLst>
                        <p:set>
                          <p:cBhvr>
                            <p:cTn id="35" dur="1" fill="hold"/>
                            <p:tgtEl>
                              <p:spTgt spid="8"/>
                            </p:tgtEl>
                            <p:attrNameLst>
                              <p:attrName>style.visibility</p:attrName>
                            </p:attrNameLst>
                          </p:cBhvr>
                          <p:to>
                            <p:strVal val="visible"/>
                          </p:to>
                        </p:set>
                        <p:animEffect transition="in" filter="zoom(inCenter)">
                          <p:cBhvr>
                            <p:cTn id="36" dur="700"/>
                            <p:tgtEl>
                              <p:spTgt spid="8"/>
                            </p:tgtEl>
                          </p:cBhvr>
                        </p:animEffect>
                      </p:childTnLst>
                    </p:cTn>
                  </p:par>
                  <p:par>
                    <p:cTn id="37" presetID="10" presetClass="entr" presetSubtype="0" fill="hold" grpId="7" nodeType="withEffect">
                      <p:stCondLst>
                        <p:cond delay="840"/>
                      </p:stCondLst>
                      <p:childTnLst>
                        <p:set>
                          <p:cBhvr>
                            <p:cTn id="38" dur="1" fill="hold"/>
                            <p:tgtEl>
                              <p:spTgt spid="9"/>
                            </p:tgtEl>
                            <p:attrNameLst>
                              <p:attrName>style.visibility</p:attrName>
                            </p:attrNameLst>
                          </p:cBhvr>
                          <p:to>
                            <p:strVal val="visible"/>
                          </p:to>
                        </p:set>
                        <p:animEffect transition="in" filter="fade">
                          <p:cBhvr>
                            <p:cTn id="39" dur="700"/>
                            <p:tgtEl>
                              <p:spTgt spid="9"/>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slide(fromLeft)">
                          <p:cBhvr>
                            <p:cTn id="12" dur="500"/>
                            <p:tgtEl>
                              <p:spTgt spid="2"/>
                            </p:tgtEl>
                          </p:cBhvr>
                        </p:animEffect>
                      </p:childTnLst>
                    </p:cTn>
                  </p:par>
                  <p:par>
                    <p:cTn id="13" presetID="26" presetClass="emph" presetSubtype="0" fill="hold" grpId="100" nodeType="afterEffect">
                      <p:stCondLst>
                        <p:cond delay="6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100"/>
                      </p:stCondLst>
                      <p:childTnLst>
                        <p:set>
                          <p:cBhvr>
                            <p:cTn id="17" dur="1" fill="hold"/>
                            <p:tgtEl>
                              <p:spTgt spid="3"/>
                            </p:tgtEl>
                            <p:attrNameLst>
                              <p:attrName>style.visibility</p:attrName>
                            </p:attrNameLst>
                          </p:cBhvr>
                          <p:to>
                            <p:strVal val="visible"/>
                          </p:to>
                        </p:set>
                        <p:animEffect transition="in" filter="slide(fromRight)">
                          <p:cBhvr>
                            <p:cTn id="18" dur="500"/>
                            <p:tgtEl>
                              <p:spTgt spid="3"/>
                            </p:tgtEl>
                          </p:cBhvr>
                        </p:animEffect>
                      </p:childTnLst>
                    </p:cTn>
                  </p:par>
                  <p:par>
                    <p:cTn id="19" presetID="10" presetClass="entr" presetSubtype="0" fill="hold" grpId="2" nodeType="withEffect">
                      <p:stCondLst>
                        <p:cond delay="200"/>
                      </p:stCondLst>
                      <p:childTnLst>
                        <p:set>
                          <p:cBhvr>
                            <p:cTn id="20" dur="1" fill="hold"/>
                            <p:tgtEl>
                              <p:spTgt spid="4"/>
                            </p:tgtEl>
                            <p:attrNameLst>
                              <p:attrName>style.visibility</p:attrName>
                            </p:attrNameLst>
                          </p:cBhvr>
                          <p:to>
                            <p:strVal val="visible"/>
                          </p:to>
                        </p:set>
                        <p:animEffect transition="in" filter="slide(fromLeft)">
                          <p:cBhvr>
                            <p:cTn id="21" dur="500"/>
                            <p:tgtEl>
                              <p:spTgt spid="4"/>
                            </p:tgtEl>
                          </p:cBhvr>
                        </p:animEffect>
                      </p:childTnLst>
                    </p:cTn>
                  </p:par>
                  <p:par>
                    <p:cTn id="22" presetID="26" presetClass="emph" presetSubtype="0" fill="hold" grpId="102" nodeType="afterEffect">
                      <p:stCondLst>
                        <p:cond delay="800"/>
                      </p:stCondLst>
                      <p:childTnLst>
                        <p:animScale>
                          <p:by x="115000" y="115000"/>
                          <p:cBhvr autoRev="1">
                            <p:cTn id="23" dur="200" autoRev="1"/>
                            <p:tgtEl>
                              <p:spTgt spid="4"/>
                            </p:tgtEl>
                          </p:cBhvr>
                        </p:animScale>
                      </p:childTnLst>
                    </p:cTn>
                  </p:par>
                  <p:par>
                    <p:cTn id="25" presetID="10" presetClass="entr" presetSubtype="0" fill="hold" grpId="3" nodeType="withEffect">
                      <p:stCondLst>
                        <p:cond delay="300"/>
                      </p:stCondLst>
                      <p:childTnLst>
                        <p:set>
                          <p:cBhvr>
                            <p:cTn id="26" dur="1" fill="hold"/>
                            <p:tgtEl>
                              <p:spTgt spid="5"/>
                            </p:tgtEl>
                            <p:attrNameLst>
                              <p:attrName>style.visibility</p:attrName>
                            </p:attrNameLst>
                          </p:cBhvr>
                          <p:to>
                            <p:strVal val="visible"/>
                          </p:to>
                        </p:set>
                        <p:animEffect transition="in" filter="slide(fromRight)">
                          <p:cBhvr>
                            <p:cTn id="27" dur="500"/>
                            <p:tgtEl>
                              <p:spTgt spid="5"/>
                            </p:tgtEl>
                          </p:cBhvr>
                        </p:animEffect>
                      </p:childTnLst>
                    </p:cTn>
                  </p:par>
                  <p:par>
                    <p:cTn id="28" presetID="10" presetClass="entr" presetSubtype="0" fill="hold" grpId="4" nodeType="withEffect">
                      <p:stCondLst>
                        <p:cond delay="400"/>
                      </p:stCondLst>
                      <p:childTnLst>
                        <p:set>
                          <p:cBhvr>
                            <p:cTn id="29" dur="1" fill="hold"/>
                            <p:tgtEl>
                              <p:spTgt spid="6"/>
                            </p:tgtEl>
                            <p:attrNameLst>
                              <p:attrName>style.visibility</p:attrName>
                            </p:attrNameLst>
                          </p:cBhvr>
                          <p:to>
                            <p:strVal val="visible"/>
                          </p:to>
                        </p:set>
                        <p:animEffect transition="in" filter="slide(fromLeft)">
                          <p:cBhvr>
                            <p:cTn id="30" dur="500"/>
                            <p:tgtEl>
                              <p:spTgt spid="6"/>
                            </p:tgtEl>
                          </p:cBhvr>
                        </p:animEffect>
                      </p:childTnLst>
                    </p:cTn>
                  </p:par>
                  <p:par>
                    <p:cTn id="31" presetID="10" presetClass="entr" presetSubtype="0" fill="hold" grpId="5" nodeType="withEffect">
                      <p:stCondLst>
                        <p:cond delay="500"/>
                      </p:stCondLst>
                      <p:childTnLst>
                        <p:set>
                          <p:cBhvr>
                            <p:cTn id="32" dur="1" fill="hold"/>
                            <p:tgtEl>
                              <p:spTgt spid="7"/>
                            </p:tgtEl>
                            <p:attrNameLst>
                              <p:attrName>style.visibility</p:attrName>
                            </p:attrNameLst>
                          </p:cBhvr>
                          <p:to>
                            <p:strVal val="visible"/>
                          </p:to>
                        </p:set>
                        <p:animEffect transition="in" filter="slide(fromRight)">
                          <p:cBhvr>
                            <p:cTn id="33" dur="500"/>
                            <p:tgtEl>
                              <p:spTgt spid="7"/>
                            </p:tgtEl>
                          </p:cBhvr>
                        </p:animEffect>
                      </p:childTnLst>
                    </p:cTn>
                  </p:par>
                  <p:par>
                    <p:cTn id="34" presetID="10" presetClass="entr" presetSubtype="0" fill="hold" grpId="6" nodeType="withEffect">
                      <p:stCondLst>
                        <p:cond delay="600"/>
                      </p:stCondLst>
                      <p:childTnLst>
                        <p:set>
                          <p:cBhvr>
                            <p:cTn id="35" dur="1" fill="hold"/>
                            <p:tgtEl>
                              <p:spTgt spid="8"/>
                            </p:tgtEl>
                            <p:attrNameLst>
                              <p:attrName>style.visibility</p:attrName>
                            </p:attrNameLst>
                          </p:cBhvr>
                          <p:to>
                            <p:strVal val="visible"/>
                          </p:to>
                        </p:set>
                        <p:animEffect transition="in" filter="slide(fromLeft)">
                          <p:cBhvr>
                            <p:cTn id="36" dur="500"/>
                            <p:tgtEl>
                              <p:spTgt spid="8"/>
                            </p:tgtEl>
                          </p:cBhvr>
                        </p:animEffect>
                      </p:childTnLst>
                    </p:cTn>
                  </p:par>
                  <p:par>
                    <p:cTn id="37" presetID="10" presetClass="entr" presetSubtype="0" fill="hold" grpId="7" nodeType="withEffect">
                      <p:stCondLst>
                        <p:cond delay="700"/>
                      </p:stCondLst>
                      <p:childTnLst>
                        <p:set>
                          <p:cBhvr>
                            <p:cTn id="38" dur="1" fill="hold"/>
                            <p:tgtEl>
                              <p:spTgt spid="9"/>
                            </p:tgtEl>
                            <p:attrNameLst>
                              <p:attrName>style.visibility</p:attrName>
                            </p:attrNameLst>
                          </p:cBhvr>
                          <p:to>
                            <p:strVal val="visible"/>
                          </p:to>
                        </p:set>
                        <p:animEffect transition="in" filter="slide(fromRight)">
                          <p:cBhvr>
                            <p:cTn id="39" dur="500"/>
                            <p:tgtEl>
                              <p:spTgt spid="9"/>
                            </p:tgtEl>
                          </p:cBhvr>
                        </p:animEffect>
                      </p:childTnLst>
                    </p:cTn>
                  </p:par>
                  <p:par>
                    <p:cTn id="40" presetID="10" presetClass="entr" presetSubtype="0" fill="hold" grpId="8" nodeType="withEffect">
                      <p:stCondLst>
                        <p:cond delay="800"/>
                      </p:stCondLst>
                      <p:childTnLst>
                        <p:set>
                          <p:cBhvr>
                            <p:cTn id="41" dur="1" fill="hold"/>
                            <p:tgtEl>
                              <p:spTgt spid="10"/>
                            </p:tgtEl>
                            <p:attrNameLst>
                              <p:attrName>style.visibility</p:attrName>
                            </p:attrNameLst>
                          </p:cBhvr>
                          <p:to>
                            <p:strVal val="visible"/>
                          </p:to>
                        </p:set>
                        <p:animEffect transition="in" filter="slide(fromLeft)">
                          <p:cBhvr>
                            <p:cTn id="42" dur="500"/>
                            <p:tgtEl>
                              <p:spTgt spid="10"/>
                            </p:tgtEl>
                          </p:cBhvr>
                        </p:animEffect>
                      </p:childTnLst>
                    </p:cTn>
                  </p:par>
                  <p:par>
                    <p:cTn id="43" presetID="10" presetClass="entr" presetSubtype="0" fill="hold" grpId="9" nodeType="withEffect">
                      <p:stCondLst>
                        <p:cond delay="900"/>
                      </p:stCondLst>
                      <p:childTnLst>
                        <p:set>
                          <p:cBhvr>
                            <p:cTn id="44" dur="1" fill="hold"/>
                            <p:tgtEl>
                              <p:spTgt spid="11"/>
                            </p:tgtEl>
                            <p:attrNameLst>
                              <p:attrName>style.visibility</p:attrName>
                            </p:attrNameLst>
                          </p:cBhvr>
                          <p:to>
                            <p:strVal val="visible"/>
                          </p:to>
                        </p:set>
                        <p:animEffect transition="in" filter="slide(fromRight)">
                          <p:cBhvr>
                            <p:cTn id="45" dur="500"/>
                            <p:tgtEl>
                              <p:spTgt spid="11"/>
                            </p:tgtEl>
                          </p:cBhvr>
                        </p:animEffect>
                      </p:childTnLst>
                    </p:cTn>
                  </p:par>
                  <p:par>
                    <p:cTn id="46" presetID="10" presetClass="entr" presetSubtype="0" fill="hold" grpId="10" nodeType="withEffect">
                      <p:stCondLst>
                        <p:cond delay="1000"/>
                      </p:stCondLst>
                      <p:childTnLst>
                        <p:set>
                          <p:cBhvr>
                            <p:cTn id="47" dur="1" fill="hold"/>
                            <p:tgtEl>
                              <p:spTgt spid="12"/>
                            </p:tgtEl>
                            <p:attrNameLst>
                              <p:attrName>style.visibility</p:attrName>
                            </p:attrNameLst>
                          </p:cBhvr>
                          <p:to>
                            <p:strVal val="visible"/>
                          </p:to>
                        </p:set>
                        <p:animEffect transition="in" filter="slide(fromLeft)">
                          <p:cBhvr>
                            <p:cTn id="48" dur="500"/>
                            <p:tgtEl>
                              <p:spTgt spid="12"/>
                            </p:tgtEl>
                          </p:cBhvr>
                        </p:animEffect>
                      </p:childTnLst>
                    </p:cTn>
                  </p:par>
                  <p:par>
                    <p:cTn id="49" presetID="10" presetClass="entr" presetSubtype="0" fill="hold" grpId="11" nodeType="withEffect">
                      <p:stCondLst>
                        <p:cond delay="1100"/>
                      </p:stCondLst>
                      <p:childTnLst>
                        <p:set>
                          <p:cBhvr>
                            <p:cTn id="50" dur="1" fill="hold"/>
                            <p:tgtEl>
                              <p:spTgt spid="13"/>
                            </p:tgtEl>
                            <p:attrNameLst>
                              <p:attrName>style.visibility</p:attrName>
                            </p:attrNameLst>
                          </p:cBhvr>
                          <p:to>
                            <p:strVal val="visible"/>
                          </p:to>
                        </p:set>
                        <p:animEffect transition="in" filter="slide(fromRight)">
                          <p:cBhvr>
                            <p:cTn id="51" dur="500"/>
                            <p:tgtEl>
                              <p:spTgt spid="13"/>
                            </p:tgtEl>
                          </p:cBhvr>
                        </p:animEffect>
                      </p:childTnLst>
                    </p:cTn>
                  </p:par>
                  <p:par>
                    <p:cTn id="52" presetID="10" presetClass="entr" presetSubtype="0" fill="hold" grpId="12" nodeType="withEffect">
                      <p:stCondLst>
                        <p:cond delay="1200"/>
                      </p:stCondLst>
                      <p:childTnLst>
                        <p:set>
                          <p:cBhvr>
                            <p:cTn id="53" dur="1" fill="hold"/>
                            <p:tgtEl>
                              <p:spTgt spid="14"/>
                            </p:tgtEl>
                            <p:attrNameLst>
                              <p:attrName>style.visibility</p:attrName>
                            </p:attrNameLst>
                          </p:cBhvr>
                          <p:to>
                            <p:strVal val="visible"/>
                          </p:to>
                        </p:set>
                        <p:animEffect transition="in" filter="slide(fromLeft)">
                          <p:cBhvr>
                            <p:cTn id="54" dur="500"/>
                            <p:tgtEl>
                              <p:spTgt spid="14"/>
                            </p:tgtEl>
                          </p:cBhvr>
                        </p:animEffect>
                      </p:childTnLst>
                    </p:cTn>
                  </p:par>
                  <p:par>
                    <p:cTn id="55" presetID="10" presetClass="entr" presetSubtype="0" fill="hold" grpId="13" nodeType="withEffect">
                      <p:stCondLst>
                        <p:cond delay="1300"/>
                      </p:stCondLst>
                      <p:childTnLst>
                        <p:set>
                          <p:cBhvr>
                            <p:cTn id="56" dur="1" fill="hold"/>
                            <p:tgtEl>
                              <p:spTgt spid="15"/>
                            </p:tgtEl>
                            <p:attrNameLst>
                              <p:attrName>style.visibility</p:attrName>
                            </p:attrNameLst>
                          </p:cBhvr>
                          <p:to>
                            <p:strVal val="visible"/>
                          </p:to>
                        </p:set>
                        <p:animEffect transition="in" filter="slide(fromRight)">
                          <p:cBhvr>
                            <p:cTn id="57" dur="500"/>
                            <p:tgtEl>
                              <p:spTgt spid="15"/>
                            </p:tgtEl>
                          </p:cBhvr>
                        </p:animEffect>
                      </p:childTnLst>
                    </p:cTn>
                  </p:par>
                  <p:par>
                    <p:cTn id="58" presetID="10" presetClass="entr" presetSubtype="0" fill="hold" grpId="14" nodeType="withEffect">
                      <p:stCondLst>
                        <p:cond delay="1400"/>
                      </p:stCondLst>
                      <p:childTnLst>
                        <p:set>
                          <p:cBhvr>
                            <p:cTn id="59" dur="1" fill="hold"/>
                            <p:tgtEl>
                              <p:spTgt spid="16"/>
                            </p:tgtEl>
                            <p:attrNameLst>
                              <p:attrName>style.visibility</p:attrName>
                            </p:attrNameLst>
                          </p:cBhvr>
                          <p:to>
                            <p:strVal val="visible"/>
                          </p:to>
                        </p:set>
                        <p:animEffect transition="in" filter="slide(fromLeft)">
                          <p:cBhvr>
                            <p:cTn id="60" dur="500"/>
                            <p:tgtEl>
                              <p:spTgt spid="16"/>
                            </p:tgtEl>
                          </p:cBhvr>
                        </p:animEffect>
                      </p:childTnLst>
                    </p:cTn>
                  </p:par>
                  <p:par>
                    <p:cTn id="61" presetID="10" presetClass="entr" presetSubtype="0" fill="hold" grpId="15" nodeType="withEffect">
                      <p:stCondLst>
                        <p:cond delay="1500"/>
                      </p:stCondLst>
                      <p:childTnLst>
                        <p:set>
                          <p:cBhvr>
                            <p:cTn id="62" dur="1" fill="hold"/>
                            <p:tgtEl>
                              <p:spTgt spid="17"/>
                            </p:tgtEl>
                            <p:attrNameLst>
                              <p:attrName>style.visibility</p:attrName>
                            </p:attrNameLst>
                          </p:cBhvr>
                          <p:to>
                            <p:strVal val="visible"/>
                          </p:to>
                        </p:set>
                        <p:animEffect transition="in" filter="slide(fromRight)">
                          <p:cBhvr>
                            <p:cTn id="63" dur="500"/>
                            <p:tgtEl>
                              <p:spTgt spid="17"/>
                            </p:tgtEl>
                          </p:cBhvr>
                        </p:animEffect>
                      </p:childTnLst>
                    </p:cTn>
                  </p:par>
                  <p:par>
                    <p:cTn id="64" presetID="10" presetClass="entr" presetSubtype="0" fill="hold" grpId="16" nodeType="withEffect">
                      <p:stCondLst>
                        <p:cond delay="1600"/>
                      </p:stCondLst>
                      <p:childTnLst>
                        <p:set>
                          <p:cBhvr>
                            <p:cTn id="65" dur="1" fill="hold"/>
                            <p:tgtEl>
                              <p:spTgt spid="18"/>
                            </p:tgtEl>
                            <p:attrNameLst>
                              <p:attrName>style.visibility</p:attrName>
                            </p:attrNameLst>
                          </p:cBhvr>
                          <p:to>
                            <p:strVal val="visible"/>
                          </p:to>
                        </p:set>
                        <p:animEffect transition="in" filter="slide(fromLeft)">
                          <p:cBhvr>
                            <p:cTn id="66" dur="500"/>
                            <p:tgtEl>
                              <p:spTgt spid="18"/>
                            </p:tgtEl>
                          </p:cBhvr>
                        </p:animEffect>
                      </p:childTnLst>
                    </p:cTn>
                  </p:par>
                  <p:par>
                    <p:cTn id="67" presetID="10" presetClass="entr" presetSubtype="0" fill="hold" grpId="17" nodeType="withEffect">
                      <p:stCondLst>
                        <p:cond delay="1700"/>
                      </p:stCondLst>
                      <p:childTnLst>
                        <p:set>
                          <p:cBhvr>
                            <p:cTn id="68" dur="1" fill="hold"/>
                            <p:tgtEl>
                              <p:spTgt spid="19"/>
                            </p:tgtEl>
                            <p:attrNameLst>
                              <p:attrName>style.visibility</p:attrName>
                            </p:attrNameLst>
                          </p:cBhvr>
                          <p:to>
                            <p:strVal val="visible"/>
                          </p:to>
                        </p:set>
                        <p:animEffect transition="in" filter="slide(fromRight)">
                          <p:cBhvr>
                            <p:cTn id="69" dur="500"/>
                            <p:tgtEl>
                              <p:spTgt spid="19"/>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3" grpId="11" uiExpand="1" build="p"/>
      <p:bldP spid="14" grpId="12" uiExpand="1" build="p"/>
      <p:bldP spid="15" grpId="13" uiExpand="1" build="p"/>
      <p:bldP spid="16" grpId="14" uiExpand="1" build="p"/>
      <p:bldP spid="17" grpId="15" uiExpand="1" build="p"/>
      <p:bldP spid="18" grpId="16" uiExpand="1" build="p"/>
      <p:bldP spid="19" grpId="17"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strips dir="l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randomBar(horz)">
                          <p:cBhvr>
                            <p:cTn id="12" dur="400"/>
                            <p:tgtEl>
                              <p:spTgt spid="2"/>
                            </p:tgtEl>
                          </p:cBhvr>
                        </p:animEffect>
                      </p:childTnLst>
                    </p:cTn>
                  </p:par>
                  <p:par>
                    <p:cTn id="13" presetID="26" presetClass="emph" presetSubtype="0" fill="hold" grpId="100" nodeType="afterEffect">
                      <p:stCondLst>
                        <p:cond delay="5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80"/>
                      </p:stCondLst>
                      <p:childTnLst>
                        <p:set>
                          <p:cBhvr>
                            <p:cTn id="17" dur="1" fill="hold"/>
                            <p:tgtEl>
                              <p:spTgt spid="3"/>
                            </p:tgtEl>
                            <p:attrNameLst>
                              <p:attrName>style.visibility</p:attrName>
                            </p:attrNameLst>
                          </p:cBhvr>
                          <p:to>
                            <p:strVal val="visible"/>
                          </p:to>
                        </p:set>
                        <p:animEffect transition="in" filter="randomBar(vert)">
                          <p:cBhvr>
                            <p:cTn id="18" dur="400"/>
                            <p:tgtEl>
                              <p:spTgt spid="3"/>
                            </p:tgtEl>
                          </p:cBhvr>
                        </p:animEffect>
                      </p:childTnLst>
                    </p:cTn>
                  </p:par>
                </p:childTnLst>
              </p:cTn>
            </p:par>
          </p:childTnLst>
        </p:cTn>
      </p:par>
    </p:tnLst>
    <p:bldLst>
      <p:bldP spid="2" grpId="0" uiExpand="1" build="p"/>
      <p:bldP spid="3" grpId="1"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8"/>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wheel(4)">
                          <p:cBhvr>
                            <p:cTn id="12" dur="600"/>
                            <p:tgtEl>
                              <p:spTgt spid="2"/>
                            </p:tgtEl>
                          </p:cBhvr>
                        </p:animEffect>
                      </p:childTnLst>
                    </p:cTn>
                  </p:par>
                  <p:par>
                    <p:cTn id="13" presetID="26" presetClass="emph" presetSubtype="0" fill="hold" grpId="100" nodeType="afterEffect">
                      <p:stCondLst>
                        <p:cond delay="7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100"/>
                      </p:stCondLst>
                      <p:childTnLst>
                        <p:set>
                          <p:cBhvr>
                            <p:cTn id="17" dur="1" fill="hold"/>
                            <p:tgtEl>
                              <p:spTgt spid="3"/>
                            </p:tgtEl>
                            <p:attrNameLst>
                              <p:attrName>style.visibility</p:attrName>
                            </p:attrNameLst>
                          </p:cBhvr>
                          <p:to>
                            <p:strVal val="visible"/>
                          </p:to>
                        </p:set>
                        <p:animEffect transition="in" filter="dissolve">
                          <p:cBhvr>
                            <p:cTn id="18" dur="600"/>
                            <p:tgtEl>
                              <p:spTgt spid="3"/>
                            </p:tgtEl>
                          </p:cBhvr>
                        </p:animEffect>
                      </p:childTnLst>
                    </p:cTn>
                  </p:par>
                  <p:par>
                    <p:cTn id="19" presetID="10" presetClass="entr" presetSubtype="0" fill="hold" grpId="2" nodeType="withEffect">
                      <p:stCondLst>
                        <p:cond delay="200"/>
                      </p:stCondLst>
                      <p:childTnLst>
                        <p:set>
                          <p:cBhvr>
                            <p:cTn id="20" dur="1" fill="hold"/>
                            <p:tgtEl>
                              <p:spTgt spid="4"/>
                            </p:tgtEl>
                            <p:attrNameLst>
                              <p:attrName>style.visibility</p:attrName>
                            </p:attrNameLst>
                          </p:cBhvr>
                          <p:to>
                            <p:strVal val="visible"/>
                          </p:to>
                        </p:set>
                        <p:animEffect transition="in" filter="wheel(4)">
                          <p:cBhvr>
                            <p:cTn id="21" dur="600"/>
                            <p:tgtEl>
                              <p:spTgt spid="4"/>
                            </p:tgtEl>
                          </p:cBhvr>
                        </p:animEffect>
                      </p:childTnLst>
                    </p:cTn>
                  </p:par>
                  <p:par>
                    <p:cTn id="22" presetID="26" presetClass="emph" presetSubtype="0" fill="hold" grpId="102" nodeType="afterEffect">
                      <p:stCondLst>
                        <p:cond delay="900"/>
                      </p:stCondLst>
                      <p:childTnLst>
                        <p:animScale>
                          <p:by x="115000" y="115000"/>
                          <p:cBhvr autoRev="1">
                            <p:cTn id="23" dur="200" autoRev="1"/>
                            <p:tgtEl>
                              <p:spTgt spid="4"/>
                            </p:tgtEl>
                          </p:cBhvr>
                        </p:animScale>
                      </p:childTnLst>
                    </p:cTn>
                  </p:par>
                  <p:par>
                    <p:cTn id="25" presetID="10" presetClass="entr" presetSubtype="0" fill="hold" grpId="3" nodeType="withEffect">
                      <p:stCondLst>
                        <p:cond delay="300"/>
                      </p:stCondLst>
                      <p:childTnLst>
                        <p:set>
                          <p:cBhvr>
                            <p:cTn id="26" dur="1" fill="hold"/>
                            <p:tgtEl>
                              <p:spTgt spid="5"/>
                            </p:tgtEl>
                            <p:attrNameLst>
                              <p:attrName>style.visibility</p:attrName>
                            </p:attrNameLst>
                          </p:cBhvr>
                          <p:to>
                            <p:strVal val="visible"/>
                          </p:to>
                        </p:set>
                        <p:animEffect transition="in" filter="dissolve">
                          <p:cBhvr>
                            <p:cTn id="27" dur="600"/>
                            <p:tgtEl>
                              <p:spTgt spid="5"/>
                            </p:tgtEl>
                          </p:cBhvr>
                        </p:animEffect>
                      </p:childTnLst>
                    </p:cTn>
                  </p:par>
                  <p:par>
                    <p:cTn id="28" presetID="10" presetClass="entr" presetSubtype="0" fill="hold" grpId="4" nodeType="withEffect">
                      <p:stCondLst>
                        <p:cond delay="400"/>
                      </p:stCondLst>
                      <p:childTnLst>
                        <p:set>
                          <p:cBhvr>
                            <p:cTn id="29" dur="1" fill="hold"/>
                            <p:tgtEl>
                              <p:spTgt spid="6"/>
                            </p:tgtEl>
                            <p:attrNameLst>
                              <p:attrName>style.visibility</p:attrName>
                            </p:attrNameLst>
                          </p:cBhvr>
                          <p:to>
                            <p:strVal val="visible"/>
                          </p:to>
                        </p:set>
                        <p:animEffect transition="in" filter="wheel(4)">
                          <p:cBhvr>
                            <p:cTn id="30" dur="600"/>
                            <p:tgtEl>
                              <p:spTgt spid="6"/>
                            </p:tgtEl>
                          </p:cBhvr>
                        </p:animEffect>
                      </p:childTnLst>
                    </p:cTn>
                  </p:par>
                  <p:par>
                    <p:cTn id="31" presetID="10" presetClass="entr" presetSubtype="0" fill="hold" grpId="5" nodeType="withEffect">
                      <p:stCondLst>
                        <p:cond delay="500"/>
                      </p:stCondLst>
                      <p:childTnLst>
                        <p:set>
                          <p:cBhvr>
                            <p:cTn id="32" dur="1" fill="hold"/>
                            <p:tgtEl>
                              <p:spTgt spid="7"/>
                            </p:tgtEl>
                            <p:attrNameLst>
                              <p:attrName>style.visibility</p:attrName>
                            </p:attrNameLst>
                          </p:cBhvr>
                          <p:to>
                            <p:strVal val="visible"/>
                          </p:to>
                        </p:set>
                        <p:animEffect transition="in" filter="dissolve">
                          <p:cBhvr>
                            <p:cTn id="33" dur="600"/>
                            <p:tgtEl>
                              <p:spTgt spid="7"/>
                            </p:tgtEl>
                          </p:cBhvr>
                        </p:animEffect>
                      </p:childTnLst>
                    </p:cTn>
                  </p:par>
                  <p:par>
                    <p:cTn id="34" presetID="10" presetClass="entr" presetSubtype="0" fill="hold" grpId="6" nodeType="withEffect">
                      <p:stCondLst>
                        <p:cond delay="600"/>
                      </p:stCondLst>
                      <p:childTnLst>
                        <p:set>
                          <p:cBhvr>
                            <p:cTn id="35" dur="1" fill="hold"/>
                            <p:tgtEl>
                              <p:spTgt spid="8"/>
                            </p:tgtEl>
                            <p:attrNameLst>
                              <p:attrName>style.visibility</p:attrName>
                            </p:attrNameLst>
                          </p:cBhvr>
                          <p:to>
                            <p:strVal val="visible"/>
                          </p:to>
                        </p:set>
                        <p:animEffect transition="in" filter="wheel(4)">
                          <p:cBhvr>
                            <p:cTn id="36" dur="600"/>
                            <p:tgtEl>
                              <p:spTgt spid="8"/>
                            </p:tgtEl>
                          </p:cBhvr>
                        </p:animEffect>
                      </p:childTnLst>
                    </p:cTn>
                  </p:par>
                  <p:par>
                    <p:cTn id="37" presetID="10" presetClass="entr" presetSubtype="0" fill="hold" grpId="7" nodeType="withEffect">
                      <p:stCondLst>
                        <p:cond delay="700"/>
                      </p:stCondLst>
                      <p:childTnLst>
                        <p:set>
                          <p:cBhvr>
                            <p:cTn id="38" dur="1" fill="hold"/>
                            <p:tgtEl>
                              <p:spTgt spid="9"/>
                            </p:tgtEl>
                            <p:attrNameLst>
                              <p:attrName>style.visibility</p:attrName>
                            </p:attrNameLst>
                          </p:cBhvr>
                          <p:to>
                            <p:strVal val="visible"/>
                          </p:to>
                        </p:set>
                        <p:animEffect transition="in" filter="dissolve">
                          <p:cBhvr>
                            <p:cTn id="39" dur="600"/>
                            <p:tgtEl>
                              <p:spTgt spid="9"/>
                            </p:tgtEl>
                          </p:cBhvr>
                        </p:animEffect>
                      </p:childTnLst>
                    </p:cTn>
                  </p:par>
                  <p:par>
                    <p:cTn id="40" presetID="10" presetClass="entr" presetSubtype="0" fill="hold" grpId="8" nodeType="withEffect">
                      <p:stCondLst>
                        <p:cond delay="800"/>
                      </p:stCondLst>
                      <p:childTnLst>
                        <p:set>
                          <p:cBhvr>
                            <p:cTn id="41" dur="1" fill="hold"/>
                            <p:tgtEl>
                              <p:spTgt spid="10"/>
                            </p:tgtEl>
                            <p:attrNameLst>
                              <p:attrName>style.visibility</p:attrName>
                            </p:attrNameLst>
                          </p:cBhvr>
                          <p:to>
                            <p:strVal val="visible"/>
                          </p:to>
                        </p:set>
                        <p:animEffect transition="in" filter="wheel(4)">
                          <p:cBhvr>
                            <p:cTn id="42" dur="600"/>
                            <p:tgtEl>
                              <p:spTgt spid="10"/>
                            </p:tgtEl>
                          </p:cBhvr>
                        </p:animEffect>
                      </p:childTnLst>
                    </p:cTn>
                  </p:par>
                  <p:par>
                    <p:cTn id="43" presetID="10" presetClass="entr" presetSubtype="0" fill="hold" grpId="9" nodeType="withEffect">
                      <p:stCondLst>
                        <p:cond delay="900"/>
                      </p:stCondLst>
                      <p:childTnLst>
                        <p:set>
                          <p:cBhvr>
                            <p:cTn id="44" dur="1" fill="hold"/>
                            <p:tgtEl>
                              <p:spTgt spid="11"/>
                            </p:tgtEl>
                            <p:attrNameLst>
                              <p:attrName>style.visibility</p:attrName>
                            </p:attrNameLst>
                          </p:cBhvr>
                          <p:to>
                            <p:strVal val="visible"/>
                          </p:to>
                        </p:set>
                        <p:animEffect transition="in" filter="dissolve">
                          <p:cBhvr>
                            <p:cTn id="45" dur="600"/>
                            <p:tgtEl>
                              <p:spTgt spid="11"/>
                            </p:tgtEl>
                          </p:cBhvr>
                        </p:animEffect>
                      </p:childTnLst>
                    </p:cTn>
                  </p:par>
                  <p:par>
                    <p:cTn id="46" presetID="10" presetClass="entr" presetSubtype="0" fill="hold" grpId="10" nodeType="withEffect">
                      <p:stCondLst>
                        <p:cond delay="1000"/>
                      </p:stCondLst>
                      <p:childTnLst>
                        <p:set>
                          <p:cBhvr>
                            <p:cTn id="47" dur="1" fill="hold"/>
                            <p:tgtEl>
                              <p:spTgt spid="12"/>
                            </p:tgtEl>
                            <p:attrNameLst>
                              <p:attrName>style.visibility</p:attrName>
                            </p:attrNameLst>
                          </p:cBhvr>
                          <p:to>
                            <p:strVal val="visible"/>
                          </p:to>
                        </p:set>
                        <p:animEffect transition="in" filter="wheel(4)">
                          <p:cBhvr>
                            <p:cTn id="48" dur="600"/>
                            <p:tgtEl>
                              <p:spTgt spid="12"/>
                            </p:tgtEl>
                          </p:cBhvr>
                        </p:animEffect>
                      </p:childTnLst>
                    </p:cTn>
                  </p:par>
                  <p:par>
                    <p:cTn id="49" presetID="10" presetClass="entr" presetSubtype="0" fill="hold" grpId="11" nodeType="withEffect">
                      <p:stCondLst>
                        <p:cond delay="1100"/>
                      </p:stCondLst>
                      <p:childTnLst>
                        <p:set>
                          <p:cBhvr>
                            <p:cTn id="50" dur="1" fill="hold"/>
                            <p:tgtEl>
                              <p:spTgt spid="13"/>
                            </p:tgtEl>
                            <p:attrNameLst>
                              <p:attrName>style.visibility</p:attrName>
                            </p:attrNameLst>
                          </p:cBhvr>
                          <p:to>
                            <p:strVal val="visible"/>
                          </p:to>
                        </p:set>
                        <p:animEffect transition="in" filter="dissolve">
                          <p:cBhvr>
                            <p:cTn id="51" dur="600"/>
                            <p:tgtEl>
                              <p:spTgt spid="13"/>
                            </p:tgtEl>
                          </p:cBhvr>
                        </p:animEffect>
                      </p:childTnLst>
                    </p:cTn>
                  </p:par>
                  <p:par>
                    <p:cTn id="52" presetID="10" presetClass="entr" presetSubtype="0" fill="hold" grpId="12" nodeType="withEffect">
                      <p:stCondLst>
                        <p:cond delay="1200"/>
                      </p:stCondLst>
                      <p:childTnLst>
                        <p:set>
                          <p:cBhvr>
                            <p:cTn id="53" dur="1" fill="hold"/>
                            <p:tgtEl>
                              <p:spTgt spid="14"/>
                            </p:tgtEl>
                            <p:attrNameLst>
                              <p:attrName>style.visibility</p:attrName>
                            </p:attrNameLst>
                          </p:cBhvr>
                          <p:to>
                            <p:strVal val="visible"/>
                          </p:to>
                        </p:set>
                        <p:animEffect transition="in" filter="wheel(4)">
                          <p:cBhvr>
                            <p:cTn id="54" dur="600"/>
                            <p:tgtEl>
                              <p:spTgt spid="14"/>
                            </p:tgtEl>
                          </p:cBhvr>
                        </p:animEffect>
                      </p:childTnLst>
                    </p:cTn>
                  </p:par>
                  <p:par>
                    <p:cTn id="55" presetID="10" presetClass="entr" presetSubtype="0" fill="hold" grpId="13" nodeType="withEffect">
                      <p:stCondLst>
                        <p:cond delay="1300"/>
                      </p:stCondLst>
                      <p:childTnLst>
                        <p:set>
                          <p:cBhvr>
                            <p:cTn id="56" dur="1" fill="hold"/>
                            <p:tgtEl>
                              <p:spTgt spid="15"/>
                            </p:tgtEl>
                            <p:attrNameLst>
                              <p:attrName>style.visibility</p:attrName>
                            </p:attrNameLst>
                          </p:cBhvr>
                          <p:to>
                            <p:strVal val="visible"/>
                          </p:to>
                        </p:set>
                        <p:animEffect transition="in" filter="dissolve">
                          <p:cBhvr>
                            <p:cTn id="57" dur="600"/>
                            <p:tgtEl>
                              <p:spTgt spid="15"/>
                            </p:tgtEl>
                          </p:cBhvr>
                        </p:animEffect>
                      </p:childTnLst>
                    </p:cTn>
                  </p:par>
                  <p:par>
                    <p:cTn id="58" presetID="10" presetClass="entr" presetSubtype="0" fill="hold" grpId="14" nodeType="withEffect">
                      <p:stCondLst>
                        <p:cond delay="1400"/>
                      </p:stCondLst>
                      <p:childTnLst>
                        <p:set>
                          <p:cBhvr>
                            <p:cTn id="59" dur="1" fill="hold"/>
                            <p:tgtEl>
                              <p:spTgt spid="16"/>
                            </p:tgtEl>
                            <p:attrNameLst>
                              <p:attrName>style.visibility</p:attrName>
                            </p:attrNameLst>
                          </p:cBhvr>
                          <p:to>
                            <p:strVal val="visible"/>
                          </p:to>
                        </p:set>
                        <p:animEffect transition="in" filter="wheel(4)">
                          <p:cBhvr>
                            <p:cTn id="60" dur="600"/>
                            <p:tgtEl>
                              <p:spTgt spid="16"/>
                            </p:tgtEl>
                          </p:cBhvr>
                        </p:animEffect>
                      </p:childTnLst>
                    </p:cTn>
                  </p:par>
                  <p:par>
                    <p:cTn id="61" presetID="10" presetClass="entr" presetSubtype="0" fill="hold" grpId="15" nodeType="withEffect">
                      <p:stCondLst>
                        <p:cond delay="1500"/>
                      </p:stCondLst>
                      <p:childTnLst>
                        <p:set>
                          <p:cBhvr>
                            <p:cTn id="62" dur="1" fill="hold"/>
                            <p:tgtEl>
                              <p:spTgt spid="17"/>
                            </p:tgtEl>
                            <p:attrNameLst>
                              <p:attrName>style.visibility</p:attrName>
                            </p:attrNameLst>
                          </p:cBhvr>
                          <p:to>
                            <p:strVal val="visible"/>
                          </p:to>
                        </p:set>
                        <p:animEffect transition="in" filter="dissolve">
                          <p:cBhvr>
                            <p:cTn id="63" dur="600"/>
                            <p:tgtEl>
                              <p:spTgt spid="17"/>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3" grpId="11" uiExpand="1" build="p"/>
      <p:bldP spid="14" grpId="12" uiExpand="1" build="p"/>
      <p:bldP spid="15" grpId="13" uiExpand="1" build="p"/>
      <p:bldP spid="16" grpId="14" uiExpand="1" build="p"/>
      <p:bldP spid="17" grpId="15"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vert" orient="out"/>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wipe(left)">
                          <p:cBhvr>
                            <p:cTn id="12" dur="350"/>
                            <p:tgtEl>
                              <p:spTgt spid="2"/>
                            </p:tgtEl>
                          </p:cBhvr>
                        </p:animEffect>
                      </p:childTnLst>
                    </p:cTn>
                  </p:par>
                  <p:par>
                    <p:cTn id="13" presetID="26" presetClass="emph" presetSubtype="0" fill="hold" grpId="100" nodeType="afterEffect">
                      <p:stCondLst>
                        <p:cond delay="450"/>
                      </p:stCondLst>
                      <p:childTnLst>
                        <p:animScale>
                          <p:by x="115000" y="115000"/>
                          <p:cBhvr autoRev="1">
                            <p:cTn id="14" dur="200" autoRev="1"/>
                            <p:tgtEl>
                              <p:spTgt spid="2"/>
                            </p:tgtEl>
                          </p:cBhvr>
                        </p:animScale>
                      </p:childTnLst>
                    </p:cTn>
                  </p:par>
                  <p:par>
                    <p:cTn id="16" presetID="10" presetClass="entr" presetSubtype="0" fill="hold" grpId="1" nodeType="withEffect">
                      <p:stCondLst>
                        <p:cond delay="70"/>
                      </p:stCondLst>
                      <p:childTnLst>
                        <p:set>
                          <p:cBhvr>
                            <p:cTn id="17" dur="1" fill="hold"/>
                            <p:tgtEl>
                              <p:spTgt spid="3"/>
                            </p:tgtEl>
                            <p:attrNameLst>
                              <p:attrName>style.visibility</p:attrName>
                            </p:attrNameLst>
                          </p:cBhvr>
                          <p:to>
                            <p:strVal val="visible"/>
                          </p:to>
                        </p:set>
                        <p:animEffect transition="in" filter="wipe(right)">
                          <p:cBhvr>
                            <p:cTn id="18" dur="350"/>
                            <p:tgtEl>
                              <p:spTgt spid="3"/>
                            </p:tgtEl>
                          </p:cBhvr>
                        </p:animEffect>
                      </p:childTnLst>
                    </p:cTn>
                  </p:par>
                  <p:par>
                    <p:cTn id="19" presetID="10" presetClass="entr" presetSubtype="0" fill="hold" grpId="2" nodeType="withEffect">
                      <p:stCondLst>
                        <p:cond delay="140"/>
                      </p:stCondLst>
                      <p:childTnLst>
                        <p:set>
                          <p:cBhvr>
                            <p:cTn id="20" dur="1" fill="hold"/>
                            <p:tgtEl>
                              <p:spTgt spid="4"/>
                            </p:tgtEl>
                            <p:attrNameLst>
                              <p:attrName>style.visibility</p:attrName>
                            </p:attrNameLst>
                          </p:cBhvr>
                          <p:to>
                            <p:strVal val="visible"/>
                          </p:to>
                        </p:set>
                        <p:animEffect transition="in" filter="wipe(left)">
                          <p:cBhvr>
                            <p:cTn id="21" dur="350"/>
                            <p:tgtEl>
                              <p:spTgt spid="4"/>
                            </p:tgtEl>
                          </p:cBhvr>
                        </p:animEffect>
                      </p:childTnLst>
                    </p:cTn>
                  </p:par>
                  <p:par>
                    <p:cTn id="22" presetID="26" presetClass="emph" presetSubtype="0" fill="hold" grpId="102" nodeType="afterEffect">
                      <p:stCondLst>
                        <p:cond delay="590"/>
                      </p:stCondLst>
                      <p:childTnLst>
                        <p:animScale>
                          <p:by x="115000" y="115000"/>
                          <p:cBhvr autoRev="1">
                            <p:cTn id="23" dur="200" autoRev="1"/>
                            <p:tgtEl>
                              <p:spTgt spid="4"/>
                            </p:tgtEl>
                          </p:cBhvr>
                        </p:animScale>
                      </p:childTnLst>
                    </p:cTn>
                  </p:par>
                  <p:par>
                    <p:cTn id="25" presetID="10" presetClass="entr" presetSubtype="0" fill="hold" grpId="3" nodeType="withEffect">
                      <p:stCondLst>
                        <p:cond delay="210"/>
                      </p:stCondLst>
                      <p:childTnLst>
                        <p:set>
                          <p:cBhvr>
                            <p:cTn id="26" dur="1" fill="hold"/>
                            <p:tgtEl>
                              <p:spTgt spid="5"/>
                            </p:tgtEl>
                            <p:attrNameLst>
                              <p:attrName>style.visibility</p:attrName>
                            </p:attrNameLst>
                          </p:cBhvr>
                          <p:to>
                            <p:strVal val="visible"/>
                          </p:to>
                        </p:set>
                        <p:animEffect transition="in" filter="wipe(right)">
                          <p:cBhvr>
                            <p:cTn id="27" dur="350"/>
                            <p:tgtEl>
                              <p:spTgt spid="5"/>
                            </p:tgtEl>
                          </p:cBhvr>
                        </p:animEffect>
                      </p:childTnLst>
                    </p:cTn>
                  </p:par>
                  <p:par>
                    <p:cTn id="28" presetID="10" presetClass="entr" presetSubtype="0" fill="hold" grpId="4" nodeType="withEffect">
                      <p:stCondLst>
                        <p:cond delay="280"/>
                      </p:stCondLst>
                      <p:childTnLst>
                        <p:set>
                          <p:cBhvr>
                            <p:cTn id="29" dur="1" fill="hold"/>
                            <p:tgtEl>
                              <p:spTgt spid="6"/>
                            </p:tgtEl>
                            <p:attrNameLst>
                              <p:attrName>style.visibility</p:attrName>
                            </p:attrNameLst>
                          </p:cBhvr>
                          <p:to>
                            <p:strVal val="visible"/>
                          </p:to>
                        </p:set>
                        <p:animEffect transition="in" filter="wipe(left)">
                          <p:cBhvr>
                            <p:cTn id="30" dur="350"/>
                            <p:tgtEl>
                              <p:spTgt spid="6"/>
                            </p:tgtEl>
                          </p:cBhvr>
                        </p:animEffect>
                      </p:childTnLst>
                    </p:cTn>
                  </p:par>
                  <p:par>
                    <p:cTn id="31" presetID="10" presetClass="entr" presetSubtype="0" fill="hold" grpId="5" nodeType="withEffect">
                      <p:stCondLst>
                        <p:cond delay="350"/>
                      </p:stCondLst>
                      <p:childTnLst>
                        <p:set>
                          <p:cBhvr>
                            <p:cTn id="32" dur="1" fill="hold"/>
                            <p:tgtEl>
                              <p:spTgt spid="7"/>
                            </p:tgtEl>
                            <p:attrNameLst>
                              <p:attrName>style.visibility</p:attrName>
                            </p:attrNameLst>
                          </p:cBhvr>
                          <p:to>
                            <p:strVal val="visible"/>
                          </p:to>
                        </p:set>
                        <p:animEffect transition="in" filter="wipe(right)">
                          <p:cBhvr>
                            <p:cTn id="33" dur="350"/>
                            <p:tgtEl>
                              <p:spTgt spid="7"/>
                            </p:tgtEl>
                          </p:cBhvr>
                        </p:animEffect>
                      </p:childTnLst>
                    </p:cTn>
                  </p:par>
                  <p:par>
                    <p:cTn id="34" presetID="10" presetClass="entr" presetSubtype="0" fill="hold" grpId="6" nodeType="withEffect">
                      <p:stCondLst>
                        <p:cond delay="420"/>
                      </p:stCondLst>
                      <p:childTnLst>
                        <p:set>
                          <p:cBhvr>
                            <p:cTn id="35" dur="1" fill="hold"/>
                            <p:tgtEl>
                              <p:spTgt spid="8"/>
                            </p:tgtEl>
                            <p:attrNameLst>
                              <p:attrName>style.visibility</p:attrName>
                            </p:attrNameLst>
                          </p:cBhvr>
                          <p:to>
                            <p:strVal val="visible"/>
                          </p:to>
                        </p:set>
                        <p:animEffect transition="in" filter="wipe(left)">
                          <p:cBhvr>
                            <p:cTn id="36" dur="350"/>
                            <p:tgtEl>
                              <p:spTgt spid="8"/>
                            </p:tgtEl>
                          </p:cBhvr>
                        </p:animEffect>
                      </p:childTnLst>
                    </p:cTn>
                  </p:par>
                  <p:par>
                    <p:cTn id="37" presetID="10" presetClass="entr" presetSubtype="0" fill="hold" grpId="7" nodeType="withEffect">
                      <p:stCondLst>
                        <p:cond delay="490"/>
                      </p:stCondLst>
                      <p:childTnLst>
                        <p:set>
                          <p:cBhvr>
                            <p:cTn id="38" dur="1" fill="hold"/>
                            <p:tgtEl>
                              <p:spTgt spid="9"/>
                            </p:tgtEl>
                            <p:attrNameLst>
                              <p:attrName>style.visibility</p:attrName>
                            </p:attrNameLst>
                          </p:cBhvr>
                          <p:to>
                            <p:strVal val="visible"/>
                          </p:to>
                        </p:set>
                        <p:animEffect transition="in" filter="wipe(right)">
                          <p:cBhvr>
                            <p:cTn id="39" dur="350"/>
                            <p:tgtEl>
                              <p:spTgt spid="9"/>
                            </p:tgtEl>
                          </p:cBhvr>
                        </p:animEffect>
                      </p:childTnLst>
                    </p:cTn>
                  </p:par>
                  <p:par>
                    <p:cTn id="40" presetID="10" presetClass="entr" presetSubtype="0" fill="hold" grpId="8" nodeType="withEffect">
                      <p:stCondLst>
                        <p:cond delay="560"/>
                      </p:stCondLst>
                      <p:childTnLst>
                        <p:set>
                          <p:cBhvr>
                            <p:cTn id="41" dur="1" fill="hold"/>
                            <p:tgtEl>
                              <p:spTgt spid="10"/>
                            </p:tgtEl>
                            <p:attrNameLst>
                              <p:attrName>style.visibility</p:attrName>
                            </p:attrNameLst>
                          </p:cBhvr>
                          <p:to>
                            <p:strVal val="visible"/>
                          </p:to>
                        </p:set>
                        <p:animEffect transition="in" filter="wipe(left)">
                          <p:cBhvr>
                            <p:cTn id="42" dur="350"/>
                            <p:tgtEl>
                              <p:spTgt spid="10"/>
                            </p:tgtEl>
                          </p:cBhvr>
                        </p:animEffect>
                      </p:childTnLst>
                    </p:cTn>
                  </p:par>
                  <p:par>
                    <p:cTn id="43" presetID="10" presetClass="entr" presetSubtype="0" fill="hold" grpId="9" nodeType="withEffect">
                      <p:stCondLst>
                        <p:cond delay="630"/>
                      </p:stCondLst>
                      <p:childTnLst>
                        <p:set>
                          <p:cBhvr>
                            <p:cTn id="44" dur="1" fill="hold"/>
                            <p:tgtEl>
                              <p:spTgt spid="11"/>
                            </p:tgtEl>
                            <p:attrNameLst>
                              <p:attrName>style.visibility</p:attrName>
                            </p:attrNameLst>
                          </p:cBhvr>
                          <p:to>
                            <p:strVal val="visible"/>
                          </p:to>
                        </p:set>
                        <p:animEffect transition="in" filter="wipe(right)">
                          <p:cBhvr>
                            <p:cTn id="45" dur="350"/>
                            <p:tgtEl>
                              <p:spTgt spid="11"/>
                            </p:tgtEl>
                          </p:cBhvr>
                        </p:animEffect>
                      </p:childTnLst>
                    </p:cTn>
                  </p:par>
                  <p:par>
                    <p:cTn id="46" presetID="10" presetClass="entr" presetSubtype="0" fill="hold" grpId="10" nodeType="withEffect">
                      <p:stCondLst>
                        <p:cond delay="700"/>
                      </p:stCondLst>
                      <p:childTnLst>
                        <p:set>
                          <p:cBhvr>
                            <p:cTn id="47" dur="1" fill="hold"/>
                            <p:tgtEl>
                              <p:spTgt spid="16"/>
                            </p:tgtEl>
                            <p:attrNameLst>
                              <p:attrName>style.visibility</p:attrName>
                            </p:attrNameLst>
                          </p:cBhvr>
                          <p:to>
                            <p:strVal val="visible"/>
                          </p:to>
                        </p:set>
                        <p:animEffect transition="in" filter="wipe(left)">
                          <p:cBhvr>
                            <p:cTn id="48" dur="350"/>
                            <p:tgtEl>
                              <p:spTgt spid="16"/>
                            </p:tgtEl>
                          </p:cBhvr>
                        </p:animEffect>
                      </p:childTnLst>
                    </p:cTn>
                  </p:par>
                  <p:par>
                    <p:cTn id="49" presetID="10" presetClass="entr" presetSubtype="0" fill="hold" grpId="11" nodeType="withEffect">
                      <p:stCondLst>
                        <p:cond delay="770"/>
                      </p:stCondLst>
                      <p:childTnLst>
                        <p:set>
                          <p:cBhvr>
                            <p:cTn id="50" dur="1" fill="hold"/>
                            <p:tgtEl>
                              <p:spTgt spid="17"/>
                            </p:tgtEl>
                            <p:attrNameLst>
                              <p:attrName>style.visibility</p:attrName>
                            </p:attrNameLst>
                          </p:cBhvr>
                          <p:to>
                            <p:strVal val="visible"/>
                          </p:to>
                        </p:set>
                        <p:animEffect transition="in" filter="wipe(right)">
                          <p:cBhvr>
                            <p:cTn id="51" dur="350"/>
                            <p:tgtEl>
                              <p:spTgt spid="17"/>
                            </p:tgtEl>
                          </p:cBhvr>
                        </p:animEffect>
                      </p:childTnLst>
                    </p:cTn>
                  </p:par>
                  <p:par>
                    <p:cTn id="52" presetID="10" presetClass="entr" presetSubtype="0" fill="hold" grpId="12" nodeType="withEffect">
                      <p:stCondLst>
                        <p:cond delay="840"/>
                      </p:stCondLst>
                      <p:childTnLst>
                        <p:set>
                          <p:cBhvr>
                            <p:cTn id="53" dur="1" fill="hold"/>
                            <p:tgtEl>
                              <p:spTgt spid="18"/>
                            </p:tgtEl>
                            <p:attrNameLst>
                              <p:attrName>style.visibility</p:attrName>
                            </p:attrNameLst>
                          </p:cBhvr>
                          <p:to>
                            <p:strVal val="visible"/>
                          </p:to>
                        </p:set>
                        <p:animEffect transition="in" filter="wipe(left)">
                          <p:cBhvr>
                            <p:cTn id="54" dur="350"/>
                            <p:tgtEl>
                              <p:spTgt spid="18"/>
                            </p:tgtEl>
                          </p:cBhvr>
                        </p:animEffect>
                      </p:childTnLst>
                    </p:cTn>
                  </p:par>
                  <p:par>
                    <p:cTn id="55" presetID="10" presetClass="entr" presetSubtype="0" fill="hold" grpId="13" nodeType="withEffect">
                      <p:stCondLst>
                        <p:cond delay="910"/>
                      </p:stCondLst>
                      <p:childTnLst>
                        <p:set>
                          <p:cBhvr>
                            <p:cTn id="56" dur="1" fill="hold"/>
                            <p:tgtEl>
                              <p:spTgt spid="19"/>
                            </p:tgtEl>
                            <p:attrNameLst>
                              <p:attrName>style.visibility</p:attrName>
                            </p:attrNameLst>
                          </p:cBhvr>
                          <p:to>
                            <p:strVal val="visible"/>
                          </p:to>
                        </p:set>
                        <p:animEffect transition="in" filter="wipe(right)">
                          <p:cBhvr>
                            <p:cTn id="57" dur="350"/>
                            <p:tgtEl>
                              <p:spTgt spid="19"/>
                            </p:tgtEl>
                          </p:cBhvr>
                        </p:animEffect>
                      </p:childTnLst>
                    </p:cTn>
                  </p:par>
                  <p:par>
                    <p:cTn id="58" presetID="10" presetClass="entr" presetSubtype="0" fill="hold" grpId="14" nodeType="withEffect">
                      <p:stCondLst>
                        <p:cond delay="980"/>
                      </p:stCondLst>
                      <p:childTnLst>
                        <p:set>
                          <p:cBhvr>
                            <p:cTn id="59" dur="1" fill="hold"/>
                            <p:tgtEl>
                              <p:spTgt spid="20"/>
                            </p:tgtEl>
                            <p:attrNameLst>
                              <p:attrName>style.visibility</p:attrName>
                            </p:attrNameLst>
                          </p:cBhvr>
                          <p:to>
                            <p:strVal val="visible"/>
                          </p:to>
                        </p:set>
                        <p:animEffect transition="in" filter="wipe(left)">
                          <p:cBhvr>
                            <p:cTn id="60" dur="350"/>
                            <p:tgtEl>
                              <p:spTgt spid="20"/>
                            </p:tgtEl>
                          </p:cBhvr>
                        </p:animEffect>
                      </p:childTnLst>
                    </p:cTn>
                  </p:par>
                  <p:par>
                    <p:cTn id="61" presetID="10" presetClass="entr" presetSubtype="0" fill="hold" grpId="15" nodeType="withEffect">
                      <p:stCondLst>
                        <p:cond delay="1050"/>
                      </p:stCondLst>
                      <p:childTnLst>
                        <p:set>
                          <p:cBhvr>
                            <p:cTn id="62" dur="1" fill="hold"/>
                            <p:tgtEl>
                              <p:spTgt spid="21"/>
                            </p:tgtEl>
                            <p:attrNameLst>
                              <p:attrName>style.visibility</p:attrName>
                            </p:attrNameLst>
                          </p:cBhvr>
                          <p:to>
                            <p:strVal val="visible"/>
                          </p:to>
                        </p:set>
                        <p:animEffect transition="in" filter="wipe(right)">
                          <p:cBhvr>
                            <p:cTn id="63" dur="350"/>
                            <p:tgtEl>
                              <p:spTgt spid="21"/>
                            </p:tgtEl>
                          </p:cBhvr>
                        </p:animEffect>
                      </p:childTnLst>
                    </p:cTn>
                  </p:par>
                  <p:par>
                    <p:cTn id="64" presetID="10" presetClass="entr" presetSubtype="0" fill="hold" grpId="16" nodeType="withEffect">
                      <p:stCondLst>
                        <p:cond delay="1120"/>
                      </p:stCondLst>
                      <p:childTnLst>
                        <p:set>
                          <p:cBhvr>
                            <p:cTn id="65" dur="1" fill="hold"/>
                            <p:tgtEl>
                              <p:spTgt spid="22"/>
                            </p:tgtEl>
                            <p:attrNameLst>
                              <p:attrName>style.visibility</p:attrName>
                            </p:attrNameLst>
                          </p:cBhvr>
                          <p:to>
                            <p:strVal val="visible"/>
                          </p:to>
                        </p:set>
                        <p:animEffect transition="in" filter="wipe(left)">
                          <p:cBhvr>
                            <p:cTn id="66" dur="350"/>
                            <p:tgtEl>
                              <p:spTgt spid="22"/>
                            </p:tgtEl>
                          </p:cBhvr>
                        </p:animEffect>
                      </p:childTnLst>
                    </p:cTn>
                  </p:par>
                  <p:par>
                    <p:cTn id="67" presetID="10" presetClass="entr" presetSubtype="0" fill="hold" grpId="17" nodeType="withEffect">
                      <p:stCondLst>
                        <p:cond delay="1190"/>
                      </p:stCondLst>
                      <p:childTnLst>
                        <p:set>
                          <p:cBhvr>
                            <p:cTn id="68" dur="1" fill="hold"/>
                            <p:tgtEl>
                              <p:spTgt spid="23"/>
                            </p:tgtEl>
                            <p:attrNameLst>
                              <p:attrName>style.visibility</p:attrName>
                            </p:attrNameLst>
                          </p:cBhvr>
                          <p:to>
                            <p:strVal val="visible"/>
                          </p:to>
                        </p:set>
                        <p:animEffect transition="in" filter="wipe(right)">
                          <p:cBhvr>
                            <p:cTn id="69" dur="350"/>
                            <p:tgtEl>
                              <p:spTgt spid="23"/>
                            </p:tgtEl>
                          </p:cBhvr>
                        </p:animEffect>
                      </p:childTnLst>
                    </p:cTn>
                  </p:par>
                  <p:par>
                    <p:cTn id="70" presetID="10" presetClass="entr" presetSubtype="0" fill="hold" grpId="18" nodeType="withEffect">
                      <p:stCondLst>
                        <p:cond delay="1260"/>
                      </p:stCondLst>
                      <p:childTnLst>
                        <p:set>
                          <p:cBhvr>
                            <p:cTn id="71" dur="1" fill="hold"/>
                            <p:tgtEl>
                              <p:spTgt spid="24"/>
                            </p:tgtEl>
                            <p:attrNameLst>
                              <p:attrName>style.visibility</p:attrName>
                            </p:attrNameLst>
                          </p:cBhvr>
                          <p:to>
                            <p:strVal val="visible"/>
                          </p:to>
                        </p:set>
                        <p:animEffect transition="in" filter="wipe(left)">
                          <p:cBhvr>
                            <p:cTn id="72" dur="350"/>
                            <p:tgtEl>
                              <p:spTgt spid="24"/>
                            </p:tgtEl>
                          </p:cBhvr>
                        </p:animEffect>
                      </p:childTnLst>
                    </p:cTn>
                  </p:par>
                  <p:par>
                    <p:cTn id="73" presetID="10" presetClass="entr" presetSubtype="0" fill="hold" grpId="19" nodeType="withEffect">
                      <p:stCondLst>
                        <p:cond delay="1330"/>
                      </p:stCondLst>
                      <p:childTnLst>
                        <p:set>
                          <p:cBhvr>
                            <p:cTn id="74" dur="1" fill="hold"/>
                            <p:tgtEl>
                              <p:spTgt spid="25"/>
                            </p:tgtEl>
                            <p:attrNameLst>
                              <p:attrName>style.visibility</p:attrName>
                            </p:attrNameLst>
                          </p:cBhvr>
                          <p:to>
                            <p:strVal val="visible"/>
                          </p:to>
                        </p:set>
                        <p:animEffect transition="in" filter="wipe(right)">
                          <p:cBhvr>
                            <p:cTn id="75" dur="350"/>
                            <p:tgtEl>
                              <p:spTgt spid="25"/>
                            </p:tgtEl>
                          </p:cBhvr>
                        </p:animEffect>
                      </p:childTnLst>
                    </p:cTn>
                  </p:par>
                  <p:par>
                    <p:cTn id="76" presetID="10" presetClass="entr" presetSubtype="0" fill="hold" grpId="20" nodeType="withEffect">
                      <p:stCondLst>
                        <p:cond delay="1400"/>
                      </p:stCondLst>
                      <p:childTnLst>
                        <p:set>
                          <p:cBhvr>
                            <p:cTn id="77" dur="1" fill="hold"/>
                            <p:tgtEl>
                              <p:spTgt spid="26"/>
                            </p:tgtEl>
                            <p:attrNameLst>
                              <p:attrName>style.visibility</p:attrName>
                            </p:attrNameLst>
                          </p:cBhvr>
                          <p:to>
                            <p:strVal val="visible"/>
                          </p:to>
                        </p:set>
                        <p:animEffect transition="in" filter="wipe(left)">
                          <p:cBhvr>
                            <p:cTn id="78" dur="350"/>
                            <p:tgtEl>
                              <p:spTgt spid="26"/>
                            </p:tgtEl>
                          </p:cBhvr>
                        </p:animEffect>
                      </p:childTnLst>
                    </p:cTn>
                  </p:par>
                  <p:par>
                    <p:cTn id="79" presetID="10" presetClass="entr" presetSubtype="0" fill="hold" grpId="21" nodeType="withEffect">
                      <p:stCondLst>
                        <p:cond delay="1470"/>
                      </p:stCondLst>
                      <p:childTnLst>
                        <p:set>
                          <p:cBhvr>
                            <p:cTn id="80" dur="1" fill="hold"/>
                            <p:tgtEl>
                              <p:spTgt spid="27"/>
                            </p:tgtEl>
                            <p:attrNameLst>
                              <p:attrName>style.visibility</p:attrName>
                            </p:attrNameLst>
                          </p:cBhvr>
                          <p:to>
                            <p:strVal val="visible"/>
                          </p:to>
                        </p:set>
                        <p:animEffect transition="in" filter="wipe(right)">
                          <p:cBhvr>
                            <p:cTn id="81" dur="350"/>
                            <p:tgtEl>
                              <p:spTgt spid="27"/>
                            </p:tgtEl>
                          </p:cBhvr>
                        </p:animEffect>
                      </p:childTnLst>
                    </p:cTn>
                  </p:par>
                  <p:par>
                    <p:cTn id="82" presetID="10" presetClass="entr" presetSubtype="0" fill="hold" grpId="22" nodeType="withEffect">
                      <p:stCondLst>
                        <p:cond delay="1540"/>
                      </p:stCondLst>
                      <p:childTnLst>
                        <p:set>
                          <p:cBhvr>
                            <p:cTn id="83" dur="1" fill="hold"/>
                            <p:tgtEl>
                              <p:spTgt spid="28"/>
                            </p:tgtEl>
                            <p:attrNameLst>
                              <p:attrName>style.visibility</p:attrName>
                            </p:attrNameLst>
                          </p:cBhvr>
                          <p:to>
                            <p:strVal val="visible"/>
                          </p:to>
                        </p:set>
                        <p:animEffect transition="in" filter="wipe(left)">
                          <p:cBhvr>
                            <p:cTn id="84" dur="350"/>
                            <p:tgtEl>
                              <p:spTgt spid="28"/>
                            </p:tgtEl>
                          </p:cBhvr>
                        </p:animEffect>
                      </p:childTnLst>
                    </p:cTn>
                  </p:par>
                  <p:par>
                    <p:cTn id="85" presetID="10" presetClass="entr" presetSubtype="0" fill="hold" grpId="23" nodeType="withEffect">
                      <p:stCondLst>
                        <p:cond delay="1610"/>
                      </p:stCondLst>
                      <p:childTnLst>
                        <p:set>
                          <p:cBhvr>
                            <p:cTn id="86" dur="1" fill="hold"/>
                            <p:tgtEl>
                              <p:spTgt spid="29"/>
                            </p:tgtEl>
                            <p:attrNameLst>
                              <p:attrName>style.visibility</p:attrName>
                            </p:attrNameLst>
                          </p:cBhvr>
                          <p:to>
                            <p:strVal val="visible"/>
                          </p:to>
                        </p:set>
                        <p:animEffect transition="in" filter="wipe(right)">
                          <p:cBhvr>
                            <p:cTn id="87" dur="350"/>
                            <p:tgtEl>
                              <p:spTgt spid="29"/>
                            </p:tgtEl>
                          </p:cBhvr>
                        </p:animEffect>
                      </p:childTnLst>
                    </p:cTn>
                  </p:par>
                  <p:par>
                    <p:cTn id="88" presetID="10" presetClass="entr" presetSubtype="0" fill="hold" grpId="24" nodeType="withEffect">
                      <p:stCondLst>
                        <p:cond delay="1680"/>
                      </p:stCondLst>
                      <p:childTnLst>
                        <p:set>
                          <p:cBhvr>
                            <p:cTn id="89" dur="1" fill="hold"/>
                            <p:tgtEl>
                              <p:spTgt spid="30"/>
                            </p:tgtEl>
                            <p:attrNameLst>
                              <p:attrName>style.visibility</p:attrName>
                            </p:attrNameLst>
                          </p:cBhvr>
                          <p:to>
                            <p:strVal val="visible"/>
                          </p:to>
                        </p:set>
                        <p:animEffect transition="in" filter="wipe(left)">
                          <p:cBhvr>
                            <p:cTn id="90" dur="350"/>
                            <p:tgtEl>
                              <p:spTgt spid="30"/>
                            </p:tgtEl>
                          </p:cBhvr>
                        </p:animEffect>
                      </p:childTnLst>
                    </p:cTn>
                  </p:par>
                  <p:par>
                    <p:cTn id="91" presetID="10" presetClass="entr" presetSubtype="0" fill="hold" grpId="25" nodeType="withEffect">
                      <p:stCondLst>
                        <p:cond delay="1750"/>
                      </p:stCondLst>
                      <p:childTnLst>
                        <p:set>
                          <p:cBhvr>
                            <p:cTn id="92" dur="1" fill="hold"/>
                            <p:tgtEl>
                              <p:spTgt spid="31"/>
                            </p:tgtEl>
                            <p:attrNameLst>
                              <p:attrName>style.visibility</p:attrName>
                            </p:attrNameLst>
                          </p:cBhvr>
                          <p:to>
                            <p:strVal val="visible"/>
                          </p:to>
                        </p:set>
                        <p:animEffect transition="in" filter="wipe(right)">
                          <p:cBhvr>
                            <p:cTn id="93" dur="350"/>
                            <p:tgtEl>
                              <p:spTgt spid="31"/>
                            </p:tgtEl>
                          </p:cBhvr>
                        </p:animEffect>
                      </p:childTnLst>
                    </p:cTn>
                  </p:par>
                  <p:par>
                    <p:cTn id="94" presetID="10" presetClass="entr" presetSubtype="0" fill="hold" grpId="26" nodeType="withEffect">
                      <p:stCondLst>
                        <p:cond delay="1820"/>
                      </p:stCondLst>
                      <p:childTnLst>
                        <p:set>
                          <p:cBhvr>
                            <p:cTn id="95" dur="1" fill="hold"/>
                            <p:tgtEl>
                              <p:spTgt spid="32"/>
                            </p:tgtEl>
                            <p:attrNameLst>
                              <p:attrName>style.visibility</p:attrName>
                            </p:attrNameLst>
                          </p:cBhvr>
                          <p:to>
                            <p:strVal val="visible"/>
                          </p:to>
                        </p:set>
                        <p:animEffect transition="in" filter="wipe(left)">
                          <p:cBhvr>
                            <p:cTn id="96" dur="350"/>
                            <p:tgtEl>
                              <p:spTgt spid="32"/>
                            </p:tgtEl>
                          </p:cBhvr>
                        </p:animEffect>
                      </p:childTnLst>
                    </p:cTn>
                  </p:par>
                  <p:par>
                    <p:cTn id="97" presetID="10" presetClass="entr" presetSubtype="0" fill="hold" grpId="27" nodeType="withEffect">
                      <p:stCondLst>
                        <p:cond delay="1890"/>
                      </p:stCondLst>
                      <p:childTnLst>
                        <p:set>
                          <p:cBhvr>
                            <p:cTn id="98" dur="1" fill="hold"/>
                            <p:tgtEl>
                              <p:spTgt spid="33"/>
                            </p:tgtEl>
                            <p:attrNameLst>
                              <p:attrName>style.visibility</p:attrName>
                            </p:attrNameLst>
                          </p:cBhvr>
                          <p:to>
                            <p:strVal val="visible"/>
                          </p:to>
                        </p:set>
                        <p:animEffect transition="in" filter="wipe(right)">
                          <p:cBhvr>
                            <p:cTn id="99" dur="350"/>
                            <p:tgtEl>
                              <p:spTgt spid="33"/>
                            </p:tgtEl>
                          </p:cBhvr>
                        </p:animEffect>
                      </p:childTnLst>
                    </p:cTn>
                  </p:par>
                  <p:par>
                    <p:cTn id="100" presetID="10" presetClass="entr" presetSubtype="0" fill="hold" grpId="28" nodeType="withEffect">
                      <p:stCondLst>
                        <p:cond delay="1960"/>
                      </p:stCondLst>
                      <p:childTnLst>
                        <p:set>
                          <p:cBhvr>
                            <p:cTn id="101" dur="1" fill="hold"/>
                            <p:tgtEl>
                              <p:spTgt spid="34"/>
                            </p:tgtEl>
                            <p:attrNameLst>
                              <p:attrName>style.visibility</p:attrName>
                            </p:attrNameLst>
                          </p:cBhvr>
                          <p:to>
                            <p:strVal val="visible"/>
                          </p:to>
                        </p:set>
                        <p:animEffect transition="in" filter="wipe(left)">
                          <p:cBhvr>
                            <p:cTn id="102" dur="350"/>
                            <p:tgtEl>
                              <p:spTgt spid="34"/>
                            </p:tgtEl>
                          </p:cBhvr>
                        </p:animEffect>
                      </p:childTnLst>
                    </p:cTn>
                  </p:par>
                  <p:par>
                    <p:cTn id="103" presetID="10" presetClass="entr" presetSubtype="0" fill="hold" grpId="29" nodeType="withEffect">
                      <p:stCondLst>
                        <p:cond delay="2030"/>
                      </p:stCondLst>
                      <p:childTnLst>
                        <p:set>
                          <p:cBhvr>
                            <p:cTn id="104" dur="1" fill="hold"/>
                            <p:tgtEl>
                              <p:spTgt spid="35"/>
                            </p:tgtEl>
                            <p:attrNameLst>
                              <p:attrName>style.visibility</p:attrName>
                            </p:attrNameLst>
                          </p:cBhvr>
                          <p:to>
                            <p:strVal val="visible"/>
                          </p:to>
                        </p:set>
                        <p:animEffect transition="in" filter="wipe(right)">
                          <p:cBhvr>
                            <p:cTn id="105" dur="350"/>
                            <p:tgtEl>
                              <p:spTgt spid="35"/>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6" grpId="10" uiExpand="1" build="p"/>
      <p:bldP spid="17" grpId="11" uiExpand="1" build="p"/>
      <p:bldP spid="18" grpId="12" uiExpand="1" build="p"/>
      <p:bldP spid="19" grpId="13" uiExpand="1" build="p"/>
      <p:bldP spid="20" grpId="14" uiExpand="1" build="p"/>
      <p:bldP spid="21" grpId="15" uiExpand="1" build="p"/>
      <p:bldP spid="22" grpId="16" uiExpand="1" build="p"/>
      <p:bldP spid="23" grpId="17" uiExpand="1" build="p"/>
      <p:bldP spid="24" grpId="18" uiExpand="1" build="p"/>
      <p:bldP spid="25" grpId="19" uiExpand="1" build="p"/>
      <p:bldP spid="26" grpId="20" uiExpand="1" build="p"/>
      <p:bldP spid="27" grpId="21" uiExpand="1" build="p"/>
      <p:bldP spid="28" grpId="22" uiExpand="1" build="p"/>
      <p:bldP spid="29" grpId="23" uiExpand="1" build="p"/>
      <p:bldP spid="30" grpId="24" uiExpand="1" build="p"/>
      <p:bldP spid="31" grpId="25" uiExpand="1" build="p"/>
      <p:bldP spid="32" grpId="26" uiExpand="1" build="p"/>
      <p:bldP spid="33" grpId="27" uiExpand="1" build="p"/>
      <p:bldP spid="34" grpId="28" uiExpand="1" build="p"/>
      <p:bldP spid="35" grpId="29"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checker dir="horz"/>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slide(fromBottom)">
                          <p:cBhvr>
                            <p:cTn id="12" dur="600"/>
                            <p:tgtEl>
                              <p:spTgt spid="2"/>
                            </p:tgtEl>
                          </p:cBhvr>
                        </p:animEffect>
                      </p:childTnLst>
                    </p:cTn>
                  </p:par>
                  <p:par>
                    <p:cTn id="13" presetID="26" presetClass="emph" presetSubtype="0" fill="hold" grpId="100" nodeType="afterEffect">
                      <p:stCondLst>
                        <p:cond delay="7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110"/>
                      </p:stCondLst>
                      <p:childTnLst>
                        <p:set>
                          <p:cBhvr>
                            <p:cTn id="17" dur="1" fill="hold"/>
                            <p:tgtEl>
                              <p:spTgt spid="3"/>
                            </p:tgtEl>
                            <p:attrNameLst>
                              <p:attrName>style.visibility</p:attrName>
                            </p:attrNameLst>
                          </p:cBhvr>
                          <p:to>
                            <p:strVal val="visible"/>
                          </p:to>
                        </p:set>
                        <p:animEffect transition="in" filter="slide(fromLeft)">
                          <p:cBhvr>
                            <p:cTn id="18" dur="600"/>
                            <p:tgtEl>
                              <p:spTgt spid="3"/>
                            </p:tgtEl>
                          </p:cBhvr>
                        </p:animEffect>
                      </p:childTnLst>
                    </p:cTn>
                  </p:par>
                  <p:par>
                    <p:cTn id="19" presetID="10" presetClass="entr" presetSubtype="0" fill="hold" grpId="2" nodeType="withEffect">
                      <p:stCondLst>
                        <p:cond delay="220"/>
                      </p:stCondLst>
                      <p:childTnLst>
                        <p:set>
                          <p:cBhvr>
                            <p:cTn id="20" dur="1" fill="hold"/>
                            <p:tgtEl>
                              <p:spTgt spid="4"/>
                            </p:tgtEl>
                            <p:attrNameLst>
                              <p:attrName>style.visibility</p:attrName>
                            </p:attrNameLst>
                          </p:cBhvr>
                          <p:to>
                            <p:strVal val="visible"/>
                          </p:to>
                        </p:set>
                        <p:animEffect transition="in" filter="slide(fromBottom)">
                          <p:cBhvr>
                            <p:cTn id="21" dur="600"/>
                            <p:tgtEl>
                              <p:spTgt spid="4"/>
                            </p:tgtEl>
                          </p:cBhvr>
                        </p:animEffect>
                      </p:childTnLst>
                    </p:cTn>
                  </p:par>
                  <p:par>
                    <p:cTn id="22" presetID="26" presetClass="emph" presetSubtype="0" fill="hold" grpId="102" nodeType="afterEffect">
                      <p:stCondLst>
                        <p:cond delay="920"/>
                      </p:stCondLst>
                      <p:childTnLst>
                        <p:animScale>
                          <p:by x="115000" y="115000"/>
                          <p:cBhvr autoRev="1">
                            <p:cTn id="23" dur="200" autoRev="1"/>
                            <p:tgtEl>
                              <p:spTgt spid="4"/>
                            </p:tgtEl>
                          </p:cBhvr>
                        </p:animScale>
                      </p:childTnLst>
                    </p:cTn>
                  </p:par>
                  <p:par>
                    <p:cTn id="25" presetID="10" presetClass="entr" presetSubtype="0" fill="hold" grpId="3" nodeType="withEffect">
                      <p:stCondLst>
                        <p:cond delay="330"/>
                      </p:stCondLst>
                      <p:childTnLst>
                        <p:set>
                          <p:cBhvr>
                            <p:cTn id="26" dur="1" fill="hold"/>
                            <p:tgtEl>
                              <p:spTgt spid="5"/>
                            </p:tgtEl>
                            <p:attrNameLst>
                              <p:attrName>style.visibility</p:attrName>
                            </p:attrNameLst>
                          </p:cBhvr>
                          <p:to>
                            <p:strVal val="visible"/>
                          </p:to>
                        </p:set>
                        <p:animEffect transition="in" filter="slide(fromLeft)">
                          <p:cBhvr>
                            <p:cTn id="27" dur="600"/>
                            <p:tgtEl>
                              <p:spTgt spid="5"/>
                            </p:tgtEl>
                          </p:cBhvr>
                        </p:animEffect>
                      </p:childTnLst>
                    </p:cTn>
                  </p:par>
                  <p:par>
                    <p:cTn id="28" presetID="10" presetClass="entr" presetSubtype="0" fill="hold" grpId="4" nodeType="withEffect">
                      <p:stCondLst>
                        <p:cond delay="440"/>
                      </p:stCondLst>
                      <p:childTnLst>
                        <p:set>
                          <p:cBhvr>
                            <p:cTn id="29" dur="1" fill="hold"/>
                            <p:tgtEl>
                              <p:spTgt spid="6"/>
                            </p:tgtEl>
                            <p:attrNameLst>
                              <p:attrName>style.visibility</p:attrName>
                            </p:attrNameLst>
                          </p:cBhvr>
                          <p:to>
                            <p:strVal val="visible"/>
                          </p:to>
                        </p:set>
                        <p:animEffect transition="in" filter="slide(fromBottom)">
                          <p:cBhvr>
                            <p:cTn id="30" dur="600"/>
                            <p:tgtEl>
                              <p:spTgt spid="6"/>
                            </p:tgtEl>
                          </p:cBhvr>
                        </p:animEffect>
                      </p:childTnLst>
                    </p:cTn>
                  </p:par>
                  <p:par>
                    <p:cTn id="31" presetID="10" presetClass="entr" presetSubtype="0" fill="hold" grpId="5" nodeType="withEffect">
                      <p:stCondLst>
                        <p:cond delay="550"/>
                      </p:stCondLst>
                      <p:childTnLst>
                        <p:set>
                          <p:cBhvr>
                            <p:cTn id="32" dur="1" fill="hold"/>
                            <p:tgtEl>
                              <p:spTgt spid="7"/>
                            </p:tgtEl>
                            <p:attrNameLst>
                              <p:attrName>style.visibility</p:attrName>
                            </p:attrNameLst>
                          </p:cBhvr>
                          <p:to>
                            <p:strVal val="visible"/>
                          </p:to>
                        </p:set>
                        <p:animEffect transition="in" filter="slide(fromLeft)">
                          <p:cBhvr>
                            <p:cTn id="33" dur="600"/>
                            <p:tgtEl>
                              <p:spTgt spid="7"/>
                            </p:tgtEl>
                          </p:cBhvr>
                        </p:animEffect>
                      </p:childTnLst>
                    </p:cTn>
                  </p:par>
                  <p:par>
                    <p:cTn id="34" presetID="10" presetClass="entr" presetSubtype="0" fill="hold" grpId="6" nodeType="withEffect">
                      <p:stCondLst>
                        <p:cond delay="660"/>
                      </p:stCondLst>
                      <p:childTnLst>
                        <p:set>
                          <p:cBhvr>
                            <p:cTn id="35" dur="1" fill="hold"/>
                            <p:tgtEl>
                              <p:spTgt spid="8"/>
                            </p:tgtEl>
                            <p:attrNameLst>
                              <p:attrName>style.visibility</p:attrName>
                            </p:attrNameLst>
                          </p:cBhvr>
                          <p:to>
                            <p:strVal val="visible"/>
                          </p:to>
                        </p:set>
                        <p:animEffect transition="in" filter="slide(fromBottom)">
                          <p:cBhvr>
                            <p:cTn id="36" dur="600"/>
                            <p:tgtEl>
                              <p:spTgt spid="8"/>
                            </p:tgtEl>
                          </p:cBhvr>
                        </p:animEffect>
                      </p:childTnLst>
                    </p:cTn>
                  </p:par>
                  <p:par>
                    <p:cTn id="37" presetID="10" presetClass="entr" presetSubtype="0" fill="hold" grpId="7" nodeType="withEffect">
                      <p:stCondLst>
                        <p:cond delay="770"/>
                      </p:stCondLst>
                      <p:childTnLst>
                        <p:set>
                          <p:cBhvr>
                            <p:cTn id="38" dur="1" fill="hold"/>
                            <p:tgtEl>
                              <p:spTgt spid="9"/>
                            </p:tgtEl>
                            <p:attrNameLst>
                              <p:attrName>style.visibility</p:attrName>
                            </p:attrNameLst>
                          </p:cBhvr>
                          <p:to>
                            <p:strVal val="visible"/>
                          </p:to>
                        </p:set>
                        <p:animEffect transition="in" filter="slide(fromLeft)">
                          <p:cBhvr>
                            <p:cTn id="39" dur="600"/>
                            <p:tgtEl>
                              <p:spTgt spid="9"/>
                            </p:tgtEl>
                          </p:cBhvr>
                        </p:animEffect>
                      </p:childTnLst>
                    </p:cTn>
                  </p:par>
                  <p:par>
                    <p:cTn id="40" presetID="10" presetClass="entr" presetSubtype="0" fill="hold" grpId="8" nodeType="withEffect">
                      <p:stCondLst>
                        <p:cond delay="880"/>
                      </p:stCondLst>
                      <p:childTnLst>
                        <p:set>
                          <p:cBhvr>
                            <p:cTn id="41" dur="1" fill="hold"/>
                            <p:tgtEl>
                              <p:spTgt spid="10"/>
                            </p:tgtEl>
                            <p:attrNameLst>
                              <p:attrName>style.visibility</p:attrName>
                            </p:attrNameLst>
                          </p:cBhvr>
                          <p:to>
                            <p:strVal val="visible"/>
                          </p:to>
                        </p:set>
                        <p:animEffect transition="in" filter="slide(fromBottom)">
                          <p:cBhvr>
                            <p:cTn id="42" dur="600"/>
                            <p:tgtEl>
                              <p:spTgt spid="10"/>
                            </p:tgtEl>
                          </p:cBhvr>
                        </p:animEffect>
                      </p:childTnLst>
                    </p:cTn>
                  </p:par>
                  <p:par>
                    <p:cTn id="43" presetID="10" presetClass="entr" presetSubtype="0" fill="hold" grpId="9" nodeType="withEffect">
                      <p:stCondLst>
                        <p:cond delay="990"/>
                      </p:stCondLst>
                      <p:childTnLst>
                        <p:set>
                          <p:cBhvr>
                            <p:cTn id="44" dur="1" fill="hold"/>
                            <p:tgtEl>
                              <p:spTgt spid="11"/>
                            </p:tgtEl>
                            <p:attrNameLst>
                              <p:attrName>style.visibility</p:attrName>
                            </p:attrNameLst>
                          </p:cBhvr>
                          <p:to>
                            <p:strVal val="visible"/>
                          </p:to>
                        </p:set>
                        <p:animEffect transition="in" filter="slide(fromLeft)">
                          <p:cBhvr>
                            <p:cTn id="45" dur="600"/>
                            <p:tgtEl>
                              <p:spTgt spid="11"/>
                            </p:tgtEl>
                          </p:cBhvr>
                        </p:animEffect>
                      </p:childTnLst>
                    </p:cTn>
                  </p:par>
                  <p:par>
                    <p:cTn id="46" presetID="10" presetClass="entr" presetSubtype="0" fill="hold" grpId="10" nodeType="withEffect">
                      <p:stCondLst>
                        <p:cond delay="1100"/>
                      </p:stCondLst>
                      <p:childTnLst>
                        <p:set>
                          <p:cBhvr>
                            <p:cTn id="47" dur="1" fill="hold"/>
                            <p:tgtEl>
                              <p:spTgt spid="12"/>
                            </p:tgtEl>
                            <p:attrNameLst>
                              <p:attrName>style.visibility</p:attrName>
                            </p:attrNameLst>
                          </p:cBhvr>
                          <p:to>
                            <p:strVal val="visible"/>
                          </p:to>
                        </p:set>
                        <p:animEffect transition="in" filter="slide(fromBottom)">
                          <p:cBhvr>
                            <p:cTn id="48" dur="600"/>
                            <p:tgtEl>
                              <p:spTgt spid="12"/>
                            </p:tgtEl>
                          </p:cBhvr>
                        </p:animEffect>
                      </p:childTnLst>
                    </p:cTn>
                  </p:par>
                  <p:par>
                    <p:cTn id="49" presetID="10" presetClass="entr" presetSubtype="0" fill="hold" grpId="11" nodeType="withEffect">
                      <p:stCondLst>
                        <p:cond delay="1210"/>
                      </p:stCondLst>
                      <p:childTnLst>
                        <p:set>
                          <p:cBhvr>
                            <p:cTn id="50" dur="1" fill="hold"/>
                            <p:tgtEl>
                              <p:spTgt spid="15"/>
                            </p:tgtEl>
                            <p:attrNameLst>
                              <p:attrName>style.visibility</p:attrName>
                            </p:attrNameLst>
                          </p:cBhvr>
                          <p:to>
                            <p:strVal val="visible"/>
                          </p:to>
                        </p:set>
                        <p:animEffect transition="in" filter="slide(fromLeft)">
                          <p:cBhvr>
                            <p:cTn id="51" dur="600"/>
                            <p:tgtEl>
                              <p:spTgt spid="15"/>
                            </p:tgtEl>
                          </p:cBhvr>
                        </p:animEffect>
                      </p:childTnLst>
                    </p:cTn>
                  </p:par>
                  <p:par>
                    <p:cTn id="52" presetID="10" presetClass="entr" presetSubtype="0" fill="hold" grpId="12" nodeType="withEffect">
                      <p:stCondLst>
                        <p:cond delay="1320"/>
                      </p:stCondLst>
                      <p:childTnLst>
                        <p:set>
                          <p:cBhvr>
                            <p:cTn id="53" dur="1" fill="hold"/>
                            <p:tgtEl>
                              <p:spTgt spid="16"/>
                            </p:tgtEl>
                            <p:attrNameLst>
                              <p:attrName>style.visibility</p:attrName>
                            </p:attrNameLst>
                          </p:cBhvr>
                          <p:to>
                            <p:strVal val="visible"/>
                          </p:to>
                        </p:set>
                        <p:animEffect transition="in" filter="slide(fromBottom)">
                          <p:cBhvr>
                            <p:cTn id="54" dur="600"/>
                            <p:tgtEl>
                              <p:spTgt spid="16"/>
                            </p:tgtEl>
                          </p:cBhvr>
                        </p:animEffect>
                      </p:childTnLst>
                    </p:cTn>
                  </p:par>
                  <p:par>
                    <p:cTn id="55" presetID="10" presetClass="entr" presetSubtype="0" fill="hold" grpId="13" nodeType="withEffect">
                      <p:stCondLst>
                        <p:cond delay="1430"/>
                      </p:stCondLst>
                      <p:childTnLst>
                        <p:set>
                          <p:cBhvr>
                            <p:cTn id="56" dur="1" fill="hold"/>
                            <p:tgtEl>
                              <p:spTgt spid="17"/>
                            </p:tgtEl>
                            <p:attrNameLst>
                              <p:attrName>style.visibility</p:attrName>
                            </p:attrNameLst>
                          </p:cBhvr>
                          <p:to>
                            <p:strVal val="visible"/>
                          </p:to>
                        </p:set>
                        <p:animEffect transition="in" filter="slide(fromLeft)">
                          <p:cBhvr>
                            <p:cTn id="57" dur="600"/>
                            <p:tgtEl>
                              <p:spTgt spid="17"/>
                            </p:tgtEl>
                          </p:cBhvr>
                        </p:animEffect>
                      </p:childTnLst>
                    </p:cTn>
                  </p:par>
                  <p:par>
                    <p:cTn id="58" presetID="10" presetClass="entr" presetSubtype="0" fill="hold" grpId="14" nodeType="withEffect">
                      <p:stCondLst>
                        <p:cond delay="1540"/>
                      </p:stCondLst>
                      <p:childTnLst>
                        <p:set>
                          <p:cBhvr>
                            <p:cTn id="59" dur="1" fill="hold"/>
                            <p:tgtEl>
                              <p:spTgt spid="18"/>
                            </p:tgtEl>
                            <p:attrNameLst>
                              <p:attrName>style.visibility</p:attrName>
                            </p:attrNameLst>
                          </p:cBhvr>
                          <p:to>
                            <p:strVal val="visible"/>
                          </p:to>
                        </p:set>
                        <p:animEffect transition="in" filter="slide(fromBottom)">
                          <p:cBhvr>
                            <p:cTn id="60" dur="600"/>
                            <p:tgtEl>
                              <p:spTgt spid="18"/>
                            </p:tgtEl>
                          </p:cBhvr>
                        </p:animEffect>
                      </p:childTnLst>
                    </p:cTn>
                  </p:par>
                  <p:par>
                    <p:cTn id="61" presetID="10" presetClass="entr" presetSubtype="0" fill="hold" grpId="15" nodeType="withEffect">
                      <p:stCondLst>
                        <p:cond delay="1650"/>
                      </p:stCondLst>
                      <p:childTnLst>
                        <p:set>
                          <p:cBhvr>
                            <p:cTn id="62" dur="1" fill="hold"/>
                            <p:tgtEl>
                              <p:spTgt spid="19"/>
                            </p:tgtEl>
                            <p:attrNameLst>
                              <p:attrName>style.visibility</p:attrName>
                            </p:attrNameLst>
                          </p:cBhvr>
                          <p:to>
                            <p:strVal val="visible"/>
                          </p:to>
                        </p:set>
                        <p:animEffect transition="in" filter="slide(fromLeft)">
                          <p:cBhvr>
                            <p:cTn id="63" dur="600"/>
                            <p:tgtEl>
                              <p:spTgt spid="19"/>
                            </p:tgtEl>
                          </p:cBhvr>
                        </p:animEffect>
                      </p:childTnLst>
                    </p:cTn>
                  </p:par>
                  <p:par>
                    <p:cTn id="64" presetID="10" presetClass="entr" presetSubtype="0" fill="hold" grpId="16" nodeType="withEffect">
                      <p:stCondLst>
                        <p:cond delay="1760"/>
                      </p:stCondLst>
                      <p:childTnLst>
                        <p:set>
                          <p:cBhvr>
                            <p:cTn id="65" dur="1" fill="hold"/>
                            <p:tgtEl>
                              <p:spTgt spid="20"/>
                            </p:tgtEl>
                            <p:attrNameLst>
                              <p:attrName>style.visibility</p:attrName>
                            </p:attrNameLst>
                          </p:cBhvr>
                          <p:to>
                            <p:strVal val="visible"/>
                          </p:to>
                        </p:set>
                        <p:animEffect transition="in" filter="slide(fromBottom)">
                          <p:cBhvr>
                            <p:cTn id="66" dur="600"/>
                            <p:tgtEl>
                              <p:spTgt spid="20"/>
                            </p:tgtEl>
                          </p:cBhvr>
                        </p:animEffect>
                      </p:childTnLst>
                    </p:cTn>
                  </p:par>
                  <p:par>
                    <p:cTn id="67" presetID="10" presetClass="entr" presetSubtype="0" fill="hold" grpId="17" nodeType="withEffect">
                      <p:stCondLst>
                        <p:cond delay="1870"/>
                      </p:stCondLst>
                      <p:childTnLst>
                        <p:set>
                          <p:cBhvr>
                            <p:cTn id="68" dur="1" fill="hold"/>
                            <p:tgtEl>
                              <p:spTgt spid="21"/>
                            </p:tgtEl>
                            <p:attrNameLst>
                              <p:attrName>style.visibility</p:attrName>
                            </p:attrNameLst>
                          </p:cBhvr>
                          <p:to>
                            <p:strVal val="visible"/>
                          </p:to>
                        </p:set>
                        <p:animEffect transition="in" filter="slide(fromLeft)">
                          <p:cBhvr>
                            <p:cTn id="69" dur="600"/>
                            <p:tgtEl>
                              <p:spTgt spid="21"/>
                            </p:tgtEl>
                          </p:cBhvr>
                        </p:animEffect>
                      </p:childTnLst>
                    </p:cTn>
                  </p:par>
                  <p:par>
                    <p:cTn id="70" presetID="10" presetClass="entr" presetSubtype="0" fill="hold" grpId="18" nodeType="withEffect">
                      <p:stCondLst>
                        <p:cond delay="1980"/>
                      </p:stCondLst>
                      <p:childTnLst>
                        <p:set>
                          <p:cBhvr>
                            <p:cTn id="71" dur="1" fill="hold"/>
                            <p:tgtEl>
                              <p:spTgt spid="22"/>
                            </p:tgtEl>
                            <p:attrNameLst>
                              <p:attrName>style.visibility</p:attrName>
                            </p:attrNameLst>
                          </p:cBhvr>
                          <p:to>
                            <p:strVal val="visible"/>
                          </p:to>
                        </p:set>
                        <p:animEffect transition="in" filter="slide(fromBottom)">
                          <p:cBhvr>
                            <p:cTn id="72" dur="600"/>
                            <p:tgtEl>
                              <p:spTgt spid="22"/>
                            </p:tgtEl>
                          </p:cBhvr>
                        </p:animEffect>
                      </p:childTnLst>
                    </p:cTn>
                  </p:par>
                  <p:par>
                    <p:cTn id="73" presetID="10" presetClass="entr" presetSubtype="0" fill="hold" grpId="19" nodeType="withEffect">
                      <p:stCondLst>
                        <p:cond delay="2090"/>
                      </p:stCondLst>
                      <p:childTnLst>
                        <p:set>
                          <p:cBhvr>
                            <p:cTn id="74" dur="1" fill="hold"/>
                            <p:tgtEl>
                              <p:spTgt spid="23"/>
                            </p:tgtEl>
                            <p:attrNameLst>
                              <p:attrName>style.visibility</p:attrName>
                            </p:attrNameLst>
                          </p:cBhvr>
                          <p:to>
                            <p:strVal val="visible"/>
                          </p:to>
                        </p:set>
                        <p:animEffect transition="in" filter="slide(fromLeft)">
                          <p:cBhvr>
                            <p:cTn id="75" dur="600"/>
                            <p:tgtEl>
                              <p:spTgt spid="23"/>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5" grpId="11" uiExpand="1" build="p"/>
      <p:bldP spid="16" grpId="12" uiExpand="1" build="p"/>
      <p:bldP spid="17" grpId="13" uiExpand="1" build="p"/>
      <p:bldP spid="18" grpId="14" uiExpand="1" build="p"/>
      <p:bldP spid="19" grpId="15" uiExpand="1" build="p"/>
      <p:bldP spid="20" grpId="16" uiExpand="1" build="p"/>
      <p:bldP spid="21" grpId="17" uiExpand="1" build="p"/>
      <p:bldP spid="22" grpId="18" uiExpand="1" build="p"/>
      <p:bldP spid="23" grpId="19"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zoom(inCenter)">
                          <p:cBhvr>
                            <p:cTn id="12" dur="600"/>
                            <p:tgtEl>
                              <p:spTgt spid="2"/>
                            </p:tgtEl>
                          </p:cBhvr>
                        </p:animEffect>
                      </p:childTnLst>
                    </p:cTn>
                  </p:par>
                  <p:par>
                    <p:cTn id="13" presetID="26" presetClass="emph" presetSubtype="0" fill="hold" grpId="100" nodeType="afterEffect">
                      <p:stCondLst>
                        <p:cond delay="7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120"/>
                      </p:stCondLst>
                      <p:childTnLst>
                        <p:set>
                          <p:cBhvr>
                            <p:cTn id="17" dur="1" fill="hold"/>
                            <p:tgtEl>
                              <p:spTgt spid="3"/>
                            </p:tgtEl>
                            <p:attrNameLst>
                              <p:attrName>style.visibility</p:attrName>
                            </p:attrNameLst>
                          </p:cBhvr>
                          <p:to>
                            <p:strVal val="visible"/>
                          </p:to>
                        </p:set>
                        <p:animEffect transition="in" filter="zoom(inCenter)">
                          <p:cBhvr>
                            <p:cTn id="18" dur="600"/>
                            <p:tgtEl>
                              <p:spTgt spid="3"/>
                            </p:tgtEl>
                          </p:cBhvr>
                        </p:animEffect>
                      </p:childTnLst>
                    </p:cTn>
                  </p:par>
                  <p:par>
                    <p:cTn id="19" presetID="10" presetClass="entr" presetSubtype="0" fill="hold" grpId="2" nodeType="withEffect">
                      <p:stCondLst>
                        <p:cond delay="240"/>
                      </p:stCondLst>
                      <p:childTnLst>
                        <p:set>
                          <p:cBhvr>
                            <p:cTn id="20" dur="1" fill="hold"/>
                            <p:tgtEl>
                              <p:spTgt spid="4"/>
                            </p:tgtEl>
                            <p:attrNameLst>
                              <p:attrName>style.visibility</p:attrName>
                            </p:attrNameLst>
                          </p:cBhvr>
                          <p:to>
                            <p:strVal val="visible"/>
                          </p:to>
                        </p:set>
                        <p:animEffect transition="in" filter="zoom(inCenter)">
                          <p:cBhvr>
                            <p:cTn id="21" dur="600"/>
                            <p:tgtEl>
                              <p:spTgt spid="4"/>
                            </p:tgtEl>
                          </p:cBhvr>
                        </p:animEffect>
                      </p:childTnLst>
                    </p:cTn>
                  </p:par>
                  <p:par>
                    <p:cTn id="22" presetID="26" presetClass="emph" presetSubtype="0" fill="hold" grpId="102" nodeType="afterEffect">
                      <p:stCondLst>
                        <p:cond delay="940"/>
                      </p:stCondLst>
                      <p:childTnLst>
                        <p:animScale>
                          <p:by x="115000" y="115000"/>
                          <p:cBhvr autoRev="1">
                            <p:cTn id="23" dur="200" autoRev="1"/>
                            <p:tgtEl>
                              <p:spTgt spid="4"/>
                            </p:tgtEl>
                          </p:cBhvr>
                        </p:animScale>
                      </p:childTnLst>
                    </p:cTn>
                  </p:par>
                  <p:par>
                    <p:cTn id="25" presetID="10" presetClass="entr" presetSubtype="0" fill="hold" grpId="3" nodeType="withEffect">
                      <p:stCondLst>
                        <p:cond delay="360"/>
                      </p:stCondLst>
                      <p:childTnLst>
                        <p:set>
                          <p:cBhvr>
                            <p:cTn id="26" dur="1" fill="hold"/>
                            <p:tgtEl>
                              <p:spTgt spid="5"/>
                            </p:tgtEl>
                            <p:attrNameLst>
                              <p:attrName>style.visibility</p:attrName>
                            </p:attrNameLst>
                          </p:cBhvr>
                          <p:to>
                            <p:strVal val="visible"/>
                          </p:to>
                        </p:set>
                        <p:animEffect transition="in" filter="zoom(inCenter)">
                          <p:cBhvr>
                            <p:cTn id="27" dur="600"/>
                            <p:tgtEl>
                              <p:spTgt spid="5"/>
                            </p:tgtEl>
                          </p:cBhvr>
                        </p:animEffect>
                      </p:childTnLst>
                    </p:cTn>
                  </p:par>
                  <p:par>
                    <p:cTn id="28" presetID="10" presetClass="entr" presetSubtype="0" fill="hold" grpId="4" nodeType="withEffect">
                      <p:stCondLst>
                        <p:cond delay="480"/>
                      </p:stCondLst>
                      <p:childTnLst>
                        <p:set>
                          <p:cBhvr>
                            <p:cTn id="29" dur="1" fill="hold"/>
                            <p:tgtEl>
                              <p:spTgt spid="6"/>
                            </p:tgtEl>
                            <p:attrNameLst>
                              <p:attrName>style.visibility</p:attrName>
                            </p:attrNameLst>
                          </p:cBhvr>
                          <p:to>
                            <p:strVal val="visible"/>
                          </p:to>
                        </p:set>
                        <p:animEffect transition="in" filter="zoom(inCenter)">
                          <p:cBhvr>
                            <p:cTn id="30" dur="600"/>
                            <p:tgtEl>
                              <p:spTgt spid="6"/>
                            </p:tgtEl>
                          </p:cBhvr>
                        </p:animEffect>
                      </p:childTnLst>
                    </p:cTn>
                  </p:par>
                  <p:par>
                    <p:cTn id="31" presetID="10" presetClass="entr" presetSubtype="0" fill="hold" grpId="5" nodeType="withEffect">
                      <p:stCondLst>
                        <p:cond delay="600"/>
                      </p:stCondLst>
                      <p:childTnLst>
                        <p:set>
                          <p:cBhvr>
                            <p:cTn id="32" dur="1" fill="hold"/>
                            <p:tgtEl>
                              <p:spTgt spid="7"/>
                            </p:tgtEl>
                            <p:attrNameLst>
                              <p:attrName>style.visibility</p:attrName>
                            </p:attrNameLst>
                          </p:cBhvr>
                          <p:to>
                            <p:strVal val="visible"/>
                          </p:to>
                        </p:set>
                        <p:animEffect transition="in" filter="zoom(inCenter)">
                          <p:cBhvr>
                            <p:cTn id="33" dur="600"/>
                            <p:tgtEl>
                              <p:spTgt spid="7"/>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diamond/>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wipe(left)">
                          <p:cBhvr>
                            <p:cTn id="12" dur="350"/>
                            <p:tgtEl>
                              <p:spTgt spid="2"/>
                            </p:tgtEl>
                          </p:cBhvr>
                        </p:animEffect>
                      </p:childTnLst>
                    </p:cTn>
                  </p:par>
                  <p:par>
                    <p:cTn id="13" presetID="26" presetClass="emph" presetSubtype="0" fill="hold" grpId="100" nodeType="afterEffect">
                      <p:stCondLst>
                        <p:cond delay="450"/>
                      </p:stCondLst>
                      <p:childTnLst>
                        <p:animScale>
                          <p:by x="115000" y="115000"/>
                          <p:cBhvr autoRev="1">
                            <p:cTn id="14" dur="200" autoRev="1"/>
                            <p:tgtEl>
                              <p:spTgt spid="2"/>
                            </p:tgtEl>
                          </p:cBhvr>
                        </p:animScale>
                      </p:childTnLst>
                    </p:cTn>
                  </p:par>
                  <p:par>
                    <p:cTn id="16" presetID="10" presetClass="entr" presetSubtype="0" fill="hold" grpId="1" nodeType="withEffect">
                      <p:stCondLst>
                        <p:cond delay="70"/>
                      </p:stCondLst>
                      <p:childTnLst>
                        <p:set>
                          <p:cBhvr>
                            <p:cTn id="17" dur="1" fill="hold"/>
                            <p:tgtEl>
                              <p:spTgt spid="3"/>
                            </p:tgtEl>
                            <p:attrNameLst>
                              <p:attrName>style.visibility</p:attrName>
                            </p:attrNameLst>
                          </p:cBhvr>
                          <p:to>
                            <p:strVal val="visible"/>
                          </p:to>
                        </p:set>
                        <p:animEffect transition="in" filter="wipe(right)">
                          <p:cBhvr>
                            <p:cTn id="18" dur="350"/>
                            <p:tgtEl>
                              <p:spTgt spid="3"/>
                            </p:tgtEl>
                          </p:cBhvr>
                        </p:animEffect>
                      </p:childTnLst>
                    </p:cTn>
                  </p:par>
                  <p:par>
                    <p:cTn id="19" presetID="10" presetClass="entr" presetSubtype="0" fill="hold" grpId="2" nodeType="withEffect">
                      <p:stCondLst>
                        <p:cond delay="140"/>
                      </p:stCondLst>
                      <p:childTnLst>
                        <p:set>
                          <p:cBhvr>
                            <p:cTn id="20" dur="1" fill="hold"/>
                            <p:tgtEl>
                              <p:spTgt spid="4"/>
                            </p:tgtEl>
                            <p:attrNameLst>
                              <p:attrName>style.visibility</p:attrName>
                            </p:attrNameLst>
                          </p:cBhvr>
                          <p:to>
                            <p:strVal val="visible"/>
                          </p:to>
                        </p:set>
                        <p:animEffect transition="in" filter="wipe(left)">
                          <p:cBhvr>
                            <p:cTn id="21" dur="350"/>
                            <p:tgtEl>
                              <p:spTgt spid="4"/>
                            </p:tgtEl>
                          </p:cBhvr>
                        </p:animEffect>
                      </p:childTnLst>
                    </p:cTn>
                  </p:par>
                  <p:par>
                    <p:cTn id="22" presetID="26" presetClass="emph" presetSubtype="0" fill="hold" grpId="102" nodeType="afterEffect">
                      <p:stCondLst>
                        <p:cond delay="590"/>
                      </p:stCondLst>
                      <p:childTnLst>
                        <p:animScale>
                          <p:by x="115000" y="115000"/>
                          <p:cBhvr autoRev="1">
                            <p:cTn id="23" dur="200" autoRev="1"/>
                            <p:tgtEl>
                              <p:spTgt spid="4"/>
                            </p:tgtEl>
                          </p:cBhvr>
                        </p:animScale>
                      </p:childTnLst>
                    </p:cTn>
                  </p:par>
                  <p:par>
                    <p:cTn id="25" presetID="10" presetClass="entr" presetSubtype="0" fill="hold" grpId="3" nodeType="withEffect">
                      <p:stCondLst>
                        <p:cond delay="210"/>
                      </p:stCondLst>
                      <p:childTnLst>
                        <p:set>
                          <p:cBhvr>
                            <p:cTn id="26" dur="1" fill="hold"/>
                            <p:tgtEl>
                              <p:spTgt spid="5"/>
                            </p:tgtEl>
                            <p:attrNameLst>
                              <p:attrName>style.visibility</p:attrName>
                            </p:attrNameLst>
                          </p:cBhvr>
                          <p:to>
                            <p:strVal val="visible"/>
                          </p:to>
                        </p:set>
                        <p:animEffect transition="in" filter="wipe(right)">
                          <p:cBhvr>
                            <p:cTn id="27" dur="350"/>
                            <p:tgtEl>
                              <p:spTgt spid="5"/>
                            </p:tgtEl>
                          </p:cBhvr>
                        </p:animEffect>
                      </p:childTnLst>
                    </p:cTn>
                  </p:par>
                  <p:par>
                    <p:cTn id="28" presetID="10" presetClass="entr" presetSubtype="0" fill="hold" grpId="4" nodeType="withEffect">
                      <p:stCondLst>
                        <p:cond delay="280"/>
                      </p:stCondLst>
                      <p:childTnLst>
                        <p:set>
                          <p:cBhvr>
                            <p:cTn id="29" dur="1" fill="hold"/>
                            <p:tgtEl>
                              <p:spTgt spid="6"/>
                            </p:tgtEl>
                            <p:attrNameLst>
                              <p:attrName>style.visibility</p:attrName>
                            </p:attrNameLst>
                          </p:cBhvr>
                          <p:to>
                            <p:strVal val="visible"/>
                          </p:to>
                        </p:set>
                        <p:animEffect transition="in" filter="wipe(left)">
                          <p:cBhvr>
                            <p:cTn id="30" dur="350"/>
                            <p:tgtEl>
                              <p:spTgt spid="6"/>
                            </p:tgtEl>
                          </p:cBhvr>
                        </p:animEffect>
                      </p:childTnLst>
                    </p:cTn>
                  </p:par>
                  <p:par>
                    <p:cTn id="31" presetID="10" presetClass="entr" presetSubtype="0" fill="hold" grpId="5" nodeType="withEffect">
                      <p:stCondLst>
                        <p:cond delay="350"/>
                      </p:stCondLst>
                      <p:childTnLst>
                        <p:set>
                          <p:cBhvr>
                            <p:cTn id="32" dur="1" fill="hold"/>
                            <p:tgtEl>
                              <p:spTgt spid="7"/>
                            </p:tgtEl>
                            <p:attrNameLst>
                              <p:attrName>style.visibility</p:attrName>
                            </p:attrNameLst>
                          </p:cBhvr>
                          <p:to>
                            <p:strVal val="visible"/>
                          </p:to>
                        </p:set>
                        <p:animEffect transition="in" filter="wipe(right)">
                          <p:cBhvr>
                            <p:cTn id="33" dur="350"/>
                            <p:tgtEl>
                              <p:spTgt spid="7"/>
                            </p:tgtEl>
                          </p:cBhvr>
                        </p:animEffect>
                      </p:childTnLst>
                    </p:cTn>
                  </p:par>
                  <p:par>
                    <p:cTn id="34" presetID="10" presetClass="entr" presetSubtype="0" fill="hold" grpId="6" nodeType="withEffect">
                      <p:stCondLst>
                        <p:cond delay="420"/>
                      </p:stCondLst>
                      <p:childTnLst>
                        <p:set>
                          <p:cBhvr>
                            <p:cTn id="35" dur="1" fill="hold"/>
                            <p:tgtEl>
                              <p:spTgt spid="8"/>
                            </p:tgtEl>
                            <p:attrNameLst>
                              <p:attrName>style.visibility</p:attrName>
                            </p:attrNameLst>
                          </p:cBhvr>
                          <p:to>
                            <p:strVal val="visible"/>
                          </p:to>
                        </p:set>
                        <p:animEffect transition="in" filter="wipe(left)">
                          <p:cBhvr>
                            <p:cTn id="36" dur="350"/>
                            <p:tgtEl>
                              <p:spTgt spid="8"/>
                            </p:tgtEl>
                          </p:cBhvr>
                        </p:animEffect>
                      </p:childTnLst>
                    </p:cTn>
                  </p:par>
                  <p:par>
                    <p:cTn id="37" presetID="10" presetClass="entr" presetSubtype="0" fill="hold" grpId="7" nodeType="withEffect">
                      <p:stCondLst>
                        <p:cond delay="490"/>
                      </p:stCondLst>
                      <p:childTnLst>
                        <p:set>
                          <p:cBhvr>
                            <p:cTn id="38" dur="1" fill="hold"/>
                            <p:tgtEl>
                              <p:spTgt spid="9"/>
                            </p:tgtEl>
                            <p:attrNameLst>
                              <p:attrName>style.visibility</p:attrName>
                            </p:attrNameLst>
                          </p:cBhvr>
                          <p:to>
                            <p:strVal val="visible"/>
                          </p:to>
                        </p:set>
                        <p:animEffect transition="in" filter="wipe(right)">
                          <p:cBhvr>
                            <p:cTn id="39" dur="350"/>
                            <p:tgtEl>
                              <p:spTgt spid="9"/>
                            </p:tgtEl>
                          </p:cBhvr>
                        </p:animEffect>
                      </p:childTnLst>
                    </p:cTn>
                  </p:par>
                  <p:par>
                    <p:cTn id="40" presetID="10" presetClass="entr" presetSubtype="0" fill="hold" grpId="8" nodeType="withEffect">
                      <p:stCondLst>
                        <p:cond delay="560"/>
                      </p:stCondLst>
                      <p:childTnLst>
                        <p:set>
                          <p:cBhvr>
                            <p:cTn id="41" dur="1" fill="hold"/>
                            <p:tgtEl>
                              <p:spTgt spid="10"/>
                            </p:tgtEl>
                            <p:attrNameLst>
                              <p:attrName>style.visibility</p:attrName>
                            </p:attrNameLst>
                          </p:cBhvr>
                          <p:to>
                            <p:strVal val="visible"/>
                          </p:to>
                        </p:set>
                        <p:animEffect transition="in" filter="wipe(left)">
                          <p:cBhvr>
                            <p:cTn id="42" dur="350"/>
                            <p:tgtEl>
                              <p:spTgt spid="10"/>
                            </p:tgtEl>
                          </p:cBhvr>
                        </p:animEffect>
                      </p:childTnLst>
                    </p:cTn>
                  </p:par>
                  <p:par>
                    <p:cTn id="43" presetID="10" presetClass="entr" presetSubtype="0" fill="hold" grpId="9" nodeType="withEffect">
                      <p:stCondLst>
                        <p:cond delay="630"/>
                      </p:stCondLst>
                      <p:childTnLst>
                        <p:set>
                          <p:cBhvr>
                            <p:cTn id="44" dur="1" fill="hold"/>
                            <p:tgtEl>
                              <p:spTgt spid="11"/>
                            </p:tgtEl>
                            <p:attrNameLst>
                              <p:attrName>style.visibility</p:attrName>
                            </p:attrNameLst>
                          </p:cBhvr>
                          <p:to>
                            <p:strVal val="visible"/>
                          </p:to>
                        </p:set>
                        <p:animEffect transition="in" filter="wipe(right)">
                          <p:cBhvr>
                            <p:cTn id="45" dur="350"/>
                            <p:tgtEl>
                              <p:spTgt spid="11"/>
                            </p:tgtEl>
                          </p:cBhvr>
                        </p:animEffect>
                      </p:childTnLst>
                    </p:cTn>
                  </p:par>
                  <p:par>
                    <p:cTn id="46" presetID="10" presetClass="entr" presetSubtype="0" fill="hold" grpId="10" nodeType="withEffect">
                      <p:stCondLst>
                        <p:cond delay="700"/>
                      </p:stCondLst>
                      <p:childTnLst>
                        <p:set>
                          <p:cBhvr>
                            <p:cTn id="47" dur="1" fill="hold"/>
                            <p:tgtEl>
                              <p:spTgt spid="12"/>
                            </p:tgtEl>
                            <p:attrNameLst>
                              <p:attrName>style.visibility</p:attrName>
                            </p:attrNameLst>
                          </p:cBhvr>
                          <p:to>
                            <p:strVal val="visible"/>
                          </p:to>
                        </p:set>
                        <p:animEffect transition="in" filter="wipe(left)">
                          <p:cBhvr>
                            <p:cTn id="48" dur="350"/>
                            <p:tgtEl>
                              <p:spTgt spid="12"/>
                            </p:tgtEl>
                          </p:cBhvr>
                        </p:animEffect>
                      </p:childTnLst>
                    </p:cTn>
                  </p:par>
                  <p:par>
                    <p:cTn id="49" presetID="10" presetClass="entr" presetSubtype="0" fill="hold" grpId="11" nodeType="withEffect">
                      <p:stCondLst>
                        <p:cond delay="770"/>
                      </p:stCondLst>
                      <p:childTnLst>
                        <p:set>
                          <p:cBhvr>
                            <p:cTn id="50" dur="1" fill="hold"/>
                            <p:tgtEl>
                              <p:spTgt spid="13"/>
                            </p:tgtEl>
                            <p:attrNameLst>
                              <p:attrName>style.visibility</p:attrName>
                            </p:attrNameLst>
                          </p:cBhvr>
                          <p:to>
                            <p:strVal val="visible"/>
                          </p:to>
                        </p:set>
                        <p:animEffect transition="in" filter="wipe(right)">
                          <p:cBhvr>
                            <p:cTn id="51" dur="350"/>
                            <p:tgtEl>
                              <p:spTgt spid="13"/>
                            </p:tgtEl>
                          </p:cBhvr>
                        </p:animEffect>
                      </p:childTnLst>
                    </p:cTn>
                  </p:par>
                  <p:par>
                    <p:cTn id="52" presetID="10" presetClass="entr" presetSubtype="0" fill="hold" grpId="12" nodeType="withEffect">
                      <p:stCondLst>
                        <p:cond delay="840"/>
                      </p:stCondLst>
                      <p:childTnLst>
                        <p:set>
                          <p:cBhvr>
                            <p:cTn id="53" dur="1" fill="hold"/>
                            <p:tgtEl>
                              <p:spTgt spid="14"/>
                            </p:tgtEl>
                            <p:attrNameLst>
                              <p:attrName>style.visibility</p:attrName>
                            </p:attrNameLst>
                          </p:cBhvr>
                          <p:to>
                            <p:strVal val="visible"/>
                          </p:to>
                        </p:set>
                        <p:animEffect transition="in" filter="wipe(left)">
                          <p:cBhvr>
                            <p:cTn id="54" dur="350"/>
                            <p:tgtEl>
                              <p:spTgt spid="14"/>
                            </p:tgtEl>
                          </p:cBhvr>
                        </p:animEffect>
                      </p:childTnLst>
                    </p:cTn>
                  </p:par>
                  <p:par>
                    <p:cTn id="55" presetID="10" presetClass="entr" presetSubtype="0" fill="hold" grpId="13" nodeType="withEffect">
                      <p:stCondLst>
                        <p:cond delay="910"/>
                      </p:stCondLst>
                      <p:childTnLst>
                        <p:set>
                          <p:cBhvr>
                            <p:cTn id="56" dur="1" fill="hold"/>
                            <p:tgtEl>
                              <p:spTgt spid="15"/>
                            </p:tgtEl>
                            <p:attrNameLst>
                              <p:attrName>style.visibility</p:attrName>
                            </p:attrNameLst>
                          </p:cBhvr>
                          <p:to>
                            <p:strVal val="visible"/>
                          </p:to>
                        </p:set>
                        <p:animEffect transition="in" filter="wipe(right)">
                          <p:cBhvr>
                            <p:cTn id="57" dur="350"/>
                            <p:tgtEl>
                              <p:spTgt spid="15"/>
                            </p:tgtEl>
                          </p:cBhvr>
                        </p:animEffect>
                      </p:childTnLst>
                    </p:cTn>
                  </p:par>
                  <p:par>
                    <p:cTn id="58" presetID="10" presetClass="entr" presetSubtype="0" fill="hold" grpId="14" nodeType="withEffect">
                      <p:stCondLst>
                        <p:cond delay="980"/>
                      </p:stCondLst>
                      <p:childTnLst>
                        <p:set>
                          <p:cBhvr>
                            <p:cTn id="59" dur="1" fill="hold"/>
                            <p:tgtEl>
                              <p:spTgt spid="16"/>
                            </p:tgtEl>
                            <p:attrNameLst>
                              <p:attrName>style.visibility</p:attrName>
                            </p:attrNameLst>
                          </p:cBhvr>
                          <p:to>
                            <p:strVal val="visible"/>
                          </p:to>
                        </p:set>
                        <p:animEffect transition="in" filter="wipe(left)">
                          <p:cBhvr>
                            <p:cTn id="60" dur="350"/>
                            <p:tgtEl>
                              <p:spTgt spid="16"/>
                            </p:tgtEl>
                          </p:cBhvr>
                        </p:animEffect>
                      </p:childTnLst>
                    </p:cTn>
                  </p:par>
                  <p:par>
                    <p:cTn id="61" presetID="10" presetClass="entr" presetSubtype="0" fill="hold" grpId="15" nodeType="withEffect">
                      <p:stCondLst>
                        <p:cond delay="1050"/>
                      </p:stCondLst>
                      <p:childTnLst>
                        <p:set>
                          <p:cBhvr>
                            <p:cTn id="62" dur="1" fill="hold"/>
                            <p:tgtEl>
                              <p:spTgt spid="17"/>
                            </p:tgtEl>
                            <p:attrNameLst>
                              <p:attrName>style.visibility</p:attrName>
                            </p:attrNameLst>
                          </p:cBhvr>
                          <p:to>
                            <p:strVal val="visible"/>
                          </p:to>
                        </p:set>
                        <p:animEffect transition="in" filter="wipe(right)">
                          <p:cBhvr>
                            <p:cTn id="63" dur="350"/>
                            <p:tgtEl>
                              <p:spTgt spid="17"/>
                            </p:tgtEl>
                          </p:cBhvr>
                        </p:animEffect>
                      </p:childTnLst>
                    </p:cTn>
                  </p:par>
                  <p:par>
                    <p:cTn id="64" presetID="10" presetClass="entr" presetSubtype="0" fill="hold" grpId="16" nodeType="withEffect">
                      <p:stCondLst>
                        <p:cond delay="1120"/>
                      </p:stCondLst>
                      <p:childTnLst>
                        <p:set>
                          <p:cBhvr>
                            <p:cTn id="65" dur="1" fill="hold"/>
                            <p:tgtEl>
                              <p:spTgt spid="18"/>
                            </p:tgtEl>
                            <p:attrNameLst>
                              <p:attrName>style.visibility</p:attrName>
                            </p:attrNameLst>
                          </p:cBhvr>
                          <p:to>
                            <p:strVal val="visible"/>
                          </p:to>
                        </p:set>
                        <p:animEffect transition="in" filter="wipe(left)">
                          <p:cBhvr>
                            <p:cTn id="66" dur="350"/>
                            <p:tgtEl>
                              <p:spTgt spid="18"/>
                            </p:tgtEl>
                          </p:cBhvr>
                        </p:animEffect>
                      </p:childTnLst>
                    </p:cTn>
                  </p:par>
                  <p:par>
                    <p:cTn id="67" presetID="10" presetClass="entr" presetSubtype="0" fill="hold" grpId="17" nodeType="withEffect">
                      <p:stCondLst>
                        <p:cond delay="1190"/>
                      </p:stCondLst>
                      <p:childTnLst>
                        <p:set>
                          <p:cBhvr>
                            <p:cTn id="68" dur="1" fill="hold"/>
                            <p:tgtEl>
                              <p:spTgt spid="19"/>
                            </p:tgtEl>
                            <p:attrNameLst>
                              <p:attrName>style.visibility</p:attrName>
                            </p:attrNameLst>
                          </p:cBhvr>
                          <p:to>
                            <p:strVal val="visible"/>
                          </p:to>
                        </p:set>
                        <p:animEffect transition="in" filter="wipe(right)">
                          <p:cBhvr>
                            <p:cTn id="69" dur="350"/>
                            <p:tgtEl>
                              <p:spTgt spid="19"/>
                            </p:tgtEl>
                          </p:cBhvr>
                        </p:animEffect>
                      </p:childTnLst>
                    </p:cTn>
                  </p:par>
                  <p:par>
                    <p:cTn id="70" presetID="10" presetClass="entr" presetSubtype="0" fill="hold" grpId="18" nodeType="withEffect">
                      <p:stCondLst>
                        <p:cond delay="1260"/>
                      </p:stCondLst>
                      <p:childTnLst>
                        <p:set>
                          <p:cBhvr>
                            <p:cTn id="71" dur="1" fill="hold"/>
                            <p:tgtEl>
                              <p:spTgt spid="20"/>
                            </p:tgtEl>
                            <p:attrNameLst>
                              <p:attrName>style.visibility</p:attrName>
                            </p:attrNameLst>
                          </p:cBhvr>
                          <p:to>
                            <p:strVal val="visible"/>
                          </p:to>
                        </p:set>
                        <p:animEffect transition="in" filter="wipe(left)">
                          <p:cBhvr>
                            <p:cTn id="72" dur="350"/>
                            <p:tgtEl>
                              <p:spTgt spid="20"/>
                            </p:tgtEl>
                          </p:cBhvr>
                        </p:animEffect>
                      </p:childTnLst>
                    </p:cTn>
                  </p:par>
                  <p:par>
                    <p:cTn id="73" presetID="10" presetClass="entr" presetSubtype="0" fill="hold" grpId="19" nodeType="withEffect">
                      <p:stCondLst>
                        <p:cond delay="1330"/>
                      </p:stCondLst>
                      <p:childTnLst>
                        <p:set>
                          <p:cBhvr>
                            <p:cTn id="74" dur="1" fill="hold"/>
                            <p:tgtEl>
                              <p:spTgt spid="21"/>
                            </p:tgtEl>
                            <p:attrNameLst>
                              <p:attrName>style.visibility</p:attrName>
                            </p:attrNameLst>
                          </p:cBhvr>
                          <p:to>
                            <p:strVal val="visible"/>
                          </p:to>
                        </p:set>
                        <p:animEffect transition="in" filter="wipe(right)">
                          <p:cBhvr>
                            <p:cTn id="75" dur="350"/>
                            <p:tgtEl>
                              <p:spTgt spid="21"/>
                            </p:tgtEl>
                          </p:cBhvr>
                        </p:animEffect>
                      </p:childTnLst>
                    </p:cTn>
                  </p:par>
                  <p:par>
                    <p:cTn id="76" presetID="10" presetClass="entr" presetSubtype="0" fill="hold" grpId="20" nodeType="withEffect">
                      <p:stCondLst>
                        <p:cond delay="1400"/>
                      </p:stCondLst>
                      <p:childTnLst>
                        <p:set>
                          <p:cBhvr>
                            <p:cTn id="77" dur="1" fill="hold"/>
                            <p:tgtEl>
                              <p:spTgt spid="22"/>
                            </p:tgtEl>
                            <p:attrNameLst>
                              <p:attrName>style.visibility</p:attrName>
                            </p:attrNameLst>
                          </p:cBhvr>
                          <p:to>
                            <p:strVal val="visible"/>
                          </p:to>
                        </p:set>
                        <p:animEffect transition="in" filter="wipe(left)">
                          <p:cBhvr>
                            <p:cTn id="78" dur="350"/>
                            <p:tgtEl>
                              <p:spTgt spid="22"/>
                            </p:tgtEl>
                          </p:cBhvr>
                        </p:animEffect>
                      </p:childTnLst>
                    </p:cTn>
                  </p:par>
                  <p:par>
                    <p:cTn id="79" presetID="10" presetClass="entr" presetSubtype="0" fill="hold" grpId="21" nodeType="withEffect">
                      <p:stCondLst>
                        <p:cond delay="1470"/>
                      </p:stCondLst>
                      <p:childTnLst>
                        <p:set>
                          <p:cBhvr>
                            <p:cTn id="80" dur="1" fill="hold"/>
                            <p:tgtEl>
                              <p:spTgt spid="23"/>
                            </p:tgtEl>
                            <p:attrNameLst>
                              <p:attrName>style.visibility</p:attrName>
                            </p:attrNameLst>
                          </p:cBhvr>
                          <p:to>
                            <p:strVal val="visible"/>
                          </p:to>
                        </p:set>
                        <p:animEffect transition="in" filter="wipe(right)">
                          <p:cBhvr>
                            <p:cTn id="81" dur="350"/>
                            <p:tgtEl>
                              <p:spTgt spid="23"/>
                            </p:tgtEl>
                          </p:cBhvr>
                        </p:animEffect>
                      </p:childTnLst>
                    </p:cTn>
                  </p:par>
                  <p:par>
                    <p:cTn id="82" presetID="10" presetClass="entr" presetSubtype="0" fill="hold" grpId="22" nodeType="withEffect">
                      <p:stCondLst>
                        <p:cond delay="1540"/>
                      </p:stCondLst>
                      <p:childTnLst>
                        <p:set>
                          <p:cBhvr>
                            <p:cTn id="83" dur="1" fill="hold"/>
                            <p:tgtEl>
                              <p:spTgt spid="24"/>
                            </p:tgtEl>
                            <p:attrNameLst>
                              <p:attrName>style.visibility</p:attrName>
                            </p:attrNameLst>
                          </p:cBhvr>
                          <p:to>
                            <p:strVal val="visible"/>
                          </p:to>
                        </p:set>
                        <p:animEffect transition="in" filter="wipe(left)">
                          <p:cBhvr>
                            <p:cTn id="84" dur="350"/>
                            <p:tgtEl>
                              <p:spTgt spid="24"/>
                            </p:tgtEl>
                          </p:cBhvr>
                        </p:animEffect>
                      </p:childTnLst>
                    </p:cTn>
                  </p:par>
                  <p:par>
                    <p:cTn id="85" presetID="10" presetClass="entr" presetSubtype="0" fill="hold" grpId="23" nodeType="withEffect">
                      <p:stCondLst>
                        <p:cond delay="1610"/>
                      </p:stCondLst>
                      <p:childTnLst>
                        <p:set>
                          <p:cBhvr>
                            <p:cTn id="86" dur="1" fill="hold"/>
                            <p:tgtEl>
                              <p:spTgt spid="25"/>
                            </p:tgtEl>
                            <p:attrNameLst>
                              <p:attrName>style.visibility</p:attrName>
                            </p:attrNameLst>
                          </p:cBhvr>
                          <p:to>
                            <p:strVal val="visible"/>
                          </p:to>
                        </p:set>
                        <p:animEffect transition="in" filter="wipe(right)">
                          <p:cBhvr>
                            <p:cTn id="87" dur="350"/>
                            <p:tgtEl>
                              <p:spTgt spid="25"/>
                            </p:tgtEl>
                          </p:cBhvr>
                        </p:animEffect>
                      </p:childTnLst>
                    </p:cTn>
                  </p:par>
                  <p:par>
                    <p:cTn id="88" presetID="10" presetClass="entr" presetSubtype="0" fill="hold" grpId="24" nodeType="withEffect">
                      <p:stCondLst>
                        <p:cond delay="1680"/>
                      </p:stCondLst>
                      <p:childTnLst>
                        <p:set>
                          <p:cBhvr>
                            <p:cTn id="89" dur="1" fill="hold"/>
                            <p:tgtEl>
                              <p:spTgt spid="26"/>
                            </p:tgtEl>
                            <p:attrNameLst>
                              <p:attrName>style.visibility</p:attrName>
                            </p:attrNameLst>
                          </p:cBhvr>
                          <p:to>
                            <p:strVal val="visible"/>
                          </p:to>
                        </p:set>
                        <p:animEffect transition="in" filter="wipe(left)">
                          <p:cBhvr>
                            <p:cTn id="90" dur="350"/>
                            <p:tgtEl>
                              <p:spTgt spid="26"/>
                            </p:tgtEl>
                          </p:cBhvr>
                        </p:animEffect>
                      </p:childTnLst>
                    </p:cTn>
                  </p:par>
                  <p:par>
                    <p:cTn id="91" presetID="10" presetClass="entr" presetSubtype="0" fill="hold" grpId="25" nodeType="withEffect">
                      <p:stCondLst>
                        <p:cond delay="1750"/>
                      </p:stCondLst>
                      <p:childTnLst>
                        <p:set>
                          <p:cBhvr>
                            <p:cTn id="92" dur="1" fill="hold"/>
                            <p:tgtEl>
                              <p:spTgt spid="27"/>
                            </p:tgtEl>
                            <p:attrNameLst>
                              <p:attrName>style.visibility</p:attrName>
                            </p:attrNameLst>
                          </p:cBhvr>
                          <p:to>
                            <p:strVal val="visible"/>
                          </p:to>
                        </p:set>
                        <p:animEffect transition="in" filter="wipe(right)">
                          <p:cBhvr>
                            <p:cTn id="93" dur="350"/>
                            <p:tgtEl>
                              <p:spTgt spid="27"/>
                            </p:tgtEl>
                          </p:cBhvr>
                        </p:animEffect>
                      </p:childTnLst>
                    </p:cTn>
                  </p:par>
                  <p:par>
                    <p:cTn id="94" presetID="10" presetClass="entr" presetSubtype="0" fill="hold" grpId="26" nodeType="withEffect">
                      <p:stCondLst>
                        <p:cond delay="1820"/>
                      </p:stCondLst>
                      <p:childTnLst>
                        <p:set>
                          <p:cBhvr>
                            <p:cTn id="95" dur="1" fill="hold"/>
                            <p:tgtEl>
                              <p:spTgt spid="28"/>
                            </p:tgtEl>
                            <p:attrNameLst>
                              <p:attrName>style.visibility</p:attrName>
                            </p:attrNameLst>
                          </p:cBhvr>
                          <p:to>
                            <p:strVal val="visible"/>
                          </p:to>
                        </p:set>
                        <p:animEffect transition="in" filter="wipe(left)">
                          <p:cBhvr>
                            <p:cTn id="96" dur="350"/>
                            <p:tgtEl>
                              <p:spTgt spid="28"/>
                            </p:tgtEl>
                          </p:cBhvr>
                        </p:animEffect>
                      </p:childTnLst>
                    </p:cTn>
                  </p:par>
                  <p:par>
                    <p:cTn id="97" presetID="10" presetClass="entr" presetSubtype="0" fill="hold" grpId="27" nodeType="withEffect">
                      <p:stCondLst>
                        <p:cond delay="1890"/>
                      </p:stCondLst>
                      <p:childTnLst>
                        <p:set>
                          <p:cBhvr>
                            <p:cTn id="98" dur="1" fill="hold"/>
                            <p:tgtEl>
                              <p:spTgt spid="29"/>
                            </p:tgtEl>
                            <p:attrNameLst>
                              <p:attrName>style.visibility</p:attrName>
                            </p:attrNameLst>
                          </p:cBhvr>
                          <p:to>
                            <p:strVal val="visible"/>
                          </p:to>
                        </p:set>
                        <p:animEffect transition="in" filter="wipe(right)">
                          <p:cBhvr>
                            <p:cTn id="99" dur="350"/>
                            <p:tgtEl>
                              <p:spTgt spid="29"/>
                            </p:tgtEl>
                          </p:cBhvr>
                        </p:animEffect>
                      </p:childTnLst>
                    </p:cTn>
                  </p:par>
                  <p:par>
                    <p:cTn id="100" presetID="10" presetClass="entr" presetSubtype="0" fill="hold" grpId="28" nodeType="withEffect">
                      <p:stCondLst>
                        <p:cond delay="1960"/>
                      </p:stCondLst>
                      <p:childTnLst>
                        <p:set>
                          <p:cBhvr>
                            <p:cTn id="101" dur="1" fill="hold"/>
                            <p:tgtEl>
                              <p:spTgt spid="30"/>
                            </p:tgtEl>
                            <p:attrNameLst>
                              <p:attrName>style.visibility</p:attrName>
                            </p:attrNameLst>
                          </p:cBhvr>
                          <p:to>
                            <p:strVal val="visible"/>
                          </p:to>
                        </p:set>
                        <p:animEffect transition="in" filter="wipe(left)">
                          <p:cBhvr>
                            <p:cTn id="102" dur="350"/>
                            <p:tgtEl>
                              <p:spTgt spid="30"/>
                            </p:tgtEl>
                          </p:cBhvr>
                        </p:animEffect>
                      </p:childTnLst>
                    </p:cTn>
                  </p:par>
                  <p:par>
                    <p:cTn id="103" presetID="10" presetClass="entr" presetSubtype="0" fill="hold" grpId="29" nodeType="withEffect">
                      <p:stCondLst>
                        <p:cond delay="2030"/>
                      </p:stCondLst>
                      <p:childTnLst>
                        <p:set>
                          <p:cBhvr>
                            <p:cTn id="104" dur="1" fill="hold"/>
                            <p:tgtEl>
                              <p:spTgt spid="31"/>
                            </p:tgtEl>
                            <p:attrNameLst>
                              <p:attrName>style.visibility</p:attrName>
                            </p:attrNameLst>
                          </p:cBhvr>
                          <p:to>
                            <p:strVal val="visible"/>
                          </p:to>
                        </p:set>
                        <p:animEffect transition="in" filter="wipe(right)">
                          <p:cBhvr>
                            <p:cTn id="105" dur="350"/>
                            <p:tgtEl>
                              <p:spTgt spid="31"/>
                            </p:tgtEl>
                          </p:cBhvr>
                        </p:animEffect>
                      </p:childTnLst>
                    </p:cTn>
                  </p:par>
                  <p:par>
                    <p:cTn id="106" presetID="10" presetClass="entr" presetSubtype="0" fill="hold" grpId="30" nodeType="withEffect">
                      <p:stCondLst>
                        <p:cond delay="2100"/>
                      </p:stCondLst>
                      <p:childTnLst>
                        <p:set>
                          <p:cBhvr>
                            <p:cTn id="107" dur="1" fill="hold"/>
                            <p:tgtEl>
                              <p:spTgt spid="32"/>
                            </p:tgtEl>
                            <p:attrNameLst>
                              <p:attrName>style.visibility</p:attrName>
                            </p:attrNameLst>
                          </p:cBhvr>
                          <p:to>
                            <p:strVal val="visible"/>
                          </p:to>
                        </p:set>
                        <p:animEffect transition="in" filter="wipe(left)">
                          <p:cBhvr>
                            <p:cTn id="108" dur="350"/>
                            <p:tgtEl>
                              <p:spTgt spid="32"/>
                            </p:tgtEl>
                          </p:cBhvr>
                        </p:animEffect>
                      </p:childTnLst>
                    </p:cTn>
                  </p:par>
                  <p:par>
                    <p:cTn id="109" presetID="10" presetClass="entr" presetSubtype="0" fill="hold" grpId="31" nodeType="withEffect">
                      <p:stCondLst>
                        <p:cond delay="2170"/>
                      </p:stCondLst>
                      <p:childTnLst>
                        <p:set>
                          <p:cBhvr>
                            <p:cTn id="110" dur="1" fill="hold"/>
                            <p:tgtEl>
                              <p:spTgt spid="33"/>
                            </p:tgtEl>
                            <p:attrNameLst>
                              <p:attrName>style.visibility</p:attrName>
                            </p:attrNameLst>
                          </p:cBhvr>
                          <p:to>
                            <p:strVal val="visible"/>
                          </p:to>
                        </p:set>
                        <p:animEffect transition="in" filter="wipe(right)">
                          <p:cBhvr>
                            <p:cTn id="111" dur="350"/>
                            <p:tgtEl>
                              <p:spTgt spid="33"/>
                            </p:tgtEl>
                          </p:cBhvr>
                        </p:animEffect>
                      </p:childTnLst>
                    </p:cTn>
                  </p:par>
                  <p:par>
                    <p:cTn id="112" presetID="10" presetClass="entr" presetSubtype="0" fill="hold" grpId="32" nodeType="withEffect">
                      <p:stCondLst>
                        <p:cond delay="2240"/>
                      </p:stCondLst>
                      <p:childTnLst>
                        <p:set>
                          <p:cBhvr>
                            <p:cTn id="113" dur="1" fill="hold"/>
                            <p:tgtEl>
                              <p:spTgt spid="34"/>
                            </p:tgtEl>
                            <p:attrNameLst>
                              <p:attrName>style.visibility</p:attrName>
                            </p:attrNameLst>
                          </p:cBhvr>
                          <p:to>
                            <p:strVal val="visible"/>
                          </p:to>
                        </p:set>
                        <p:animEffect transition="in" filter="wipe(left)">
                          <p:cBhvr>
                            <p:cTn id="114" dur="350"/>
                            <p:tgtEl>
                              <p:spTgt spid="34"/>
                            </p:tgtEl>
                          </p:cBhvr>
                        </p:animEffect>
                      </p:childTnLst>
                    </p:cTn>
                  </p:par>
                </p:childTnLst>
              </p:cTn>
            </p:par>
          </p:childTnLst>
        </p:cTn>
      </p:par>
    </p:tnLst>
    <p:bldLst>
      <p:bldP spid="2" grpId="0" uiExpand="1" build="p"/>
      <p:bldP spid="3" grpId="1" uiExpand="1" build="p"/>
      <p:bldP spid="4" grpId="2" uiExpand="1" build="p"/>
      <p:bldP spid="5" grpId="3" uiExpand="1" build="p"/>
      <p:bldP spid="6" grpId="4" uiExpand="1" build="p"/>
      <p:bldP spid="7" grpId="5" uiExpand="1" build="p"/>
      <p:bldP spid="8" grpId="6" uiExpand="1" build="p"/>
      <p:bldP spid="9" grpId="7" uiExpand="1" build="p"/>
      <p:bldP spid="10" grpId="8" uiExpand="1" build="p"/>
      <p:bldP spid="11" grpId="9" uiExpand="1" build="p"/>
      <p:bldP spid="12" grpId="10" uiExpand="1" build="p"/>
      <p:bldP spid="13" grpId="11" uiExpand="1" build="p"/>
      <p:bldP spid="14" grpId="12" uiExpand="1" build="p"/>
      <p:bldP spid="15" grpId="13" uiExpand="1" build="p"/>
      <p:bldP spid="16" grpId="14" uiExpand="1" build="p"/>
      <p:bldP spid="17" grpId="15" uiExpand="1" build="p"/>
      <p:bldP spid="18" grpId="16" uiExpand="1" build="p"/>
      <p:bldP spid="19" grpId="17" uiExpand="1" build="p"/>
      <p:bldP spid="20" grpId="18" uiExpand="1" build="p"/>
      <p:bldP spid="21" grpId="19" uiExpand="1" build="p"/>
      <p:bldP spid="22" grpId="20" uiExpand="1" build="p"/>
      <p:bldP spid="23" grpId="21" uiExpand="1" build="p"/>
      <p:bldP spid="24" grpId="22" uiExpand="1" build="p"/>
      <p:bldP spid="25" grpId="23" uiExpand="1" build="p"/>
      <p:bldP spid="26" grpId="24" uiExpand="1" build="p"/>
      <p:bldP spid="27" grpId="25" uiExpand="1" build="p"/>
      <p:bldP spid="28" grpId="26" uiExpand="1" build="p"/>
      <p:bldP spid="29" grpId="27" uiExpand="1" build="p"/>
      <p:bldP spid="30" grpId="28" uiExpand="1" build="p"/>
      <p:bldP spid="31" grpId="29" uiExpand="1" build="p"/>
      <p:bldP spid="32" grpId="30" uiExpand="1" build="p"/>
      <p:bldP spid="33" grpId="31" uiExpand="1" build="p"/>
      <p:bldP spid="34" grpId="32"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600"/>
                </p:stCondLst>
                <p:childTnLst>
                  <p:par>
                    <p:cTn id="10" presetID="10" presetClass="entr" presetSubtype="0" fill="hold" grpId="0" nodeType="withEffect">
                      <p:stCondLst>
                        <p:cond delay="0"/>
                      </p:stCondLst>
                      <p:childTnLst>
                        <p:set>
                          <p:cBhvr>
                            <p:cTn id="11" dur="1" fill="hold"/>
                            <p:tgtEl>
                              <p:spTgt spid="2"/>
                            </p:tgtEl>
                            <p:attrNameLst>
                              <p:attrName>style.visibility</p:attrName>
                            </p:attrNameLst>
                          </p:cBhvr>
                          <p:to>
                            <p:strVal val="visible"/>
                          </p:to>
                        </p:set>
                        <p:animEffect transition="in" filter="zoom(inCenter)">
                          <p:cBhvr>
                            <p:cTn id="12" dur="900"/>
                            <p:tgtEl>
                              <p:spTgt spid="2"/>
                            </p:tgtEl>
                          </p:cBhvr>
                        </p:animEffect>
                      </p:childTnLst>
                    </p:cTn>
                  </p:par>
                  <p:par>
                    <p:cTn id="13" presetID="26" presetClass="emph" presetSubtype="0" fill="hold" grpId="100" nodeType="afterEffect">
                      <p:stCondLst>
                        <p:cond delay="1000"/>
                      </p:stCondLst>
                      <p:childTnLst>
                        <p:animScale>
                          <p:by x="115000" y="115000"/>
                          <p:cBhvr autoRev="1">
                            <p:cTn id="14" dur="200" autoRev="1"/>
                            <p:tgtEl>
                              <p:spTgt spid="2"/>
                            </p:tgtEl>
                          </p:cBhvr>
                        </p:animScale>
                      </p:childTnLst>
                    </p:cTn>
                  </p:par>
                  <p:par>
                    <p:cTn id="16" presetID="10" presetClass="entr" presetSubtype="0" fill="hold" grpId="1" nodeType="withEffect">
                      <p:stCondLst>
                        <p:cond delay="200"/>
                      </p:stCondLst>
                      <p:childTnLst>
                        <p:set>
                          <p:cBhvr>
                            <p:cTn id="17" dur="1" fill="hold"/>
                            <p:tgtEl>
                              <p:spTgt spid="3"/>
                            </p:tgtEl>
                            <p:attrNameLst>
                              <p:attrName>style.visibility</p:attrName>
                            </p:attrNameLst>
                          </p:cBhvr>
                          <p:to>
                            <p:strVal val="visible"/>
                          </p:to>
                        </p:set>
                        <p:animEffect transition="in" filter="dissolve">
                          <p:cBhvr>
                            <p:cTn id="18" dur="900"/>
                            <p:tgtEl>
                              <p:spTgt spid="3"/>
                            </p:tgtEl>
                          </p:cBhvr>
                        </p:animEffect>
                      </p:childTnLst>
                    </p:cTn>
                  </p:par>
                  <p:par>
                    <p:cTn id="19" presetID="10" presetClass="entr" presetSubtype="0" fill="hold" grpId="2" nodeType="withEffect">
                      <p:stCondLst>
                        <p:cond delay="400"/>
                      </p:stCondLst>
                      <p:childTnLst>
                        <p:set>
                          <p:cBhvr>
                            <p:cTn id="20" dur="1" fill="hold"/>
                            <p:tgtEl>
                              <p:spTgt spid="4"/>
                            </p:tgtEl>
                            <p:attrNameLst>
                              <p:attrName>style.visibility</p:attrName>
                            </p:attrNameLst>
                          </p:cBhvr>
                          <p:to>
                            <p:strVal val="visible"/>
                          </p:to>
                        </p:set>
                        <p:animEffect transition="in" filter="zoom(inCenter)">
                          <p:cBhvr>
                            <p:cTn id="21" dur="900"/>
                            <p:tgtEl>
                              <p:spTgt spid="4"/>
                            </p:tgtEl>
                          </p:cBhvr>
                        </p:animEffect>
                      </p:childTnLst>
                    </p:cTn>
                  </p:par>
                  <p:par>
                    <p:cTn id="22" presetID="26" presetClass="emph" presetSubtype="0" fill="hold" grpId="102" nodeType="afterEffect">
                      <p:stCondLst>
                        <p:cond delay="1400"/>
                      </p:stCondLst>
                      <p:childTnLst>
                        <p:animScale>
                          <p:by x="115000" y="115000"/>
                          <p:cBhvr autoRev="1">
                            <p:cTn id="23" dur="200" autoRev="1"/>
                            <p:tgtEl>
                              <p:spTgt spid="4"/>
                            </p:tgtEl>
                          </p:cBhvr>
                        </p:animScale>
                      </p:childTnLst>
                    </p:cTn>
                  </p:par>
                  <p:par>
                    <p:cTn id="25" presetID="10" presetClass="entr" presetSubtype="0" fill="hold" grpId="3" nodeType="withEffect">
                      <p:stCondLst>
                        <p:cond delay="600"/>
                      </p:stCondLst>
                      <p:childTnLst>
                        <p:set>
                          <p:cBhvr>
                            <p:cTn id="26" dur="1" fill="hold"/>
                            <p:tgtEl>
                              <p:spTgt spid="7"/>
                            </p:tgtEl>
                            <p:attrNameLst>
                              <p:attrName>style.visibility</p:attrName>
                            </p:attrNameLst>
                          </p:cBhvr>
                          <p:to>
                            <p:strVal val="visible"/>
                          </p:to>
                        </p:set>
                        <p:animEffect transition="in" filter="dissolve">
                          <p:cBhvr>
                            <p:cTn id="27" dur="900"/>
                            <p:tgtEl>
                              <p:spTgt spid="7"/>
                            </p:tgtEl>
                          </p:cBhvr>
                        </p:animEffect>
                      </p:childTnLst>
                    </p:cTn>
                  </p:par>
                  <p:par>
                    <p:cTn id="28" presetID="10" presetClass="entr" presetSubtype="0" fill="hold" grpId="4" nodeType="withEffect">
                      <p:stCondLst>
                        <p:cond delay="800"/>
                      </p:stCondLst>
                      <p:childTnLst>
                        <p:set>
                          <p:cBhvr>
                            <p:cTn id="29" dur="1" fill="hold"/>
                            <p:tgtEl>
                              <p:spTgt spid="8"/>
                            </p:tgtEl>
                            <p:attrNameLst>
                              <p:attrName>style.visibility</p:attrName>
                            </p:attrNameLst>
                          </p:cBhvr>
                          <p:to>
                            <p:strVal val="visible"/>
                          </p:to>
                        </p:set>
                        <p:animEffect transition="in" filter="zoom(inCenter)">
                          <p:cBhvr>
                            <p:cTn id="30" dur="900"/>
                            <p:tgtEl>
                              <p:spTgt spid="8"/>
                            </p:tgtEl>
                          </p:cBhvr>
                        </p:animEffect>
                      </p:childTnLst>
                    </p:cTn>
                  </p:par>
                  <p:par>
                    <p:cTn id="31" presetID="10" presetClass="entr" presetSubtype="0" fill="hold" grpId="5" nodeType="withEffect">
                      <p:stCondLst>
                        <p:cond delay="1000"/>
                      </p:stCondLst>
                      <p:childTnLst>
                        <p:set>
                          <p:cBhvr>
                            <p:cTn id="32" dur="1" fill="hold"/>
                            <p:tgtEl>
                              <p:spTgt spid="9"/>
                            </p:tgtEl>
                            <p:attrNameLst>
                              <p:attrName>style.visibility</p:attrName>
                            </p:attrNameLst>
                          </p:cBhvr>
                          <p:to>
                            <p:strVal val="visible"/>
                          </p:to>
                        </p:set>
                        <p:animEffect transition="in" filter="dissolve">
                          <p:cBhvr>
                            <p:cTn id="33" dur="900"/>
                            <p:tgtEl>
                              <p:spTgt spid="9"/>
                            </p:tgtEl>
                          </p:cBhvr>
                        </p:animEffect>
                      </p:childTnLst>
                    </p:cTn>
                  </p:par>
                  <p:par>
                    <p:cTn id="34" presetID="10" presetClass="entr" presetSubtype="0" fill="hold" grpId="6" nodeType="withEffect">
                      <p:stCondLst>
                        <p:cond delay="1200"/>
                      </p:stCondLst>
                      <p:childTnLst>
                        <p:set>
                          <p:cBhvr>
                            <p:cTn id="35" dur="1" fill="hold"/>
                            <p:tgtEl>
                              <p:spTgt spid="10"/>
                            </p:tgtEl>
                            <p:attrNameLst>
                              <p:attrName>style.visibility</p:attrName>
                            </p:attrNameLst>
                          </p:cBhvr>
                          <p:to>
                            <p:strVal val="visible"/>
                          </p:to>
                        </p:set>
                        <p:animEffect transition="in" filter="zoom(inCenter)">
                          <p:cBhvr>
                            <p:cTn id="36" dur="900"/>
                            <p:tgtEl>
                              <p:spTgt spid="10"/>
                            </p:tgtEl>
                          </p:cBhvr>
                        </p:animEffect>
                      </p:childTnLst>
                    </p:cTn>
                  </p:par>
                </p:childTnLst>
              </p:cTn>
            </p:par>
          </p:childTnLst>
        </p:cTn>
      </p:par>
    </p:tnLst>
    <p:bldLst>
      <p:bldP spid="2" grpId="0" uiExpand="1" build="p"/>
      <p:bldP spid="3" grpId="1" uiExpand="1" build="p"/>
      <p:bldP spid="4" grpId="2" uiExpand="1" build="p"/>
      <p:bldP spid="7" grpId="3" uiExpand="1" build="p"/>
      <p:bldP spid="8" grpId="4" uiExpand="1" build="p"/>
      <p:bldP spid="9" grpId="5" uiExpand="1" build="p"/>
      <p:bldP spid="10" grpId="6"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