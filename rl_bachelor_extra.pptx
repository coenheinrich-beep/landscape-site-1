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6" r:id="rId4"/>
    <p:sldId id="258" r:id="rId5"/>
    <p:sldId id="259" r:id="rId6"/>
    <p:sldId id="260" r:id="rId7"/>
    <p:sldId id="263" r:id="rId8"/>
    <p:sldId id="264" r:id="rId9"/>
    <p:sldId id="265"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183D6434-3C88-4B39-BEFA-BD907CBD84B7}" type="datetimeFigureOut">
              <a:t>7/23/26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A185807C-A129-4F14-8335-90EB6958D291}" type="slidenum">
              <a:t>‹#›</a:t>
            </a:fld>
            <a:endParaRPr lang="en-US"/>
          </a:p>
        </p:txBody>
      </p:sp>
    </p:spTree>
    <p:extLst>
      <p:ext uri="{BB962C8B-B14F-4D97-AF65-F5344CB8AC3E}">
        <p14:creationId xmlns:p14="http://schemas.microsoft.com/office/powerpoint/2010/main" val="217223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hyperlink" Target="https://www.reddit.com/r/RocketLeagueEsports/comments/1qwww68/rocket_league_is_the_hardest_game_to_go_pro_in_is/" TargetMode="External"/><Relationship Id="rId3" Type="http://schemas.openxmlformats.org/officeDocument/2006/relationships/hyperlink" Target="https://www.raiderreader.org/with-its-new-season-it-is-time-to-ask-is-rocket-league-the-most-challenging-game/" TargetMode="External"/><Relationship Id="rId7" Type="http://schemas.openxmlformats.org/officeDocument/2006/relationships/hyperlink" Target="https://www.reddit.com/r/RocketLeague/comments/1e3puex/is_rocket_league_the_hardest_game/" TargetMode="External"/><Relationship Id="rId2" Type="http://schemas.openxmlformats.org/officeDocument/2006/relationships/hyperlink" Target="https://www.youtube.com/watch?v=98kdfRgTxtw&amp;t=53" TargetMode="External"/><Relationship Id="rId1" Type="http://schemas.openxmlformats.org/officeDocument/2006/relationships/slideLayout" Target="../slideLayouts/slideLayout1.xml"/><Relationship Id="rId6" Type="http://schemas.openxmlformats.org/officeDocument/2006/relationships/hyperlink" Target="https://www.tiktok.com/@thescoreesports/video/7356708564431424774" TargetMode="External"/><Relationship Id="rId5" Type="http://schemas.openxmlformats.org/officeDocument/2006/relationships/hyperlink" Target="https://www.quora.com/Why-is-Rocket-League-so-hard" TargetMode="External"/><Relationship Id="rId10" Type="http://schemas.openxmlformats.org/officeDocument/2006/relationships/image" Target="../media/image5.png"/><Relationship Id="rId4" Type="http://schemas.openxmlformats.org/officeDocument/2006/relationships/hyperlink" Target="https://www.reddit.com/r/esports/comments/1pi4yee/which_has_a_higher_skill_gap_rocket_league_or/" TargetMode="External"/><Relationship Id="rId9" Type="http://schemas.openxmlformats.org/officeDocument/2006/relationships/hyperlink" Target="https://www.reddit.com/r/RocketLeague/comments/1r6zh71/clix_says_rocket_league_is_easier_than_fortnite/"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FF6D00">
                <a:alpha val="6000"/>
              </a:srgbClr>
            </a:solidFill>
          </a:ln>
        </p:spPr>
      </p:sp>
      <p:sp>
        <p:nvSpPr>
          <p:cNvPr id="501" name="d501"/>
          <p:cNvSpPr/>
          <p:nvPr/>
        </p:nvSpPr>
        <p:spPr>
          <a:xfrm>
            <a:off x="3372000" y="1371750"/>
            <a:ext cx="2400000" cy="2400000"/>
          </a:xfrm>
          <a:prstGeom prst="ellipse">
            <a:avLst/>
          </a:prstGeom>
          <a:noFill/>
          <a:ln w="25400">
            <a:solidFill>
              <a:srgbClr val="2196F3">
                <a:alpha val="4000"/>
              </a:srgbClr>
            </a:solidFill>
          </a:ln>
        </p:spPr>
      </p:sp>
      <p:sp>
        <p:nvSpPr>
          <p:cNvPr id="502" name="d502"/>
          <p:cNvSpPr/>
          <p:nvPr/>
        </p:nvSpPr>
        <p:spPr>
          <a:xfrm>
            <a:off x="2572000" y="571750"/>
            <a:ext cx="4000000" cy="4000000"/>
          </a:xfrm>
          <a:prstGeom prst="ellipse">
            <a:avLst/>
          </a:prstGeom>
          <a:noFill/>
          <a:ln w="15000">
            <a:solidFill>
              <a:srgbClr val="00BCD4">
                <a:alpha val="2000"/>
              </a:srgbClr>
            </a:solidFill>
          </a:ln>
        </p:spPr>
      </p:sp>
      <p:sp>
        <p:nvSpPr>
          <p:cNvPr id="503" name="d503"/>
          <p:cNvSpPr/>
          <p:nvPr/>
        </p:nvSpPr>
        <p:spPr>
          <a:xfrm>
            <a:off x="0" y="0"/>
            <a:ext cx="9144000" cy="642937"/>
          </a:xfrm>
          <a:prstGeom prst="rect">
            <a:avLst/>
          </a:prstGeom>
          <a:solidFill>
            <a:srgbClr val="FF6D00">
              <a:alpha val="5000"/>
            </a:srgbClr>
          </a:solidFill>
          <a:ln>
            <a:noFill/>
          </a:ln>
        </p:spPr>
      </p:sp>
      <p:sp>
        <p:nvSpPr>
          <p:cNvPr id="504" name="d504"/>
          <p:cNvSpPr/>
          <p:nvPr/>
        </p:nvSpPr>
        <p:spPr>
          <a:xfrm>
            <a:off x="0" y="4500563"/>
            <a:ext cx="9144000" cy="642937"/>
          </a:xfrm>
          <a:prstGeom prst="rect">
            <a:avLst/>
          </a:prstGeom>
          <a:solidFill>
            <a:srgbClr val="2196F3">
              <a:alpha val="5000"/>
            </a:srgbClr>
          </a:solidFill>
          <a:ln>
            <a:noFill/>
          </a:ln>
        </p:spPr>
      </p:sp>
      <p:sp>
        <p:nvSpPr>
          <p:cNvPr id="505" name="d505"/>
          <p:cNvSpPr/>
          <p:nvPr/>
        </p:nvSpPr>
        <p:spPr>
          <a:xfrm>
            <a:off x="0" y="411480"/>
            <a:ext cx="180000" cy="180000"/>
          </a:xfrm>
          <a:prstGeom prst="ellipse">
            <a:avLst/>
          </a:prstGeom>
          <a:solidFill>
            <a:srgbClr val="00BCD4">
              <a:alpha val="10000"/>
            </a:srgbClr>
          </a:solidFill>
          <a:ln>
            <a:noFill/>
          </a:ln>
        </p:spPr>
      </p:sp>
      <p:sp>
        <p:nvSpPr>
          <p:cNvPr id="506" name="d506"/>
          <p:cNvSpPr/>
          <p:nvPr/>
        </p:nvSpPr>
        <p:spPr>
          <a:xfrm>
            <a:off x="1524000" y="411480"/>
            <a:ext cx="180000" cy="180000"/>
          </a:xfrm>
          <a:prstGeom prst="ellipse">
            <a:avLst/>
          </a:prstGeom>
          <a:solidFill>
            <a:srgbClr val="00BCD4">
              <a:alpha val="10000"/>
            </a:srgbClr>
          </a:solidFill>
          <a:ln>
            <a:noFill/>
          </a:ln>
        </p:spPr>
      </p:sp>
      <p:sp>
        <p:nvSpPr>
          <p:cNvPr id="507" name="d507"/>
          <p:cNvSpPr/>
          <p:nvPr/>
        </p:nvSpPr>
        <p:spPr>
          <a:xfrm>
            <a:off x="3048000" y="411480"/>
            <a:ext cx="180000" cy="180000"/>
          </a:xfrm>
          <a:prstGeom prst="ellipse">
            <a:avLst/>
          </a:prstGeom>
          <a:solidFill>
            <a:srgbClr val="00BCD4">
              <a:alpha val="10000"/>
            </a:srgbClr>
          </a:solidFill>
          <a:ln>
            <a:noFill/>
          </a:ln>
        </p:spPr>
      </p:sp>
      <p:sp>
        <p:nvSpPr>
          <p:cNvPr id="508" name="d508"/>
          <p:cNvSpPr/>
          <p:nvPr/>
        </p:nvSpPr>
        <p:spPr>
          <a:xfrm>
            <a:off x="4572000" y="411480"/>
            <a:ext cx="180000" cy="180000"/>
          </a:xfrm>
          <a:prstGeom prst="ellipse">
            <a:avLst/>
          </a:prstGeom>
          <a:solidFill>
            <a:srgbClr val="00BCD4">
              <a:alpha val="10000"/>
            </a:srgbClr>
          </a:solidFill>
          <a:ln>
            <a:noFill/>
          </a:ln>
        </p:spPr>
      </p:sp>
      <p:sp>
        <p:nvSpPr>
          <p:cNvPr id="509" name="d509"/>
          <p:cNvSpPr/>
          <p:nvPr/>
        </p:nvSpPr>
        <p:spPr>
          <a:xfrm>
            <a:off x="6096000" y="411480"/>
            <a:ext cx="180000" cy="180000"/>
          </a:xfrm>
          <a:prstGeom prst="ellipse">
            <a:avLst/>
          </a:prstGeom>
          <a:solidFill>
            <a:srgbClr val="00BCD4">
              <a:alpha val="10000"/>
            </a:srgbClr>
          </a:solidFill>
          <a:ln>
            <a:noFill/>
          </a:ln>
        </p:spPr>
      </p:sp>
      <p:sp>
        <p:nvSpPr>
          <p:cNvPr id="510" name="d510"/>
          <p:cNvSpPr/>
          <p:nvPr/>
        </p:nvSpPr>
        <p:spPr>
          <a:xfrm>
            <a:off x="7620000" y="411480"/>
            <a:ext cx="180000" cy="180000"/>
          </a:xfrm>
          <a:prstGeom prst="ellipse">
            <a:avLst/>
          </a:prstGeom>
          <a:solidFill>
            <a:srgbClr val="00BCD4">
              <a:alpha val="10000"/>
            </a:srgbClr>
          </a:solidFill>
          <a:ln>
            <a:noFill/>
          </a:ln>
        </p:spPr>
      </p:sp>
      <p:sp>
        <p:nvSpPr>
          <p:cNvPr id="511" name="d511"/>
          <p:cNvSpPr/>
          <p:nvPr/>
        </p:nvSpPr>
        <p:spPr>
          <a:xfrm>
            <a:off x="762000" y="4474845"/>
            <a:ext cx="140000" cy="140000"/>
          </a:xfrm>
          <a:prstGeom prst="ellipse">
            <a:avLst/>
          </a:prstGeom>
          <a:solidFill>
            <a:srgbClr val="FF6D00">
              <a:alpha val="10000"/>
            </a:srgbClr>
          </a:solidFill>
          <a:ln>
            <a:noFill/>
          </a:ln>
        </p:spPr>
      </p:sp>
      <p:sp>
        <p:nvSpPr>
          <p:cNvPr id="512" name="d512"/>
          <p:cNvSpPr/>
          <p:nvPr/>
        </p:nvSpPr>
        <p:spPr>
          <a:xfrm>
            <a:off x="2286000" y="4474845"/>
            <a:ext cx="140000" cy="140000"/>
          </a:xfrm>
          <a:prstGeom prst="ellipse">
            <a:avLst/>
          </a:prstGeom>
          <a:solidFill>
            <a:srgbClr val="FF6D00">
              <a:alpha val="10000"/>
            </a:srgbClr>
          </a:solidFill>
          <a:ln>
            <a:noFill/>
          </a:ln>
        </p:spPr>
      </p:sp>
      <p:sp>
        <p:nvSpPr>
          <p:cNvPr id="513" name="d513"/>
          <p:cNvSpPr/>
          <p:nvPr/>
        </p:nvSpPr>
        <p:spPr>
          <a:xfrm>
            <a:off x="3810000" y="4474845"/>
            <a:ext cx="140000" cy="140000"/>
          </a:xfrm>
          <a:prstGeom prst="ellipse">
            <a:avLst/>
          </a:prstGeom>
          <a:solidFill>
            <a:srgbClr val="FF6D00">
              <a:alpha val="10000"/>
            </a:srgbClr>
          </a:solidFill>
          <a:ln>
            <a:noFill/>
          </a:ln>
        </p:spPr>
      </p:sp>
      <p:sp>
        <p:nvSpPr>
          <p:cNvPr id="514" name="d514"/>
          <p:cNvSpPr/>
          <p:nvPr/>
        </p:nvSpPr>
        <p:spPr>
          <a:xfrm>
            <a:off x="5334000" y="4474845"/>
            <a:ext cx="140000" cy="140000"/>
          </a:xfrm>
          <a:prstGeom prst="ellipse">
            <a:avLst/>
          </a:prstGeom>
          <a:solidFill>
            <a:srgbClr val="FF6D00">
              <a:alpha val="10000"/>
            </a:srgbClr>
          </a:solidFill>
          <a:ln>
            <a:noFill/>
          </a:ln>
        </p:spPr>
      </p:sp>
      <p:sp>
        <p:nvSpPr>
          <p:cNvPr id="515" name="d515"/>
          <p:cNvSpPr/>
          <p:nvPr/>
        </p:nvSpPr>
        <p:spPr>
          <a:xfrm>
            <a:off x="6858000" y="4474845"/>
            <a:ext cx="140000" cy="140000"/>
          </a:xfrm>
          <a:prstGeom prst="ellipse">
            <a:avLst/>
          </a:prstGeom>
          <a:solidFill>
            <a:srgbClr val="FF6D00">
              <a:alpha val="10000"/>
            </a:srgbClr>
          </a:solidFill>
          <a:ln>
            <a:noFill/>
          </a:ln>
        </p:spPr>
      </p:sp>
      <p:sp>
        <p:nvSpPr>
          <p:cNvPr id="516" name="d516"/>
          <p:cNvSpPr/>
          <p:nvPr/>
        </p:nvSpPr>
        <p:spPr>
          <a:xfrm>
            <a:off x="8382000" y="4474845"/>
            <a:ext cx="140000" cy="140000"/>
          </a:xfrm>
          <a:prstGeom prst="ellipse">
            <a:avLst/>
          </a:prstGeom>
          <a:solidFill>
            <a:srgbClr val="FF6D00">
              <a:alpha val="10000"/>
            </a:srgbClr>
          </a:solidFill>
          <a:ln>
            <a:noFill/>
          </a:ln>
        </p:spPr>
      </p:sp>
      <p:sp>
        <p:nvSpPr>
          <p:cNvPr id="517" name="d517"/>
          <p:cNvSpPr/>
          <p:nvPr/>
        </p:nvSpPr>
        <p:spPr>
          <a:xfrm>
            <a:off x="4272000" y="10000"/>
            <a:ext cx="600000" cy="300000"/>
          </a:xfrm>
          <a:prstGeom prst="diamond">
            <a:avLst/>
          </a:prstGeom>
          <a:solidFill>
            <a:srgbClr val="00BCD4">
              <a:alpha val="12000"/>
            </a:srgbClr>
          </a:solidFill>
          <a:ln>
            <a:noFill/>
          </a:ln>
        </p:spPr>
      </p:sp>
      <p:sp>
        <p:nvSpPr>
          <p:cNvPr id="518" name="d518"/>
          <p:cNvSpPr/>
          <p:nvPr/>
        </p:nvSpPr>
        <p:spPr>
          <a:xfrm>
            <a:off x="4272000" y="4833500"/>
            <a:ext cx="600000" cy="300000"/>
          </a:xfrm>
          <a:prstGeom prst="diamond">
            <a:avLst/>
          </a:prstGeom>
          <a:solidFill>
            <a:srgbClr val="2196F3">
              <a:alpha val="12000"/>
            </a:srgbClr>
          </a:solidFill>
          <a:ln>
            <a:noFill/>
          </a:ln>
        </p:spPr>
      </p:sp>
      <p:sp>
        <p:nvSpPr>
          <p:cNvPr id="2" name="Shape 0"/>
          <p:cNvSpPr/>
          <p:nvPr/>
        </p:nvSpPr>
        <p:spPr>
          <a:xfrm>
            <a:off x="6400800" y="-1377043"/>
            <a:ext cx="4114800" cy="4114800"/>
          </a:xfrm>
          <a:prstGeom prst="ellipse">
            <a:avLst/>
          </a:prstGeom>
          <a:solidFill>
            <a:srgbClr val="FF6D00">
              <a:alpha val="15000"/>
            </a:srgbClr>
          </a:solidFill>
          <a:ln/>
        </p:spPr>
      </p:sp>
      <p:sp>
        <p:nvSpPr>
          <p:cNvPr id="3" name="Shape 1"/>
          <p:cNvSpPr/>
          <p:nvPr/>
        </p:nvSpPr>
        <p:spPr>
          <a:xfrm>
            <a:off x="-1371600" y="3200400"/>
            <a:ext cx="3657600" cy="3657600"/>
          </a:xfrm>
          <a:prstGeom prst="ellipse">
            <a:avLst/>
          </a:prstGeom>
          <a:solidFill>
            <a:srgbClr val="2196F3">
              <a:alpha val="15000"/>
            </a:srgbClr>
          </a:solidFill>
          <a:ln/>
        </p:spPr>
      </p:sp>
      <p:sp>
        <p:nvSpPr>
          <p:cNvPr id="4" name="Text 2"/>
          <p:cNvSpPr/>
          <p:nvPr/>
        </p:nvSpPr>
        <p:spPr>
          <a:xfrm>
            <a:off x="457200" y="914400"/>
            <a:ext cx="8229600" cy="1097280"/>
          </a:xfrm>
          <a:prstGeom prst="rect">
            <a:avLst/>
          </a:prstGeom>
          <a:noFill/>
          <a:ln/>
        </p:spPr>
        <p:txBody>
          <a:bodyPr wrap="square" lIns="0" tIns="0" rIns="0" bIns="0" rtlCol="0" anchor="ctr"/>
          <a:lstStyle/>
          <a:p>
            <a:r>
              <a:rPr lang="en-US" sz="3600" b="1">
                <a:solidFill>
                  <a:srgbClr val="FF6D00"/>
                </a:solidFill>
                <a:latin typeface="Arial"/>
                <a:ea typeface="Arial" pitchFamily="34" charset="-122"/>
                <a:cs typeface="Arial"/>
              </a:rPr>
              <a:t>ROCKET LEAGUE PRESENTATION</a:t>
            </a:r>
            <a:r>
              <a:rPr lang="en-US" sz="3600">
                <a:solidFill>
                  <a:srgbClr val="000000"/>
                </a:solidFill>
                <a:latin typeface="Calibri"/>
                <a:ea typeface="Calibri"/>
                <a:cs typeface="Calibri"/>
              </a:rPr>
              <a:t> </a:t>
            </a:r>
            <a:endParaRPr lang="en-US" sz="3600">
              <a:ea typeface="Calibri"/>
              <a:cs typeface="Calibri"/>
            </a:endParaRPr>
          </a:p>
        </p:txBody>
      </p:sp>
      <p:sp>
        <p:nvSpPr>
          <p:cNvPr id="5" name="Text 3"/>
          <p:cNvSpPr/>
          <p:nvPr/>
        </p:nvSpPr>
        <p:spPr>
          <a:xfrm>
            <a:off x="457200" y="2011680"/>
            <a:ext cx="8229600" cy="1097280"/>
          </a:xfrm>
          <a:prstGeom prst="rect">
            <a:avLst/>
          </a:prstGeom>
          <a:noFill/>
          <a:ln/>
        </p:spPr>
        <p:txBody>
          <a:bodyPr wrap="square" lIns="0" tIns="0" rIns="0" bIns="0" rtlCol="0" anchor="ctr"/>
          <a:lstStyle/>
          <a:p>
            <a:pPr marL="0" indent="0" algn="l">
              <a:lnSpc>
                <a:spcPct val="110000"/>
              </a:lnSpc>
              <a:buNone/>
            </a:pPr>
            <a:endParaRPr lang="en-US" sz="2800" b="1">
              <a:solidFill>
                <a:srgbClr val="FFFFFF"/>
              </a:solidFill>
              <a:latin typeface="Arial"/>
              <a:cs typeface="Arial"/>
            </a:endParaRPr>
          </a:p>
        </p:txBody>
      </p:sp>
      <p:sp>
        <p:nvSpPr>
          <p:cNvPr id="6" name="Text 4"/>
          <p:cNvSpPr/>
          <p:nvPr/>
        </p:nvSpPr>
        <p:spPr>
          <a:xfrm>
            <a:off x="457200" y="3474720"/>
            <a:ext cx="8229600" cy="457200"/>
          </a:xfrm>
          <a:prstGeom prst="rect">
            <a:avLst/>
          </a:prstGeom>
          <a:noFill/>
          <a:ln/>
        </p:spPr>
        <p:txBody>
          <a:bodyPr wrap="square" lIns="0" tIns="0" rIns="0" bIns="0" rtlCol="0" anchor="ctr"/>
          <a:lstStyle/>
          <a:p>
            <a:pPr marL="0" indent="0" algn="l">
              <a:buNone/>
            </a:pPr>
            <a:endParaRPr lang="en-US" sz="1400" i="1">
              <a:solidFill>
                <a:srgbClr val="B0BEC5"/>
              </a:solidFill>
              <a:latin typeface="Arial"/>
              <a:cs typeface="Arial"/>
            </a:endParaRPr>
          </a:p>
        </p:txBody>
      </p:sp>
      <p:sp>
        <p:nvSpPr>
          <p:cNvPr id="7" name="Text 5"/>
          <p:cNvSpPr/>
          <p:nvPr/>
        </p:nvSpPr>
        <p:spPr>
          <a:xfrm>
            <a:off x="457200" y="4389120"/>
            <a:ext cx="8229600" cy="365760"/>
          </a:xfrm>
          <a:prstGeom prst="rect">
            <a:avLst/>
          </a:prstGeom>
          <a:noFill/>
          <a:ln/>
        </p:spPr>
        <p:txBody>
          <a:bodyPr wrap="square" lIns="0" tIns="0" rIns="0" bIns="0" rtlCol="0" anchor="ctr"/>
          <a:lstStyle/>
          <a:p>
            <a:pPr marL="0" indent="0" algn="l">
              <a:buNone/>
            </a:pPr>
            <a:r>
              <a:rPr lang="en-US" sz="1100">
                <a:solidFill>
                  <a:srgbClr val="00BCD4"/>
                </a:solidFill>
                <a:latin typeface="Courier New" pitchFamily="34" charset="0"/>
                <a:ea typeface="Courier New" pitchFamily="34" charset="-122"/>
                <a:cs typeface="Courier New" pitchFamily="34" charset="-120"/>
              </a:rPr>
              <a:t>WHAT A SAVE!  WHAT A SAVE!  WHAT A SAVE!</a:t>
            </a:r>
            <a:endParaRPr lang="en-US" sz="1100"/>
          </a:p>
        </p:txBody>
      </p:sp>
      <p:pic>
        <p:nvPicPr>
          <p:cNvPr id="8" name="Picture 7">
            <a:extLst>
              <a:ext uri="{FF2B5EF4-FFF2-40B4-BE49-F238E27FC236}">
                <a16:creationId xmlns:a16="http://schemas.microsoft.com/office/drawing/2014/main" id="{4B567EDE-7E1D-CE7D-614F-2338EBBCD624}"/>
              </a:ext>
            </a:extLst>
          </p:cNvPr>
          <p:cNvPicPr>
            <a:picLocks noChangeAspect="1"/>
          </p:cNvPicPr>
          <p:nvPr/>
        </p:nvPicPr>
        <p:blipFill>
          <a:blip r:embed="rId3"/>
          <a:stretch>
            <a:fillRect/>
          </a:stretch>
        </p:blipFill>
        <p:spPr>
          <a:xfrm>
            <a:off x="111578" y="1836284"/>
            <a:ext cx="4354286" cy="2428875"/>
          </a:xfrm>
          <a:prstGeom prst="rect">
            <a:avLst/>
          </a:prstGeom>
        </p:spPr>
      </p:pic>
      <p:pic>
        <p:nvPicPr>
          <p:cNvPr id="9" name="Picture 8">
            <a:extLst>
              <a:ext uri="{FF2B5EF4-FFF2-40B4-BE49-F238E27FC236}">
                <a16:creationId xmlns:a16="http://schemas.microsoft.com/office/drawing/2014/main" id="{AC57625F-12D4-C6C2-F0B6-D71AB6ED7463}"/>
              </a:ext>
            </a:extLst>
          </p:cNvPr>
          <p:cNvPicPr>
            <a:picLocks noChangeAspect="1"/>
          </p:cNvPicPr>
          <p:nvPr/>
        </p:nvPicPr>
        <p:blipFill>
          <a:blip r:embed="rId4"/>
          <a:stretch>
            <a:fillRect/>
          </a:stretch>
        </p:blipFill>
        <p:spPr>
          <a:xfrm>
            <a:off x="4465864" y="1836285"/>
            <a:ext cx="4680857" cy="2401660"/>
          </a:xfrm>
          <a:prstGeom prst="rect">
            <a:avLst/>
          </a:prstGeom>
        </p:spPr>
      </p:pic>
    </p:spTree>
  </p:cSld>
  <p:clrMapOvr>
    <a:masterClrMapping/>
  </p:clrMapOvr>
  <p:transition spd="med">
    <p:zoom dir="in"/>
  </p:transition>
  <p:timing>
    <p:tnLst>
      <p:par>
        <p:cTn id="1" dur="indefinite" restart="whenNotActive" nodeType="tmRoot">
          <p:childTnLst>
            <p:par>
              <p:cTn id="2" fill="hold">
                <p:stCondLst>
                  <p:cond delay="300"/>
                </p:stCondLst>
                <p:childTnLst>
                  <p:par>
                    <p:cTn id="3" presetID="10" presetClass="entr" presetSubtype="0" fill="hold" grpId="0" nodeType="withEffect">
                      <p:stCondLst>
                        <p:cond delay="0"/>
                      </p:stCondLst>
                      <p:childTnLst>
                        <p:set>
                          <p:cBhvr>
                            <p:cTn id="4" dur="1" fill="hold"/>
                            <p:tgtEl>
                              <p:spTgt spid="500"/>
                            </p:tgtEl>
                            <p:attrNameLst>
                              <p:attrName>style.visibility</p:attrName>
                            </p:attrNameLst>
                          </p:cBhvr>
                          <p:to>
                            <p:strVal val="visible"/>
                          </p:to>
                        </p:set>
                        <p:animEffect transition="in" filter="fade">
                          <p:cBhvr>
                            <p:cTn id="5" dur="600"/>
                            <p:tgtEl>
                              <p:spTgt spid="500"/>
                            </p:tgtEl>
                          </p:cBhvr>
                        </p:animEffect>
                      </p:childTnLst>
                    </p:cTn>
                  </p:par>
                  <p:par>
                    <p:cTn id="6" presetID="10" presetClass="entr" presetSubtype="0" fill="hold" grpId="1" nodeType="withEffect">
                      <p:stCondLst>
                        <p:cond delay="100"/>
                      </p:stCondLst>
                      <p:childTnLst>
                        <p:set>
                          <p:cBhvr>
                            <p:cTn id="7" dur="1" fill="hold"/>
                            <p:tgtEl>
                              <p:spTgt spid="501"/>
                            </p:tgtEl>
                            <p:attrNameLst>
                              <p:attrName>style.visibility</p:attrName>
                            </p:attrNameLst>
                          </p:cBhvr>
                          <p:to>
                            <p:strVal val="visible"/>
                          </p:to>
                        </p:set>
                        <p:animEffect transition="in" filter="fade">
                          <p:cBhvr>
                            <p:cTn id="8" dur="600"/>
                            <p:tgtEl>
                              <p:spTgt spid="501"/>
                            </p:tgtEl>
                          </p:cBhvr>
                        </p:animEffect>
                      </p:childTnLst>
                    </p:cTn>
                  </p:par>
                  <p:par>
                    <p:cTn id="9" presetID="10" presetClass="entr" presetSubtype="0" fill="hold" grpId="2" nodeType="withEffect">
                      <p:stCondLst>
                        <p:cond delay="200"/>
                      </p:stCondLst>
                      <p:childTnLst>
                        <p:set>
                          <p:cBhvr>
                            <p:cTn id="10" dur="1" fill="hold"/>
                            <p:tgtEl>
                              <p:spTgt spid="502"/>
                            </p:tgtEl>
                            <p:attrNameLst>
                              <p:attrName>style.visibility</p:attrName>
                            </p:attrNameLst>
                          </p:cBhvr>
                          <p:to>
                            <p:strVal val="visible"/>
                          </p:to>
                        </p:set>
                        <p:animEffect transition="in" filter="fade">
                          <p:cBhvr>
                            <p:cTn id="11" dur="600"/>
                            <p:tgtEl>
                              <p:spTgt spid="502"/>
                            </p:tgtEl>
                          </p:cBhvr>
                        </p:animEffect>
                      </p:childTnLst>
                    </p:cTn>
                  </p:par>
                  <p:par>
                    <p:cTn id="12" presetID="10" presetClass="entr" presetSubtype="0" fill="hold" grpId="3" nodeType="withEffect">
                      <p:stCondLst>
                        <p:cond delay="300"/>
                      </p:stCondLst>
                      <p:childTnLst>
                        <p:set>
                          <p:cBhvr>
                            <p:cTn id="13" dur="1" fill="hold"/>
                            <p:tgtEl>
                              <p:spTgt spid="503"/>
                            </p:tgtEl>
                            <p:attrNameLst>
                              <p:attrName>style.visibility</p:attrName>
                            </p:attrNameLst>
                          </p:cBhvr>
                          <p:to>
                            <p:strVal val="visible"/>
                          </p:to>
                        </p:set>
                        <p:animEffect transition="in" filter="fade">
                          <p:cBhvr>
                            <p:cTn id="14" dur="600"/>
                            <p:tgtEl>
                              <p:spTgt spid="503"/>
                            </p:tgtEl>
                          </p:cBhvr>
                        </p:animEffect>
                      </p:childTnLst>
                    </p:cTn>
                  </p:par>
                  <p:par>
                    <p:cTn id="15" presetID="10" presetClass="entr" presetSubtype="0" fill="hold" grpId="4" nodeType="withEffect">
                      <p:stCondLst>
                        <p:cond delay="400"/>
                      </p:stCondLst>
                      <p:childTnLst>
                        <p:set>
                          <p:cBhvr>
                            <p:cTn id="16" dur="1" fill="hold"/>
                            <p:tgtEl>
                              <p:spTgt spid="504"/>
                            </p:tgtEl>
                            <p:attrNameLst>
                              <p:attrName>style.visibility</p:attrName>
                            </p:attrNameLst>
                          </p:cBhvr>
                          <p:to>
                            <p:strVal val="visible"/>
                          </p:to>
                        </p:set>
                        <p:animEffect transition="in" filter="fade">
                          <p:cBhvr>
                            <p:cTn id="17" dur="600"/>
                            <p:tgtEl>
                              <p:spTgt spid="504"/>
                            </p:tgtEl>
                          </p:cBhvr>
                        </p:animEffect>
                      </p:childTnLst>
                    </p:cTn>
                  </p:par>
                  <p:par>
                    <p:cTn id="18" presetID="10" presetClass="entr" presetSubtype="0" fill="hold" grpId="5" nodeType="withEffect">
                      <p:stCondLst>
                        <p:cond delay="500"/>
                      </p:stCondLst>
                      <p:childTnLst>
                        <p:set>
                          <p:cBhvr>
                            <p:cTn id="19" dur="1" fill="hold"/>
                            <p:tgtEl>
                              <p:spTgt spid="505"/>
                            </p:tgtEl>
                            <p:attrNameLst>
                              <p:attrName>style.visibility</p:attrName>
                            </p:attrNameLst>
                          </p:cBhvr>
                          <p:to>
                            <p:strVal val="visible"/>
                          </p:to>
                        </p:set>
                        <p:animEffect transition="in" filter="fade">
                          <p:cBhvr>
                            <p:cTn id="20" dur="600"/>
                            <p:tgtEl>
                              <p:spTgt spid="505"/>
                            </p:tgtEl>
                          </p:cBhvr>
                        </p:animEffect>
                      </p:childTnLst>
                    </p:cTn>
                  </p:par>
                  <p:par>
                    <p:cTn id="21" presetID="10" presetClass="entr" presetSubtype="0" fill="hold" grpId="6" nodeType="withEffect">
                      <p:stCondLst>
                        <p:cond delay="600"/>
                      </p:stCondLst>
                      <p:childTnLst>
                        <p:set>
                          <p:cBhvr>
                            <p:cTn id="22" dur="1" fill="hold"/>
                            <p:tgtEl>
                              <p:spTgt spid="506"/>
                            </p:tgtEl>
                            <p:attrNameLst>
                              <p:attrName>style.visibility</p:attrName>
                            </p:attrNameLst>
                          </p:cBhvr>
                          <p:to>
                            <p:strVal val="visible"/>
                          </p:to>
                        </p:set>
                        <p:animEffect transition="in" filter="fade">
                          <p:cBhvr>
                            <p:cTn id="23" dur="600"/>
                            <p:tgtEl>
                              <p:spTgt spid="506"/>
                            </p:tgtEl>
                          </p:cBhvr>
                        </p:animEffect>
                      </p:childTnLst>
                    </p:cTn>
                  </p:par>
                  <p:par>
                    <p:cTn id="24" presetID="10" presetClass="entr" presetSubtype="0" fill="hold" grpId="7" nodeType="withEffect">
                      <p:stCondLst>
                        <p:cond delay="700"/>
                      </p:stCondLst>
                      <p:childTnLst>
                        <p:set>
                          <p:cBhvr>
                            <p:cTn id="25" dur="1" fill="hold"/>
                            <p:tgtEl>
                              <p:spTgt spid="507"/>
                            </p:tgtEl>
                            <p:attrNameLst>
                              <p:attrName>style.visibility</p:attrName>
                            </p:attrNameLst>
                          </p:cBhvr>
                          <p:to>
                            <p:strVal val="visible"/>
                          </p:to>
                        </p:set>
                        <p:animEffect transition="in" filter="fade">
                          <p:cBhvr>
                            <p:cTn id="26" dur="600"/>
                            <p:tgtEl>
                              <p:spTgt spid="507"/>
                            </p:tgtEl>
                          </p:cBhvr>
                        </p:animEffect>
                      </p:childTnLst>
                    </p:cTn>
                  </p:par>
                  <p:par>
                    <p:cTn id="27" presetID="10" presetClass="entr" presetSubtype="0" fill="hold" grpId="8" nodeType="withEffect">
                      <p:stCondLst>
                        <p:cond delay="800"/>
                      </p:stCondLst>
                      <p:childTnLst>
                        <p:set>
                          <p:cBhvr>
                            <p:cTn id="28" dur="1" fill="hold"/>
                            <p:tgtEl>
                              <p:spTgt spid="508"/>
                            </p:tgtEl>
                            <p:attrNameLst>
                              <p:attrName>style.visibility</p:attrName>
                            </p:attrNameLst>
                          </p:cBhvr>
                          <p:to>
                            <p:strVal val="visible"/>
                          </p:to>
                        </p:set>
                        <p:animEffect transition="in" filter="fade">
                          <p:cBhvr>
                            <p:cTn id="29" dur="600"/>
                            <p:tgtEl>
                              <p:spTgt spid="508"/>
                            </p:tgtEl>
                          </p:cBhvr>
                        </p:animEffect>
                      </p:childTnLst>
                    </p:cTn>
                  </p:par>
                  <p:par>
                    <p:cTn id="30" presetID="10" presetClass="entr" presetSubtype="0" fill="hold" grpId="9" nodeType="withEffect">
                      <p:stCondLst>
                        <p:cond delay="900"/>
                      </p:stCondLst>
                      <p:childTnLst>
                        <p:set>
                          <p:cBhvr>
                            <p:cTn id="31" dur="1" fill="hold"/>
                            <p:tgtEl>
                              <p:spTgt spid="509"/>
                            </p:tgtEl>
                            <p:attrNameLst>
                              <p:attrName>style.visibility</p:attrName>
                            </p:attrNameLst>
                          </p:cBhvr>
                          <p:to>
                            <p:strVal val="visible"/>
                          </p:to>
                        </p:set>
                        <p:animEffect transition="in" filter="fade">
                          <p:cBhvr>
                            <p:cTn id="32" dur="600"/>
                            <p:tgtEl>
                              <p:spTgt spid="509"/>
                            </p:tgtEl>
                          </p:cBhvr>
                        </p:animEffect>
                      </p:childTnLst>
                    </p:cTn>
                  </p:par>
                  <p:par>
                    <p:cTn id="33" presetID="10" presetClass="entr" presetSubtype="0" fill="hold" grpId="10" nodeType="withEffect">
                      <p:stCondLst>
                        <p:cond delay="1000"/>
                      </p:stCondLst>
                      <p:childTnLst>
                        <p:set>
                          <p:cBhvr>
                            <p:cTn id="34" dur="1" fill="hold"/>
                            <p:tgtEl>
                              <p:spTgt spid="510"/>
                            </p:tgtEl>
                            <p:attrNameLst>
                              <p:attrName>style.visibility</p:attrName>
                            </p:attrNameLst>
                          </p:cBhvr>
                          <p:to>
                            <p:strVal val="visible"/>
                          </p:to>
                        </p:set>
                        <p:animEffect transition="in" filter="fade">
                          <p:cBhvr>
                            <p:cTn id="35" dur="600"/>
                            <p:tgtEl>
                              <p:spTgt spid="510"/>
                            </p:tgtEl>
                          </p:cBhvr>
                        </p:animEffect>
                      </p:childTnLst>
                    </p:cTn>
                  </p:par>
                  <p:par>
                    <p:cTn id="36" presetID="10" presetClass="entr" presetSubtype="0" fill="hold" grpId="11" nodeType="withEffect">
                      <p:stCondLst>
                        <p:cond delay="1100"/>
                      </p:stCondLst>
                      <p:childTnLst>
                        <p:set>
                          <p:cBhvr>
                            <p:cTn id="37" dur="1" fill="hold"/>
                            <p:tgtEl>
                              <p:spTgt spid="511"/>
                            </p:tgtEl>
                            <p:attrNameLst>
                              <p:attrName>style.visibility</p:attrName>
                            </p:attrNameLst>
                          </p:cBhvr>
                          <p:to>
                            <p:strVal val="visible"/>
                          </p:to>
                        </p:set>
                        <p:animEffect transition="in" filter="fade">
                          <p:cBhvr>
                            <p:cTn id="38" dur="600"/>
                            <p:tgtEl>
                              <p:spTgt spid="511"/>
                            </p:tgtEl>
                          </p:cBhvr>
                        </p:animEffect>
                      </p:childTnLst>
                    </p:cTn>
                  </p:par>
                  <p:par>
                    <p:cTn id="39" presetID="10" presetClass="entr" presetSubtype="0" fill="hold" grpId="12" nodeType="withEffect">
                      <p:stCondLst>
                        <p:cond delay="1200"/>
                      </p:stCondLst>
                      <p:childTnLst>
                        <p:set>
                          <p:cBhvr>
                            <p:cTn id="40" dur="1" fill="hold"/>
                            <p:tgtEl>
                              <p:spTgt spid="512"/>
                            </p:tgtEl>
                            <p:attrNameLst>
                              <p:attrName>style.visibility</p:attrName>
                            </p:attrNameLst>
                          </p:cBhvr>
                          <p:to>
                            <p:strVal val="visible"/>
                          </p:to>
                        </p:set>
                        <p:animEffect transition="in" filter="fade">
                          <p:cBhvr>
                            <p:cTn id="41" dur="600"/>
                            <p:tgtEl>
                              <p:spTgt spid="512"/>
                            </p:tgtEl>
                          </p:cBhvr>
                        </p:animEffect>
                      </p:childTnLst>
                    </p:cTn>
                  </p:par>
                  <p:par>
                    <p:cTn id="42" presetID="10" presetClass="entr" presetSubtype="0" fill="hold" grpId="13" nodeType="withEffect">
                      <p:stCondLst>
                        <p:cond delay="1300"/>
                      </p:stCondLst>
                      <p:childTnLst>
                        <p:set>
                          <p:cBhvr>
                            <p:cTn id="43" dur="1" fill="hold"/>
                            <p:tgtEl>
                              <p:spTgt spid="513"/>
                            </p:tgtEl>
                            <p:attrNameLst>
                              <p:attrName>style.visibility</p:attrName>
                            </p:attrNameLst>
                          </p:cBhvr>
                          <p:to>
                            <p:strVal val="visible"/>
                          </p:to>
                        </p:set>
                        <p:animEffect transition="in" filter="fade">
                          <p:cBhvr>
                            <p:cTn id="44" dur="600"/>
                            <p:tgtEl>
                              <p:spTgt spid="513"/>
                            </p:tgtEl>
                          </p:cBhvr>
                        </p:animEffect>
                      </p:childTnLst>
                    </p:cTn>
                  </p:par>
                  <p:par>
                    <p:cTn id="45" presetID="10" presetClass="entr" presetSubtype="0" fill="hold" grpId="14" nodeType="withEffect">
                      <p:stCondLst>
                        <p:cond delay="1400"/>
                      </p:stCondLst>
                      <p:childTnLst>
                        <p:set>
                          <p:cBhvr>
                            <p:cTn id="46" dur="1" fill="hold"/>
                            <p:tgtEl>
                              <p:spTgt spid="514"/>
                            </p:tgtEl>
                            <p:attrNameLst>
                              <p:attrName>style.visibility</p:attrName>
                            </p:attrNameLst>
                          </p:cBhvr>
                          <p:to>
                            <p:strVal val="visible"/>
                          </p:to>
                        </p:set>
                        <p:animEffect transition="in" filter="fade">
                          <p:cBhvr>
                            <p:cTn id="47" dur="600"/>
                            <p:tgtEl>
                              <p:spTgt spid="514"/>
                            </p:tgtEl>
                          </p:cBhvr>
                        </p:animEffect>
                      </p:childTnLst>
                    </p:cTn>
                  </p:par>
                  <p:par>
                    <p:cTn id="48" presetID="10" presetClass="entr" presetSubtype="0" fill="hold" grpId="15" nodeType="withEffect">
                      <p:stCondLst>
                        <p:cond delay="1500"/>
                      </p:stCondLst>
                      <p:childTnLst>
                        <p:set>
                          <p:cBhvr>
                            <p:cTn id="49" dur="1" fill="hold"/>
                            <p:tgtEl>
                              <p:spTgt spid="515"/>
                            </p:tgtEl>
                            <p:attrNameLst>
                              <p:attrName>style.visibility</p:attrName>
                            </p:attrNameLst>
                          </p:cBhvr>
                          <p:to>
                            <p:strVal val="visible"/>
                          </p:to>
                        </p:set>
                        <p:animEffect transition="in" filter="fade">
                          <p:cBhvr>
                            <p:cTn id="50" dur="600"/>
                            <p:tgtEl>
                              <p:spTgt spid="515"/>
                            </p:tgtEl>
                          </p:cBhvr>
                        </p:animEffect>
                      </p:childTnLst>
                    </p:cTn>
                  </p:par>
                  <p:par>
                    <p:cTn id="51" presetID="10" presetClass="entr" presetSubtype="0" fill="hold" grpId="16" nodeType="withEffect">
                      <p:stCondLst>
                        <p:cond delay="1600"/>
                      </p:stCondLst>
                      <p:childTnLst>
                        <p:set>
                          <p:cBhvr>
                            <p:cTn id="52" dur="1" fill="hold"/>
                            <p:tgtEl>
                              <p:spTgt spid="516"/>
                            </p:tgtEl>
                            <p:attrNameLst>
                              <p:attrName>style.visibility</p:attrName>
                            </p:attrNameLst>
                          </p:cBhvr>
                          <p:to>
                            <p:strVal val="visible"/>
                          </p:to>
                        </p:set>
                        <p:animEffect transition="in" filter="fade">
                          <p:cBhvr>
                            <p:cTn id="53" dur="600"/>
                            <p:tgtEl>
                              <p:spTgt spid="516"/>
                            </p:tgtEl>
                          </p:cBhvr>
                        </p:animEffect>
                      </p:childTnLst>
                    </p:cTn>
                  </p:par>
                  <p:par>
                    <p:cTn id="54" presetID="10" presetClass="entr" presetSubtype="0" fill="hold" grpId="17" nodeType="withEffect">
                      <p:stCondLst>
                        <p:cond delay="1700"/>
                      </p:stCondLst>
                      <p:childTnLst>
                        <p:set>
                          <p:cBhvr>
                            <p:cTn id="55" dur="1" fill="hold"/>
                            <p:tgtEl>
                              <p:spTgt spid="517"/>
                            </p:tgtEl>
                            <p:attrNameLst>
                              <p:attrName>style.visibility</p:attrName>
                            </p:attrNameLst>
                          </p:cBhvr>
                          <p:to>
                            <p:strVal val="visible"/>
                          </p:to>
                        </p:set>
                        <p:animEffect transition="in" filter="fade">
                          <p:cBhvr>
                            <p:cTn id="56" dur="600"/>
                            <p:tgtEl>
                              <p:spTgt spid="517"/>
                            </p:tgtEl>
                          </p:cBhvr>
                        </p:animEffect>
                      </p:childTnLst>
                    </p:cTn>
                  </p:par>
                  <p:par>
                    <p:cTn id="57" presetID="10" presetClass="entr" presetSubtype="0" fill="hold" grpId="18" nodeType="withEffect">
                      <p:stCondLst>
                        <p:cond delay="1800"/>
                      </p:stCondLst>
                      <p:childTnLst>
                        <p:set>
                          <p:cBhvr>
                            <p:cTn id="58" dur="1" fill="hold"/>
                            <p:tgtEl>
                              <p:spTgt spid="518"/>
                            </p:tgtEl>
                            <p:attrNameLst>
                              <p:attrName>style.visibility</p:attrName>
                            </p:attrNameLst>
                          </p:cBhvr>
                          <p:to>
                            <p:strVal val="visible"/>
                          </p:to>
                        </p:set>
                        <p:animEffect transition="in" filter="fade">
                          <p:cBhvr>
                            <p:cTn id="59" dur="600"/>
                            <p:tgtEl>
                              <p:spTgt spid="518"/>
                            </p:tgtEl>
                          </p:cBhvr>
                        </p:animEffect>
                      </p:childTnLst>
                    </p:cTn>
                  </p:par>
                  <p:par>
                    <p:cTn id="60" presetID="10" presetClass="entr" presetSubtype="0" fill="hold" grpId="19" nodeType="withEffect">
                      <p:stCondLst>
                        <p:cond delay="1900"/>
                      </p:stCondLst>
                      <p:childTnLst>
                        <p:set>
                          <p:cBhvr>
                            <p:cTn id="61" dur="1" fill="hold"/>
                            <p:tgtEl>
                              <p:spTgt spid="2"/>
                            </p:tgtEl>
                            <p:attrNameLst>
                              <p:attrName>style.visibility</p:attrName>
                            </p:attrNameLst>
                          </p:cBhvr>
                          <p:to>
                            <p:strVal val="visible"/>
                          </p:to>
                        </p:set>
                        <p:animEffect transition="in" filter="fade">
                          <p:cBhvr>
                            <p:cTn id="62" dur="600"/>
                            <p:tgtEl>
                              <p:spTgt spid="2"/>
                            </p:tgtEl>
                          </p:cBhvr>
                        </p:animEffect>
                      </p:childTnLst>
                    </p:cTn>
                  </p:par>
                  <p:par>
                    <p:cTn id="63" presetID="10" presetClass="entr" presetSubtype="0" fill="hold" grpId="20" nodeType="withEffect">
                      <p:stCondLst>
                        <p:cond delay="2000"/>
                      </p:stCondLst>
                      <p:childTnLst>
                        <p:set>
                          <p:cBhvr>
                            <p:cTn id="64" dur="1" fill="hold"/>
                            <p:tgtEl>
                              <p:spTgt spid="3"/>
                            </p:tgtEl>
                            <p:attrNameLst>
                              <p:attrName>style.visibility</p:attrName>
                            </p:attrNameLst>
                          </p:cBhvr>
                          <p:to>
                            <p:strVal val="visible"/>
                          </p:to>
                        </p:set>
                        <p:animEffect transition="in" filter="fade">
                          <p:cBhvr>
                            <p:cTn id="65" dur="600"/>
                            <p:tgtEl>
                              <p:spTgt spid="3"/>
                            </p:tgtEl>
                          </p:cBhvr>
                        </p:animEffect>
                      </p:childTnLst>
                    </p:cTn>
                  </p:par>
                  <p:par>
                    <p:cTn id="66" presetID="10" presetClass="entr" presetSubtype="0" fill="hold" grpId="21" nodeType="withEffect">
                      <p:stCondLst>
                        <p:cond delay="2100"/>
                      </p:stCondLst>
                      <p:childTnLst>
                        <p:set>
                          <p:cBhvr>
                            <p:cTn id="67" dur="1" fill="hold"/>
                            <p:tgtEl>
                              <p:spTgt spid="4"/>
                            </p:tgtEl>
                            <p:attrNameLst>
                              <p:attrName>style.visibility</p:attrName>
                            </p:attrNameLst>
                          </p:cBhvr>
                          <p:to>
                            <p:strVal val="visible"/>
                          </p:to>
                        </p:set>
                        <p:animEffect transition="in" filter="fade">
                          <p:cBhvr>
                            <p:cTn id="68" dur="600"/>
                            <p:tgtEl>
                              <p:spTgt spid="4"/>
                            </p:tgtEl>
                          </p:cBhvr>
                        </p:animEffect>
                      </p:childTnLst>
                    </p:cTn>
                  </p:par>
                  <p:par>
                    <p:cTn id="69" presetID="10" presetClass="entr" presetSubtype="0" fill="hold" grpId="22" nodeType="withEffect">
                      <p:stCondLst>
                        <p:cond delay="2200"/>
                      </p:stCondLst>
                      <p:childTnLst>
                        <p:set>
                          <p:cBhvr>
                            <p:cTn id="70" dur="1" fill="hold"/>
                            <p:tgtEl>
                              <p:spTgt spid="5"/>
                            </p:tgtEl>
                            <p:attrNameLst>
                              <p:attrName>style.visibility</p:attrName>
                            </p:attrNameLst>
                          </p:cBhvr>
                          <p:to>
                            <p:strVal val="visible"/>
                          </p:to>
                        </p:set>
                        <p:animEffect transition="in" filter="fade">
                          <p:cBhvr>
                            <p:cTn id="71" dur="600"/>
                            <p:tgtEl>
                              <p:spTgt spid="5"/>
                            </p:tgtEl>
                          </p:cBhvr>
                        </p:animEffect>
                      </p:childTnLst>
                    </p:cTn>
                  </p:par>
                  <p:par>
                    <p:cTn id="72" presetID="10" presetClass="entr" presetSubtype="0" fill="hold" grpId="23" nodeType="withEffect">
                      <p:stCondLst>
                        <p:cond delay="2300"/>
                      </p:stCondLst>
                      <p:childTnLst>
                        <p:set>
                          <p:cBhvr>
                            <p:cTn id="73" dur="1" fill="hold"/>
                            <p:tgtEl>
                              <p:spTgt spid="6"/>
                            </p:tgtEl>
                            <p:attrNameLst>
                              <p:attrName>style.visibility</p:attrName>
                            </p:attrNameLst>
                          </p:cBhvr>
                          <p:to>
                            <p:strVal val="visible"/>
                          </p:to>
                        </p:set>
                        <p:animEffect transition="in" filter="fade">
                          <p:cBhvr>
                            <p:cTn id="74" dur="600"/>
                            <p:tgtEl>
                              <p:spTgt spid="6"/>
                            </p:tgtEl>
                          </p:cBhvr>
                        </p:animEffect>
                      </p:childTnLst>
                    </p:cTn>
                  </p:par>
                  <p:par>
                    <p:cTn id="75" presetID="10" presetClass="entr" presetSubtype="0" fill="hold" grpId="24" nodeType="withEffect">
                      <p:stCondLst>
                        <p:cond delay="2400"/>
                      </p:stCondLst>
                      <p:childTnLst>
                        <p:set>
                          <p:cBhvr>
                            <p:cTn id="76" dur="1" fill="hold"/>
                            <p:tgtEl>
                              <p:spTgt spid="7"/>
                            </p:tgtEl>
                            <p:attrNameLst>
                              <p:attrName>style.visibility</p:attrName>
                            </p:attrNameLst>
                          </p:cBhvr>
                          <p:to>
                            <p:strVal val="visible"/>
                          </p:to>
                        </p:set>
                        <p:animEffect transition="in" filter="fade">
                          <p:cBhvr>
                            <p:cTn id="77" dur="600"/>
                            <p:tgtEl>
                              <p:spTgt spid="7"/>
                            </p:tgtEl>
                          </p:cBhvr>
                        </p:animEffect>
                      </p:childTnLst>
                    </p:cTn>
                  </p:par>
                  <p:par>
                    <p:cTn id="78" presetID="10" presetClass="entr" presetSubtype="0" fill="hold" grpId="25" nodeType="withEffect">
                      <p:stCondLst>
                        <p:cond delay="2500"/>
                      </p:stCondLst>
                      <p:childTnLst>
                        <p:set>
                          <p:cBhvr>
                            <p:cTn id="79" dur="1" fill="hold"/>
                            <p:tgtEl>
                              <p:spTgt spid="8"/>
                            </p:tgtEl>
                            <p:attrNameLst>
                              <p:attrName>style.visibility</p:attrName>
                            </p:attrNameLst>
                          </p:cBhvr>
                          <p:to>
                            <p:strVal val="visible"/>
                          </p:to>
                        </p:set>
                        <p:animEffect transition="in" filter="fade">
                          <p:cBhvr>
                            <p:cTn id="80" dur="600"/>
                            <p:tgtEl>
                              <p:spTgt spid="8"/>
                            </p:tgtEl>
                          </p:cBhvr>
                        </p:animEffect>
                      </p:childTnLst>
                    </p:cTn>
                  </p:par>
                  <p:par>
                    <p:cTn id="81" presetID="10" presetClass="entr" presetSubtype="0" fill="hold" grpId="26" nodeType="withEffect">
                      <p:stCondLst>
                        <p:cond delay="2600"/>
                      </p:stCondLst>
                      <p:childTnLst>
                        <p:set>
                          <p:cBhvr>
                            <p:cTn id="82" dur="1" fill="hold"/>
                            <p:tgtEl>
                              <p:spTgt spid="9"/>
                            </p:tgtEl>
                            <p:attrNameLst>
                              <p:attrName>style.visibility</p:attrName>
                            </p:attrNameLst>
                          </p:cBhvr>
                          <p:to>
                            <p:strVal val="visible"/>
                          </p:to>
                        </p:set>
                        <p:animEffect transition="in" filter="fade">
                          <p:cBhvr>
                            <p:cTn id="83" dur="600"/>
                            <p:tgtEl>
                              <p:spTgt spid="9"/>
                            </p:tgtEl>
                          </p:cBhvr>
                        </p:animEffect>
                      </p:childTnLst>
                    </p:cTn>
                  </p:par>
                </p:childTnLst>
              </p:cTn>
            </p:par>
          </p:childTnLst>
        </p:cTn>
      </p:par>
    </p:tnLst>
    <p:bldLst>
      <p:bldP spid="500" grpId="0" uiExpand="1" build="p"/>
      <p:bldP spid="501" grpId="1" uiExpand="1" build="p"/>
      <p:bldP spid="502" grpId="2" uiExpand="1" build="p"/>
      <p:bldP spid="503" grpId="3" uiExpand="1" build="p"/>
      <p:bldP spid="504" grpId="4" uiExpand="1" build="p"/>
      <p:bldP spid="505" grpId="5" uiExpand="1" build="p"/>
      <p:bldP spid="506" grpId="6" uiExpand="1" build="p"/>
      <p:bldP spid="507" grpId="7" uiExpand="1" build="p"/>
      <p:bldP spid="508" grpId="8" uiExpand="1" build="p"/>
      <p:bldP spid="509" grpId="9" uiExpand="1" build="p"/>
      <p:bldP spid="510" grpId="10" uiExpand="1" build="p"/>
      <p:bldP spid="511" grpId="11" uiExpand="1" build="p"/>
      <p:bldP spid="512" grpId="12" uiExpand="1" build="p"/>
      <p:bldP spid="513" grpId="13" uiExpand="1" build="p"/>
      <p:bldP spid="514" grpId="14" uiExpand="1" build="p"/>
      <p:bldP spid="515" grpId="15" uiExpand="1" build="p"/>
      <p:bldP spid="516" grpId="16" uiExpand="1" build="p"/>
      <p:bldP spid="517" grpId="17" uiExpand="1" build="p"/>
      <p:bldP spid="518" grpId="18" uiExpand="1" build="p"/>
      <p:bldP spid="2" grpId="19" uiExpand="1" build="p"/>
      <p:bldP spid="3" grpId="20" uiExpand="1" build="p"/>
      <p:bldP spid="4" grpId="21" uiExpand="1" build="p"/>
      <p:bldP spid="5" grpId="22" uiExpand="1" build="p"/>
      <p:bldP spid="6" grpId="23" uiExpand="1" build="p"/>
      <p:bldP spid="7" grpId="24" uiExpand="1" build="p"/>
      <p:bldP spid="8" grpId="25" uiExpand="1" build="p"/>
      <p:bldP spid="9" grpId="26"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4072000" y="2071750"/>
            <a:ext cx="1000000" cy="1000000"/>
          </a:xfrm>
          <a:prstGeom prst="ellipse">
            <a:avLst/>
          </a:prstGeom>
          <a:noFill/>
          <a:ln w="38100">
            <a:solidFill>
              <a:srgbClr val="FFD700">
                <a:alpha val="8000"/>
              </a:srgbClr>
            </a:solidFill>
          </a:ln>
        </p:spPr>
      </p:sp>
      <p:sp>
        <p:nvSpPr>
          <p:cNvPr id="501" name="d501"/>
          <p:cNvSpPr/>
          <p:nvPr/>
        </p:nvSpPr>
        <p:spPr>
          <a:xfrm>
            <a:off x="3572000" y="1571750"/>
            <a:ext cx="2000000" cy="2000000"/>
          </a:xfrm>
          <a:prstGeom prst="ellipse">
            <a:avLst/>
          </a:prstGeom>
          <a:noFill/>
          <a:ln w="25400">
            <a:solidFill>
              <a:srgbClr val="FFD700">
                <a:alpha val="5000"/>
              </a:srgbClr>
            </a:solidFill>
          </a:ln>
        </p:spPr>
      </p:sp>
      <p:sp>
        <p:nvSpPr>
          <p:cNvPr id="502" name="d502"/>
          <p:cNvSpPr/>
          <p:nvPr/>
        </p:nvSpPr>
        <p:spPr>
          <a:xfrm>
            <a:off x="0" y="0"/>
            <a:ext cx="9144000" cy="514350"/>
          </a:xfrm>
          <a:prstGeom prst="rect">
            <a:avLst/>
          </a:prstGeom>
          <a:solidFill>
            <a:srgbClr val="FFD700">
              <a:alpha val="8000"/>
            </a:srgbClr>
          </a:solidFill>
          <a:ln>
            <a:noFill/>
          </a:ln>
        </p:spPr>
      </p:sp>
      <p:sp>
        <p:nvSpPr>
          <p:cNvPr id="503" name="d503"/>
          <p:cNvSpPr/>
          <p:nvPr/>
        </p:nvSpPr>
        <p:spPr>
          <a:xfrm>
            <a:off x="0" y="4629150"/>
            <a:ext cx="9144000" cy="514350"/>
          </a:xfrm>
          <a:prstGeom prst="rect">
            <a:avLst/>
          </a:prstGeom>
          <a:solidFill>
            <a:srgbClr val="2196F3">
              <a:alpha val="8000"/>
            </a:srgbClr>
          </a:solidFill>
          <a:ln>
            <a:noFill/>
          </a:ln>
        </p:spPr>
      </p:sp>
      <p:sp>
        <p:nvSpPr>
          <p:cNvPr id="504" name="d504"/>
          <p:cNvSpPr/>
          <p:nvPr/>
        </p:nvSpPr>
        <p:spPr>
          <a:xfrm>
            <a:off x="0" y="514350"/>
            <a:ext cx="200000" cy="200000"/>
          </a:xfrm>
          <a:prstGeom prst="ellipse">
            <a:avLst/>
          </a:prstGeom>
          <a:solidFill>
            <a:srgbClr val="FFD700">
              <a:alpha val="10000"/>
            </a:srgbClr>
          </a:solidFill>
          <a:ln>
            <a:noFill/>
          </a:ln>
        </p:spPr>
      </p:sp>
      <p:sp>
        <p:nvSpPr>
          <p:cNvPr id="505" name="d505"/>
          <p:cNvSpPr/>
          <p:nvPr/>
        </p:nvSpPr>
        <p:spPr>
          <a:xfrm>
            <a:off x="1828800" y="514350"/>
            <a:ext cx="200000" cy="200000"/>
          </a:xfrm>
          <a:prstGeom prst="ellipse">
            <a:avLst/>
          </a:prstGeom>
          <a:solidFill>
            <a:srgbClr val="FFD700">
              <a:alpha val="10000"/>
            </a:srgbClr>
          </a:solidFill>
          <a:ln>
            <a:noFill/>
          </a:ln>
        </p:spPr>
      </p:sp>
      <p:sp>
        <p:nvSpPr>
          <p:cNvPr id="506" name="d506"/>
          <p:cNvSpPr/>
          <p:nvPr/>
        </p:nvSpPr>
        <p:spPr>
          <a:xfrm>
            <a:off x="3657600" y="514350"/>
            <a:ext cx="200000" cy="200000"/>
          </a:xfrm>
          <a:prstGeom prst="ellipse">
            <a:avLst/>
          </a:prstGeom>
          <a:solidFill>
            <a:srgbClr val="FFD700">
              <a:alpha val="10000"/>
            </a:srgbClr>
          </a:solidFill>
          <a:ln>
            <a:noFill/>
          </a:ln>
        </p:spPr>
      </p:sp>
      <p:sp>
        <p:nvSpPr>
          <p:cNvPr id="507" name="d507"/>
          <p:cNvSpPr/>
          <p:nvPr/>
        </p:nvSpPr>
        <p:spPr>
          <a:xfrm>
            <a:off x="5486400" y="514350"/>
            <a:ext cx="200000" cy="200000"/>
          </a:xfrm>
          <a:prstGeom prst="ellipse">
            <a:avLst/>
          </a:prstGeom>
          <a:solidFill>
            <a:srgbClr val="FFD700">
              <a:alpha val="10000"/>
            </a:srgbClr>
          </a:solidFill>
          <a:ln>
            <a:noFill/>
          </a:ln>
        </p:spPr>
      </p:sp>
      <p:sp>
        <p:nvSpPr>
          <p:cNvPr id="508" name="d508"/>
          <p:cNvSpPr/>
          <p:nvPr/>
        </p:nvSpPr>
        <p:spPr>
          <a:xfrm>
            <a:off x="7315200" y="514350"/>
            <a:ext cx="200000" cy="200000"/>
          </a:xfrm>
          <a:prstGeom prst="ellipse">
            <a:avLst/>
          </a:prstGeom>
          <a:solidFill>
            <a:srgbClr val="FFD700">
              <a:alpha val="10000"/>
            </a:srgbClr>
          </a:solidFill>
          <a:ln>
            <a:noFill/>
          </a:ln>
        </p:spPr>
      </p:sp>
      <p:sp>
        <p:nvSpPr>
          <p:cNvPr id="509" name="d509"/>
          <p:cNvSpPr/>
          <p:nvPr/>
        </p:nvSpPr>
        <p:spPr>
          <a:xfrm>
            <a:off x="914400" y="4371975"/>
            <a:ext cx="160000" cy="160000"/>
          </a:xfrm>
          <a:prstGeom prst="ellipse">
            <a:avLst/>
          </a:prstGeom>
          <a:solidFill>
            <a:srgbClr val="9C27B0">
              <a:alpha val="10000"/>
            </a:srgbClr>
          </a:solidFill>
          <a:ln>
            <a:noFill/>
          </a:ln>
        </p:spPr>
      </p:sp>
      <p:sp>
        <p:nvSpPr>
          <p:cNvPr id="510" name="d510"/>
          <p:cNvSpPr/>
          <p:nvPr/>
        </p:nvSpPr>
        <p:spPr>
          <a:xfrm>
            <a:off x="2743200" y="4371975"/>
            <a:ext cx="160000" cy="160000"/>
          </a:xfrm>
          <a:prstGeom prst="ellipse">
            <a:avLst/>
          </a:prstGeom>
          <a:solidFill>
            <a:srgbClr val="9C27B0">
              <a:alpha val="10000"/>
            </a:srgbClr>
          </a:solidFill>
          <a:ln>
            <a:noFill/>
          </a:ln>
        </p:spPr>
      </p:sp>
      <p:sp>
        <p:nvSpPr>
          <p:cNvPr id="511" name="d511"/>
          <p:cNvSpPr/>
          <p:nvPr/>
        </p:nvSpPr>
        <p:spPr>
          <a:xfrm>
            <a:off x="4572000" y="4371975"/>
            <a:ext cx="160000" cy="160000"/>
          </a:xfrm>
          <a:prstGeom prst="ellipse">
            <a:avLst/>
          </a:prstGeom>
          <a:solidFill>
            <a:srgbClr val="9C27B0">
              <a:alpha val="10000"/>
            </a:srgbClr>
          </a:solidFill>
          <a:ln>
            <a:noFill/>
          </a:ln>
        </p:spPr>
      </p:sp>
      <p:sp>
        <p:nvSpPr>
          <p:cNvPr id="512" name="d512"/>
          <p:cNvSpPr/>
          <p:nvPr/>
        </p:nvSpPr>
        <p:spPr>
          <a:xfrm>
            <a:off x="6400800" y="4371975"/>
            <a:ext cx="160000" cy="160000"/>
          </a:xfrm>
          <a:prstGeom prst="ellipse">
            <a:avLst/>
          </a:prstGeom>
          <a:solidFill>
            <a:srgbClr val="9C27B0">
              <a:alpha val="10000"/>
            </a:srgbClr>
          </a:solidFill>
          <a:ln>
            <a:noFill/>
          </a:ln>
        </p:spPr>
      </p:sp>
      <p:sp>
        <p:nvSpPr>
          <p:cNvPr id="513" name="d513"/>
          <p:cNvSpPr/>
          <p:nvPr/>
        </p:nvSpPr>
        <p:spPr>
          <a:xfrm>
            <a:off x="8229600" y="4371975"/>
            <a:ext cx="160000" cy="160000"/>
          </a:xfrm>
          <a:prstGeom prst="ellipse">
            <a:avLst/>
          </a:prstGeom>
          <a:solidFill>
            <a:srgbClr val="9C27B0">
              <a:alpha val="10000"/>
            </a:srgbClr>
          </a:solidFill>
          <a:ln>
            <a:noFill/>
          </a:ln>
        </p:spPr>
      </p:sp>
      <p:sp>
        <p:nvSpPr>
          <p:cNvPr id="514" name="d514"/>
          <p:cNvSpPr/>
          <p:nvPr/>
        </p:nvSpPr>
        <p:spPr>
          <a:xfrm>
            <a:off x="4222000" y="15000"/>
            <a:ext cx="700000" cy="350000"/>
          </a:xfrm>
          <a:prstGeom prst="diamond">
            <a:avLst/>
          </a:prstGeom>
          <a:solidFill>
            <a:srgbClr val="FFD700">
              <a:alpha val="15000"/>
            </a:srgbClr>
          </a:solidFill>
          <a:ln>
            <a:noFill/>
          </a:ln>
        </p:spPr>
      </p:sp>
      <p:sp>
        <p:nvSpPr>
          <p:cNvPr id="515" name="d515"/>
          <p:cNvSpPr/>
          <p:nvPr/>
        </p:nvSpPr>
        <p:spPr>
          <a:xfrm>
            <a:off x="4222000" y="4778500"/>
            <a:ext cx="700000" cy="350000"/>
          </a:xfrm>
          <a:prstGeom prst="diamond">
            <a:avLst/>
          </a:prstGeom>
          <a:solidFill>
            <a:srgbClr val="FFD700">
              <a:alpha val="15000"/>
            </a:srgbClr>
          </a:solidFill>
          <a:ln>
            <a:noFill/>
          </a:ln>
        </p:spPr>
      </p:sp>
      <p:sp>
        <p:nvSpPr>
          <p:cNvPr id="2" name="Text 0"/>
          <p:cNvSpPr/>
          <p:nvPr/>
        </p:nvSpPr>
        <p:spPr>
          <a:xfrm>
            <a:off x="457200" y="137160"/>
            <a:ext cx="8229600" cy="914400"/>
          </a:xfrm>
          <a:prstGeom prst="rect">
            <a:avLst/>
          </a:prstGeom>
          <a:noFill/>
          <a:ln/>
        </p:spPr>
        <p:txBody>
          <a:bodyPr wrap="square" lIns="0" tIns="0" rIns="0" bIns="0" rtlCol="0" anchor="ctr"/>
          <a:lstStyle/>
          <a:p>
            <a:pPr marL="0" indent="0" algn="l">
              <a:lnSpc>
                <a:spcPct val="95000"/>
              </a:lnSpc>
              <a:buNone/>
            </a:pPr>
            <a:r>
              <a:rPr lang="en-US" sz="3400" b="1">
                <a:solidFill>
                  <a:srgbClr val="FF6D00"/>
                </a:solidFill>
                <a:latin typeface="Arial" pitchFamily="34" charset="0"/>
                <a:ea typeface="Arial" pitchFamily="34" charset="-122"/>
                <a:cs typeface="Arial" pitchFamily="34" charset="-120"/>
              </a:rPr>
              <a:t>ROCKET LEAGUE RANKS</a:t>
            </a:r>
            <a:endParaRPr lang="en-US" sz="3400"/>
          </a:p>
          <a:p>
            <a:pPr marL="0" indent="0" algn="l">
              <a:lnSpc>
                <a:spcPct val="95000"/>
              </a:lnSpc>
              <a:buNone/>
            </a:pPr>
            <a:r>
              <a:rPr lang="en-US" sz="3400" b="1">
                <a:solidFill>
                  <a:srgbClr val="FF6D00"/>
                </a:solidFill>
                <a:latin typeface="Arial" pitchFamily="34" charset="0"/>
                <a:ea typeface="Arial" pitchFamily="34" charset="-122"/>
                <a:cs typeface="Arial" pitchFamily="34" charset="-120"/>
              </a:rPr>
              <a:t>EXPLAINED</a:t>
            </a:r>
            <a:endParaRPr lang="en-US" sz="3400"/>
          </a:p>
        </p:txBody>
      </p:sp>
      <p:sp>
        <p:nvSpPr>
          <p:cNvPr id="3" name="Text 1"/>
          <p:cNvSpPr/>
          <p:nvPr/>
        </p:nvSpPr>
        <p:spPr>
          <a:xfrm>
            <a:off x="457200" y="1005840"/>
            <a:ext cx="8229600" cy="320040"/>
          </a:xfrm>
          <a:prstGeom prst="rect">
            <a:avLst/>
          </a:prstGeom>
          <a:noFill/>
          <a:ln/>
        </p:spPr>
        <p:txBody>
          <a:bodyPr wrap="square" lIns="0" tIns="0" rIns="0" bIns="0" rtlCol="0" anchor="ctr"/>
          <a:lstStyle/>
          <a:p>
            <a:pPr marL="0" indent="0" algn="l">
              <a:buNone/>
            </a:pPr>
            <a:endParaRPr lang="en-US" sz="1400" i="1">
              <a:solidFill>
                <a:srgbClr val="B0BEC5"/>
              </a:solidFill>
              <a:latin typeface="Arial"/>
              <a:cs typeface="Arial"/>
            </a:endParaRPr>
          </a:p>
        </p:txBody>
      </p:sp>
      <p:sp>
        <p:nvSpPr>
          <p:cNvPr id="4" name="Shape 2"/>
          <p:cNvSpPr/>
          <p:nvPr/>
        </p:nvSpPr>
        <p:spPr>
          <a:xfrm>
            <a:off x="457200" y="1371600"/>
            <a:ext cx="6995160" cy="365760"/>
          </a:xfrm>
          <a:prstGeom prst="roundRect">
            <a:avLst>
              <a:gd name="adj" fmla="val 12500"/>
            </a:avLst>
          </a:prstGeom>
          <a:solidFill>
            <a:srgbClr val="2196F3">
              <a:alpha val="40000"/>
            </a:srgbClr>
          </a:solidFill>
          <a:ln/>
        </p:spPr>
      </p:sp>
      <p:sp>
        <p:nvSpPr>
          <p:cNvPr id="5" name="Text 3"/>
          <p:cNvSpPr/>
          <p:nvPr/>
        </p:nvSpPr>
        <p:spPr>
          <a:xfrm>
            <a:off x="594360" y="137160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SSL / GC  —  Literal gods</a:t>
            </a:r>
            <a:endParaRPr lang="en-US" sz="1200"/>
          </a:p>
        </p:txBody>
      </p:sp>
      <p:sp>
        <p:nvSpPr>
          <p:cNvPr id="6" name="Shape 4"/>
          <p:cNvSpPr/>
          <p:nvPr/>
        </p:nvSpPr>
        <p:spPr>
          <a:xfrm>
            <a:off x="457200" y="1874520"/>
            <a:ext cx="5829300" cy="365760"/>
          </a:xfrm>
          <a:prstGeom prst="roundRect">
            <a:avLst>
              <a:gd name="adj" fmla="val 12500"/>
            </a:avLst>
          </a:prstGeom>
          <a:solidFill>
            <a:srgbClr val="2196F3">
              <a:alpha val="40000"/>
            </a:srgbClr>
          </a:solidFill>
          <a:ln/>
        </p:spPr>
      </p:sp>
      <p:sp>
        <p:nvSpPr>
          <p:cNvPr id="7" name="Text 5"/>
          <p:cNvSpPr/>
          <p:nvPr/>
        </p:nvSpPr>
        <p:spPr>
          <a:xfrm>
            <a:off x="594360" y="187452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Champion  —  Pretty decent humans</a:t>
            </a:r>
            <a:endParaRPr lang="en-US" sz="1200"/>
          </a:p>
        </p:txBody>
      </p:sp>
      <p:sp>
        <p:nvSpPr>
          <p:cNvPr id="8" name="Shape 6"/>
          <p:cNvSpPr/>
          <p:nvPr/>
        </p:nvSpPr>
        <p:spPr>
          <a:xfrm>
            <a:off x="457200" y="2377440"/>
            <a:ext cx="4663440" cy="365760"/>
          </a:xfrm>
          <a:prstGeom prst="roundRect">
            <a:avLst>
              <a:gd name="adj" fmla="val 12500"/>
            </a:avLst>
          </a:prstGeom>
          <a:solidFill>
            <a:srgbClr val="2196F3">
              <a:alpha val="40000"/>
            </a:srgbClr>
          </a:solidFill>
          <a:ln/>
        </p:spPr>
      </p:sp>
      <p:sp>
        <p:nvSpPr>
          <p:cNvPr id="9" name="Text 7"/>
          <p:cNvSpPr/>
          <p:nvPr/>
        </p:nvSpPr>
        <p:spPr>
          <a:xfrm>
            <a:off x="594360" y="237744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Diamond  —  Think they're good (they're not)</a:t>
            </a:r>
            <a:endParaRPr lang="en-US" sz="1200"/>
          </a:p>
        </p:txBody>
      </p:sp>
      <p:sp>
        <p:nvSpPr>
          <p:cNvPr id="10" name="Shape 8"/>
          <p:cNvSpPr/>
          <p:nvPr/>
        </p:nvSpPr>
        <p:spPr>
          <a:xfrm>
            <a:off x="457200" y="2880360"/>
            <a:ext cx="3497580" cy="365760"/>
          </a:xfrm>
          <a:prstGeom prst="roundRect">
            <a:avLst>
              <a:gd name="adj" fmla="val 12500"/>
            </a:avLst>
          </a:prstGeom>
          <a:solidFill>
            <a:srgbClr val="2196F3">
              <a:alpha val="40000"/>
            </a:srgbClr>
          </a:solidFill>
          <a:ln/>
        </p:spPr>
      </p:sp>
      <p:sp>
        <p:nvSpPr>
          <p:cNvPr id="11" name="Text 9"/>
          <p:cNvSpPr/>
          <p:nvPr/>
        </p:nvSpPr>
        <p:spPr>
          <a:xfrm>
            <a:off x="594360" y="288036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Platinum  —  "I should be higher"</a:t>
            </a:r>
            <a:endParaRPr lang="en-US" sz="1200"/>
          </a:p>
        </p:txBody>
      </p:sp>
      <p:sp>
        <p:nvSpPr>
          <p:cNvPr id="12" name="Shape 10"/>
          <p:cNvSpPr/>
          <p:nvPr/>
        </p:nvSpPr>
        <p:spPr>
          <a:xfrm>
            <a:off x="457200" y="3383280"/>
            <a:ext cx="2487168" cy="365760"/>
          </a:xfrm>
          <a:prstGeom prst="roundRect">
            <a:avLst>
              <a:gd name="adj" fmla="val 12500"/>
            </a:avLst>
          </a:prstGeom>
          <a:solidFill>
            <a:srgbClr val="2196F3">
              <a:alpha val="40000"/>
            </a:srgbClr>
          </a:solidFill>
          <a:ln/>
        </p:spPr>
      </p:sp>
      <p:sp>
        <p:nvSpPr>
          <p:cNvPr id="13" name="Text 11"/>
          <p:cNvSpPr/>
          <p:nvPr/>
        </p:nvSpPr>
        <p:spPr>
          <a:xfrm>
            <a:off x="594360" y="338328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Gold  —  Can hit the ball sometimes</a:t>
            </a:r>
            <a:endParaRPr lang="en-US" sz="1200"/>
          </a:p>
        </p:txBody>
      </p:sp>
      <p:sp>
        <p:nvSpPr>
          <p:cNvPr id="14" name="Shape 12"/>
          <p:cNvSpPr/>
          <p:nvPr/>
        </p:nvSpPr>
        <p:spPr>
          <a:xfrm>
            <a:off x="457200" y="3886200"/>
            <a:ext cx="1554480" cy="365760"/>
          </a:xfrm>
          <a:prstGeom prst="roundRect">
            <a:avLst>
              <a:gd name="adj" fmla="val 12500"/>
            </a:avLst>
          </a:prstGeom>
          <a:solidFill>
            <a:srgbClr val="2196F3">
              <a:alpha val="40000"/>
            </a:srgbClr>
          </a:solidFill>
          <a:ln/>
        </p:spPr>
      </p:sp>
      <p:sp>
        <p:nvSpPr>
          <p:cNvPr id="15" name="Text 13"/>
          <p:cNvSpPr/>
          <p:nvPr/>
        </p:nvSpPr>
        <p:spPr>
          <a:xfrm>
            <a:off x="594360" y="388620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Silver  —  Still learning boost exists</a:t>
            </a:r>
            <a:endParaRPr lang="en-US" sz="1200"/>
          </a:p>
        </p:txBody>
      </p:sp>
      <p:sp>
        <p:nvSpPr>
          <p:cNvPr id="16" name="Shape 14"/>
          <p:cNvSpPr/>
          <p:nvPr/>
        </p:nvSpPr>
        <p:spPr>
          <a:xfrm>
            <a:off x="457200" y="4389120"/>
            <a:ext cx="1943100" cy="365760"/>
          </a:xfrm>
          <a:prstGeom prst="roundRect">
            <a:avLst>
              <a:gd name="adj" fmla="val 12500"/>
            </a:avLst>
          </a:prstGeom>
          <a:solidFill>
            <a:srgbClr val="FF6D00"/>
          </a:solidFill>
          <a:ln/>
        </p:spPr>
      </p:sp>
      <p:sp>
        <p:nvSpPr>
          <p:cNvPr id="17" name="Text 15"/>
          <p:cNvSpPr/>
          <p:nvPr/>
        </p:nvSpPr>
        <p:spPr>
          <a:xfrm>
            <a:off x="594360" y="4389120"/>
            <a:ext cx="7315200" cy="365760"/>
          </a:xfrm>
          <a:prstGeom prst="rect">
            <a:avLst/>
          </a:prstGeom>
          <a:noFill/>
          <a:ln/>
        </p:spPr>
        <p:txBody>
          <a:bodyPr wrap="square" lIns="0" tIns="0" rIns="0" bIns="0" rtlCol="0" anchor="ctr"/>
          <a:lstStyle/>
          <a:p>
            <a:r>
              <a:rPr lang="en-US" sz="1400" b="1">
                <a:solidFill>
                  <a:srgbClr val="0D1117"/>
                </a:solidFill>
                <a:latin typeface="Arial"/>
                <a:ea typeface="Arial" pitchFamily="34" charset="-122"/>
                <a:cs typeface="Arial"/>
              </a:rPr>
              <a:t>Bronze  —  BRYTON</a:t>
            </a:r>
            <a:endParaRPr lang="en-US" sz="1400">
              <a:latin typeface="Arial"/>
              <a:cs typeface="Arial"/>
            </a:endParaRPr>
          </a:p>
        </p:txBody>
      </p:sp>
      <p:pic>
        <p:nvPicPr>
          <p:cNvPr id="18" name="Picture 17">
            <a:extLst>
              <a:ext uri="{FF2B5EF4-FFF2-40B4-BE49-F238E27FC236}">
                <a16:creationId xmlns:a16="http://schemas.microsoft.com/office/drawing/2014/main" id="{B46B0414-BC3F-108C-1991-94241B743E82}"/>
              </a:ext>
            </a:extLst>
          </p:cNvPr>
          <p:cNvPicPr>
            <a:picLocks noChangeAspect="1"/>
          </p:cNvPicPr>
          <p:nvPr/>
        </p:nvPicPr>
        <p:blipFill>
          <a:blip r:embed="rId3"/>
          <a:stretch>
            <a:fillRect/>
          </a:stretch>
        </p:blipFill>
        <p:spPr>
          <a:xfrm>
            <a:off x="7313839" y="4080781"/>
            <a:ext cx="1831522" cy="1064080"/>
          </a:xfrm>
          <a:prstGeom prst="rect">
            <a:avLst/>
          </a:prstGeom>
        </p:spPr>
      </p:pic>
      <p:pic>
        <p:nvPicPr>
          <p:cNvPr id="19" name="Picture 18">
            <a:extLst>
              <a:ext uri="{FF2B5EF4-FFF2-40B4-BE49-F238E27FC236}">
                <a16:creationId xmlns:a16="http://schemas.microsoft.com/office/drawing/2014/main" id="{26AAC278-3CC7-6340-CC47-B9E7B9BE3668}"/>
              </a:ext>
            </a:extLst>
          </p:cNvPr>
          <p:cNvPicPr>
            <a:picLocks noChangeAspect="1"/>
          </p:cNvPicPr>
          <p:nvPr/>
        </p:nvPicPr>
        <p:blipFill>
          <a:blip r:embed="rId4"/>
          <a:stretch>
            <a:fillRect/>
          </a:stretch>
        </p:blipFill>
        <p:spPr>
          <a:xfrm>
            <a:off x="5225143" y="2245179"/>
            <a:ext cx="3548743" cy="1758043"/>
          </a:xfrm>
          <a:prstGeom prst="rect">
            <a:avLst/>
          </a:prstGeom>
        </p:spPr>
      </p:pic>
    </p:spTree>
  </p:cSld>
  <p:clrMapOvr>
    <a:masterClrMapping/>
  </p:clrMapOvr>
  <p:transition spd="fast">
    <p:push dir="u"/>
  </p:transition>
  <p:timing>
    <p:tnLst>
      <p:par>
        <p:cTn id="1" dur="indefinite" restart="whenNotActive" nodeType="tmRoot">
          <p:childTnLst>
            <p:par>
              <p:cTn id="2" fill="hold">
                <p:stCondLst>
                  <p:cond delay="200"/>
                </p:stCondLst>
                <p:childTnLst>
                  <p:par>
                    <p:cTn id="3" presetID="10" presetClass="entr" presetSubtype="0" fill="hold" grpId="0" nodeType="withEffect">
                      <p:stCondLst>
                        <p:cond delay="0"/>
                      </p:stCondLst>
                      <p:childTnLst>
                        <p:set>
                          <p:cBhvr>
                            <p:cTn id="4" dur="1" fill="hold"/>
                            <p:tgtEl>
                              <p:spTgt spid="500"/>
                            </p:tgtEl>
                            <p:attrNameLst>
                              <p:attrName>style.visibility</p:attrName>
                            </p:attrNameLst>
                          </p:cBhvr>
                          <p:to>
                            <p:strVal val="visible"/>
                          </p:to>
                        </p:set>
                        <p:animEffect transition="in" filter="fade">
                          <p:cBhvr>
                            <p:cTn id="5" dur="500"/>
                            <p:tgtEl>
                              <p:spTgt spid="500"/>
                            </p:tgtEl>
                          </p:cBhvr>
                        </p:animEffect>
                      </p:childTnLst>
                    </p:cTn>
                  </p:par>
                  <p:par>
                    <p:cTn id="6" presetID="10" presetClass="entr" presetSubtype="0" fill="hold" grpId="1" nodeType="withEffect">
                      <p:stCondLst>
                        <p:cond delay="100"/>
                      </p:stCondLst>
                      <p:childTnLst>
                        <p:set>
                          <p:cBhvr>
                            <p:cTn id="7" dur="1" fill="hold"/>
                            <p:tgtEl>
                              <p:spTgt spid="501"/>
                            </p:tgtEl>
                            <p:attrNameLst>
                              <p:attrName>style.visibility</p:attrName>
                            </p:attrNameLst>
                          </p:cBhvr>
                          <p:to>
                            <p:strVal val="visible"/>
                          </p:to>
                        </p:set>
                        <p:animEffect transition="in" filter="fade">
                          <p:cBhvr>
                            <p:cTn id="8" dur="500"/>
                            <p:tgtEl>
                              <p:spTgt spid="501"/>
                            </p:tgtEl>
                          </p:cBhvr>
                        </p:animEffect>
                      </p:childTnLst>
                    </p:cTn>
                  </p:par>
                  <p:par>
                    <p:cTn id="9" presetID="10" presetClass="entr" presetSubtype="0" fill="hold" grpId="2" nodeType="withEffect">
                      <p:stCondLst>
                        <p:cond delay="200"/>
                      </p:stCondLst>
                      <p:childTnLst>
                        <p:set>
                          <p:cBhvr>
                            <p:cTn id="10" dur="1" fill="hold"/>
                            <p:tgtEl>
                              <p:spTgt spid="502"/>
                            </p:tgtEl>
                            <p:attrNameLst>
                              <p:attrName>style.visibility</p:attrName>
                            </p:attrNameLst>
                          </p:cBhvr>
                          <p:to>
                            <p:strVal val="visible"/>
                          </p:to>
                        </p:set>
                        <p:animEffect transition="in" filter="fade">
                          <p:cBhvr>
                            <p:cTn id="11" dur="500"/>
                            <p:tgtEl>
                              <p:spTgt spid="502"/>
                            </p:tgtEl>
                          </p:cBhvr>
                        </p:animEffect>
                      </p:childTnLst>
                    </p:cTn>
                  </p:par>
                  <p:par>
                    <p:cTn id="12" presetID="10" presetClass="entr" presetSubtype="0" fill="hold" grpId="3" nodeType="withEffect">
                      <p:stCondLst>
                        <p:cond delay="300"/>
                      </p:stCondLst>
                      <p:childTnLst>
                        <p:set>
                          <p:cBhvr>
                            <p:cTn id="13" dur="1" fill="hold"/>
                            <p:tgtEl>
                              <p:spTgt spid="503"/>
                            </p:tgtEl>
                            <p:attrNameLst>
                              <p:attrName>style.visibility</p:attrName>
                            </p:attrNameLst>
                          </p:cBhvr>
                          <p:to>
                            <p:strVal val="visible"/>
                          </p:to>
                        </p:set>
                        <p:animEffect transition="in" filter="fade">
                          <p:cBhvr>
                            <p:cTn id="14" dur="500"/>
                            <p:tgtEl>
                              <p:spTgt spid="503"/>
                            </p:tgtEl>
                          </p:cBhvr>
                        </p:animEffect>
                      </p:childTnLst>
                    </p:cTn>
                  </p:par>
                  <p:par>
                    <p:cTn id="15" presetID="10" presetClass="entr" presetSubtype="0" fill="hold" grpId="4" nodeType="withEffect">
                      <p:stCondLst>
                        <p:cond delay="400"/>
                      </p:stCondLst>
                      <p:childTnLst>
                        <p:set>
                          <p:cBhvr>
                            <p:cTn id="16" dur="1" fill="hold"/>
                            <p:tgtEl>
                              <p:spTgt spid="504"/>
                            </p:tgtEl>
                            <p:attrNameLst>
                              <p:attrName>style.visibility</p:attrName>
                            </p:attrNameLst>
                          </p:cBhvr>
                          <p:to>
                            <p:strVal val="visible"/>
                          </p:to>
                        </p:set>
                        <p:animEffect transition="in" filter="fade">
                          <p:cBhvr>
                            <p:cTn id="17" dur="500"/>
                            <p:tgtEl>
                              <p:spTgt spid="504"/>
                            </p:tgtEl>
                          </p:cBhvr>
                        </p:animEffect>
                      </p:childTnLst>
                    </p:cTn>
                  </p:par>
                  <p:par>
                    <p:cTn id="18" presetID="10" presetClass="entr" presetSubtype="0" fill="hold" grpId="5" nodeType="withEffect">
                      <p:stCondLst>
                        <p:cond delay="500"/>
                      </p:stCondLst>
                      <p:childTnLst>
                        <p:set>
                          <p:cBhvr>
                            <p:cTn id="19" dur="1" fill="hold"/>
                            <p:tgtEl>
                              <p:spTgt spid="505"/>
                            </p:tgtEl>
                            <p:attrNameLst>
                              <p:attrName>style.visibility</p:attrName>
                            </p:attrNameLst>
                          </p:cBhvr>
                          <p:to>
                            <p:strVal val="visible"/>
                          </p:to>
                        </p:set>
                        <p:animEffect transition="in" filter="fade">
                          <p:cBhvr>
                            <p:cTn id="20" dur="500"/>
                            <p:tgtEl>
                              <p:spTgt spid="505"/>
                            </p:tgtEl>
                          </p:cBhvr>
                        </p:animEffect>
                      </p:childTnLst>
                    </p:cTn>
                  </p:par>
                  <p:par>
                    <p:cTn id="21" presetID="10" presetClass="entr" presetSubtype="0" fill="hold" grpId="6" nodeType="withEffect">
                      <p:stCondLst>
                        <p:cond delay="600"/>
                      </p:stCondLst>
                      <p:childTnLst>
                        <p:set>
                          <p:cBhvr>
                            <p:cTn id="22" dur="1" fill="hold"/>
                            <p:tgtEl>
                              <p:spTgt spid="506"/>
                            </p:tgtEl>
                            <p:attrNameLst>
                              <p:attrName>style.visibility</p:attrName>
                            </p:attrNameLst>
                          </p:cBhvr>
                          <p:to>
                            <p:strVal val="visible"/>
                          </p:to>
                        </p:set>
                        <p:animEffect transition="in" filter="fade">
                          <p:cBhvr>
                            <p:cTn id="23" dur="500"/>
                            <p:tgtEl>
                              <p:spTgt spid="506"/>
                            </p:tgtEl>
                          </p:cBhvr>
                        </p:animEffect>
                      </p:childTnLst>
                    </p:cTn>
                  </p:par>
                  <p:par>
                    <p:cTn id="24" presetID="10" presetClass="entr" presetSubtype="0" fill="hold" grpId="7" nodeType="withEffect">
                      <p:stCondLst>
                        <p:cond delay="700"/>
                      </p:stCondLst>
                      <p:childTnLst>
                        <p:set>
                          <p:cBhvr>
                            <p:cTn id="25" dur="1" fill="hold"/>
                            <p:tgtEl>
                              <p:spTgt spid="507"/>
                            </p:tgtEl>
                            <p:attrNameLst>
                              <p:attrName>style.visibility</p:attrName>
                            </p:attrNameLst>
                          </p:cBhvr>
                          <p:to>
                            <p:strVal val="visible"/>
                          </p:to>
                        </p:set>
                        <p:animEffect transition="in" filter="fade">
                          <p:cBhvr>
                            <p:cTn id="26" dur="500"/>
                            <p:tgtEl>
                              <p:spTgt spid="507"/>
                            </p:tgtEl>
                          </p:cBhvr>
                        </p:animEffect>
                      </p:childTnLst>
                    </p:cTn>
                  </p:par>
                  <p:par>
                    <p:cTn id="27" presetID="10" presetClass="entr" presetSubtype="0" fill="hold" grpId="8" nodeType="withEffect">
                      <p:stCondLst>
                        <p:cond delay="800"/>
                      </p:stCondLst>
                      <p:childTnLst>
                        <p:set>
                          <p:cBhvr>
                            <p:cTn id="28" dur="1" fill="hold"/>
                            <p:tgtEl>
                              <p:spTgt spid="508"/>
                            </p:tgtEl>
                            <p:attrNameLst>
                              <p:attrName>style.visibility</p:attrName>
                            </p:attrNameLst>
                          </p:cBhvr>
                          <p:to>
                            <p:strVal val="visible"/>
                          </p:to>
                        </p:set>
                        <p:animEffect transition="in" filter="fade">
                          <p:cBhvr>
                            <p:cTn id="29" dur="500"/>
                            <p:tgtEl>
                              <p:spTgt spid="508"/>
                            </p:tgtEl>
                          </p:cBhvr>
                        </p:animEffect>
                      </p:childTnLst>
                    </p:cTn>
                  </p:par>
                  <p:par>
                    <p:cTn id="30" presetID="10" presetClass="entr" presetSubtype="0" fill="hold" grpId="9" nodeType="withEffect">
                      <p:stCondLst>
                        <p:cond delay="900"/>
                      </p:stCondLst>
                      <p:childTnLst>
                        <p:set>
                          <p:cBhvr>
                            <p:cTn id="31" dur="1" fill="hold"/>
                            <p:tgtEl>
                              <p:spTgt spid="509"/>
                            </p:tgtEl>
                            <p:attrNameLst>
                              <p:attrName>style.visibility</p:attrName>
                            </p:attrNameLst>
                          </p:cBhvr>
                          <p:to>
                            <p:strVal val="visible"/>
                          </p:to>
                        </p:set>
                        <p:animEffect transition="in" filter="fade">
                          <p:cBhvr>
                            <p:cTn id="32" dur="500"/>
                            <p:tgtEl>
                              <p:spTgt spid="509"/>
                            </p:tgtEl>
                          </p:cBhvr>
                        </p:animEffect>
                      </p:childTnLst>
                    </p:cTn>
                  </p:par>
                  <p:par>
                    <p:cTn id="33" presetID="10" presetClass="entr" presetSubtype="0" fill="hold" grpId="10" nodeType="withEffect">
                      <p:stCondLst>
                        <p:cond delay="1000"/>
                      </p:stCondLst>
                      <p:childTnLst>
                        <p:set>
                          <p:cBhvr>
                            <p:cTn id="34" dur="1" fill="hold"/>
                            <p:tgtEl>
                              <p:spTgt spid="510"/>
                            </p:tgtEl>
                            <p:attrNameLst>
                              <p:attrName>style.visibility</p:attrName>
                            </p:attrNameLst>
                          </p:cBhvr>
                          <p:to>
                            <p:strVal val="visible"/>
                          </p:to>
                        </p:set>
                        <p:animEffect transition="in" filter="fade">
                          <p:cBhvr>
                            <p:cTn id="35" dur="500"/>
                            <p:tgtEl>
                              <p:spTgt spid="510"/>
                            </p:tgtEl>
                          </p:cBhvr>
                        </p:animEffect>
                      </p:childTnLst>
                    </p:cTn>
                  </p:par>
                  <p:par>
                    <p:cTn id="36" presetID="10" presetClass="entr" presetSubtype="0" fill="hold" grpId="11" nodeType="withEffect">
                      <p:stCondLst>
                        <p:cond delay="1100"/>
                      </p:stCondLst>
                      <p:childTnLst>
                        <p:set>
                          <p:cBhvr>
                            <p:cTn id="37" dur="1" fill="hold"/>
                            <p:tgtEl>
                              <p:spTgt spid="511"/>
                            </p:tgtEl>
                            <p:attrNameLst>
                              <p:attrName>style.visibility</p:attrName>
                            </p:attrNameLst>
                          </p:cBhvr>
                          <p:to>
                            <p:strVal val="visible"/>
                          </p:to>
                        </p:set>
                        <p:animEffect transition="in" filter="fade">
                          <p:cBhvr>
                            <p:cTn id="38" dur="500"/>
                            <p:tgtEl>
                              <p:spTgt spid="511"/>
                            </p:tgtEl>
                          </p:cBhvr>
                        </p:animEffect>
                      </p:childTnLst>
                    </p:cTn>
                  </p:par>
                  <p:par>
                    <p:cTn id="39" presetID="10" presetClass="entr" presetSubtype="0" fill="hold" grpId="12" nodeType="withEffect">
                      <p:stCondLst>
                        <p:cond delay="1200"/>
                      </p:stCondLst>
                      <p:childTnLst>
                        <p:set>
                          <p:cBhvr>
                            <p:cTn id="40" dur="1" fill="hold"/>
                            <p:tgtEl>
                              <p:spTgt spid="512"/>
                            </p:tgtEl>
                            <p:attrNameLst>
                              <p:attrName>style.visibility</p:attrName>
                            </p:attrNameLst>
                          </p:cBhvr>
                          <p:to>
                            <p:strVal val="visible"/>
                          </p:to>
                        </p:set>
                        <p:animEffect transition="in" filter="fade">
                          <p:cBhvr>
                            <p:cTn id="41" dur="500"/>
                            <p:tgtEl>
                              <p:spTgt spid="512"/>
                            </p:tgtEl>
                          </p:cBhvr>
                        </p:animEffect>
                      </p:childTnLst>
                    </p:cTn>
                  </p:par>
                  <p:par>
                    <p:cTn id="42" presetID="10" presetClass="entr" presetSubtype="0" fill="hold" grpId="13" nodeType="withEffect">
                      <p:stCondLst>
                        <p:cond delay="1300"/>
                      </p:stCondLst>
                      <p:childTnLst>
                        <p:set>
                          <p:cBhvr>
                            <p:cTn id="43" dur="1" fill="hold"/>
                            <p:tgtEl>
                              <p:spTgt spid="513"/>
                            </p:tgtEl>
                            <p:attrNameLst>
                              <p:attrName>style.visibility</p:attrName>
                            </p:attrNameLst>
                          </p:cBhvr>
                          <p:to>
                            <p:strVal val="visible"/>
                          </p:to>
                        </p:set>
                        <p:animEffect transition="in" filter="fade">
                          <p:cBhvr>
                            <p:cTn id="44" dur="500"/>
                            <p:tgtEl>
                              <p:spTgt spid="513"/>
                            </p:tgtEl>
                          </p:cBhvr>
                        </p:animEffect>
                      </p:childTnLst>
                    </p:cTn>
                  </p:par>
                  <p:par>
                    <p:cTn id="45" presetID="10" presetClass="entr" presetSubtype="0" fill="hold" grpId="14" nodeType="withEffect">
                      <p:stCondLst>
                        <p:cond delay="1400"/>
                      </p:stCondLst>
                      <p:childTnLst>
                        <p:set>
                          <p:cBhvr>
                            <p:cTn id="46" dur="1" fill="hold"/>
                            <p:tgtEl>
                              <p:spTgt spid="514"/>
                            </p:tgtEl>
                            <p:attrNameLst>
                              <p:attrName>style.visibility</p:attrName>
                            </p:attrNameLst>
                          </p:cBhvr>
                          <p:to>
                            <p:strVal val="visible"/>
                          </p:to>
                        </p:set>
                        <p:animEffect transition="in" filter="fade">
                          <p:cBhvr>
                            <p:cTn id="47" dur="500"/>
                            <p:tgtEl>
                              <p:spTgt spid="514"/>
                            </p:tgtEl>
                          </p:cBhvr>
                        </p:animEffect>
                      </p:childTnLst>
                    </p:cTn>
                  </p:par>
                  <p:par>
                    <p:cTn id="48" presetID="10" presetClass="entr" presetSubtype="0" fill="hold" grpId="15" nodeType="withEffect">
                      <p:stCondLst>
                        <p:cond delay="1500"/>
                      </p:stCondLst>
                      <p:childTnLst>
                        <p:set>
                          <p:cBhvr>
                            <p:cTn id="49" dur="1" fill="hold"/>
                            <p:tgtEl>
                              <p:spTgt spid="515"/>
                            </p:tgtEl>
                            <p:attrNameLst>
                              <p:attrName>style.visibility</p:attrName>
                            </p:attrNameLst>
                          </p:cBhvr>
                          <p:to>
                            <p:strVal val="visible"/>
                          </p:to>
                        </p:set>
                        <p:animEffect transition="in" filter="fade">
                          <p:cBhvr>
                            <p:cTn id="50" dur="500"/>
                            <p:tgtEl>
                              <p:spTgt spid="515"/>
                            </p:tgtEl>
                          </p:cBhvr>
                        </p:animEffect>
                      </p:childTnLst>
                    </p:cTn>
                  </p:par>
                  <p:par>
                    <p:cTn id="51" presetID="10" presetClass="entr" presetSubtype="0" fill="hold" grpId="16" nodeType="withEffect">
                      <p:stCondLst>
                        <p:cond delay="1600"/>
                      </p:stCondLst>
                      <p:childTnLst>
                        <p:set>
                          <p:cBhvr>
                            <p:cTn id="52" dur="1" fill="hold"/>
                            <p:tgtEl>
                              <p:spTgt spid="2"/>
                            </p:tgtEl>
                            <p:attrNameLst>
                              <p:attrName>style.visibility</p:attrName>
                            </p:attrNameLst>
                          </p:cBhvr>
                          <p:to>
                            <p:strVal val="visible"/>
                          </p:to>
                        </p:set>
                        <p:animEffect transition="in" filter="fade">
                          <p:cBhvr>
                            <p:cTn id="53" dur="500"/>
                            <p:tgtEl>
                              <p:spTgt spid="2"/>
                            </p:tgtEl>
                          </p:cBhvr>
                        </p:animEffect>
                      </p:childTnLst>
                    </p:cTn>
                  </p:par>
                  <p:par>
                    <p:cTn id="54" presetID="10" presetClass="entr" presetSubtype="0" fill="hold" grpId="17" nodeType="withEffect">
                      <p:stCondLst>
                        <p:cond delay="1700"/>
                      </p:stCondLst>
                      <p:childTnLst>
                        <p:set>
                          <p:cBhvr>
                            <p:cTn id="55" dur="1" fill="hold"/>
                            <p:tgtEl>
                              <p:spTgt spid="3"/>
                            </p:tgtEl>
                            <p:attrNameLst>
                              <p:attrName>style.visibility</p:attrName>
                            </p:attrNameLst>
                          </p:cBhvr>
                          <p:to>
                            <p:strVal val="visible"/>
                          </p:to>
                        </p:set>
                        <p:animEffect transition="in" filter="fade">
                          <p:cBhvr>
                            <p:cTn id="56" dur="500"/>
                            <p:tgtEl>
                              <p:spTgt spid="3"/>
                            </p:tgtEl>
                          </p:cBhvr>
                        </p:animEffect>
                      </p:childTnLst>
                    </p:cTn>
                  </p:par>
                  <p:par>
                    <p:cTn id="57" presetID="10" presetClass="entr" presetSubtype="0" fill="hold" grpId="18" nodeType="withEffect">
                      <p:stCondLst>
                        <p:cond delay="1800"/>
                      </p:stCondLst>
                      <p:childTnLst>
                        <p:set>
                          <p:cBhvr>
                            <p:cTn id="58" dur="1" fill="hold"/>
                            <p:tgtEl>
                              <p:spTgt spid="4"/>
                            </p:tgtEl>
                            <p:attrNameLst>
                              <p:attrName>style.visibility</p:attrName>
                            </p:attrNameLst>
                          </p:cBhvr>
                          <p:to>
                            <p:strVal val="visible"/>
                          </p:to>
                        </p:set>
                        <p:animEffect transition="in" filter="fade">
                          <p:cBhvr>
                            <p:cTn id="59" dur="500"/>
                            <p:tgtEl>
                              <p:spTgt spid="4"/>
                            </p:tgtEl>
                          </p:cBhvr>
                        </p:animEffect>
                      </p:childTnLst>
                    </p:cTn>
                  </p:par>
                  <p:par>
                    <p:cTn id="60" presetID="10" presetClass="entr" presetSubtype="0" fill="hold" grpId="19" nodeType="withEffect">
                      <p:stCondLst>
                        <p:cond delay="1900"/>
                      </p:stCondLst>
                      <p:childTnLst>
                        <p:set>
                          <p:cBhvr>
                            <p:cTn id="61" dur="1" fill="hold"/>
                            <p:tgtEl>
                              <p:spTgt spid="5"/>
                            </p:tgtEl>
                            <p:attrNameLst>
                              <p:attrName>style.visibility</p:attrName>
                            </p:attrNameLst>
                          </p:cBhvr>
                          <p:to>
                            <p:strVal val="visible"/>
                          </p:to>
                        </p:set>
                        <p:animEffect transition="in" filter="fade">
                          <p:cBhvr>
                            <p:cTn id="62" dur="500"/>
                            <p:tgtEl>
                              <p:spTgt spid="5"/>
                            </p:tgtEl>
                          </p:cBhvr>
                        </p:animEffect>
                      </p:childTnLst>
                    </p:cTn>
                  </p:par>
                  <p:par>
                    <p:cTn id="63" presetID="10" presetClass="entr" presetSubtype="0" fill="hold" grpId="20" nodeType="withEffect">
                      <p:stCondLst>
                        <p:cond delay="2000"/>
                      </p:stCondLst>
                      <p:childTnLst>
                        <p:set>
                          <p:cBhvr>
                            <p:cTn id="64" dur="1" fill="hold"/>
                            <p:tgtEl>
                              <p:spTgt spid="6"/>
                            </p:tgtEl>
                            <p:attrNameLst>
                              <p:attrName>style.visibility</p:attrName>
                            </p:attrNameLst>
                          </p:cBhvr>
                          <p:to>
                            <p:strVal val="visible"/>
                          </p:to>
                        </p:set>
                        <p:animEffect transition="in" filter="fade">
                          <p:cBhvr>
                            <p:cTn id="65" dur="500"/>
                            <p:tgtEl>
                              <p:spTgt spid="6"/>
                            </p:tgtEl>
                          </p:cBhvr>
                        </p:animEffect>
                      </p:childTnLst>
                    </p:cTn>
                  </p:par>
                  <p:par>
                    <p:cTn id="66" presetID="10" presetClass="entr" presetSubtype="0" fill="hold" grpId="21" nodeType="withEffect">
                      <p:stCondLst>
                        <p:cond delay="2100"/>
                      </p:stCondLst>
                      <p:childTnLst>
                        <p:set>
                          <p:cBhvr>
                            <p:cTn id="67" dur="1" fill="hold"/>
                            <p:tgtEl>
                              <p:spTgt spid="7"/>
                            </p:tgtEl>
                            <p:attrNameLst>
                              <p:attrName>style.visibility</p:attrName>
                            </p:attrNameLst>
                          </p:cBhvr>
                          <p:to>
                            <p:strVal val="visible"/>
                          </p:to>
                        </p:set>
                        <p:animEffect transition="in" filter="fade">
                          <p:cBhvr>
                            <p:cTn id="68" dur="500"/>
                            <p:tgtEl>
                              <p:spTgt spid="7"/>
                            </p:tgtEl>
                          </p:cBhvr>
                        </p:animEffect>
                      </p:childTnLst>
                    </p:cTn>
                  </p:par>
                  <p:par>
                    <p:cTn id="69" presetID="10" presetClass="entr" presetSubtype="0" fill="hold" grpId="22" nodeType="withEffect">
                      <p:stCondLst>
                        <p:cond delay="2200"/>
                      </p:stCondLst>
                      <p:childTnLst>
                        <p:set>
                          <p:cBhvr>
                            <p:cTn id="70" dur="1" fill="hold"/>
                            <p:tgtEl>
                              <p:spTgt spid="8"/>
                            </p:tgtEl>
                            <p:attrNameLst>
                              <p:attrName>style.visibility</p:attrName>
                            </p:attrNameLst>
                          </p:cBhvr>
                          <p:to>
                            <p:strVal val="visible"/>
                          </p:to>
                        </p:set>
                        <p:animEffect transition="in" filter="fade">
                          <p:cBhvr>
                            <p:cTn id="71" dur="500"/>
                            <p:tgtEl>
                              <p:spTgt spid="8"/>
                            </p:tgtEl>
                          </p:cBhvr>
                        </p:animEffect>
                      </p:childTnLst>
                    </p:cTn>
                  </p:par>
                  <p:par>
                    <p:cTn id="72" presetID="10" presetClass="entr" presetSubtype="0" fill="hold" grpId="23" nodeType="withEffect">
                      <p:stCondLst>
                        <p:cond delay="2300"/>
                      </p:stCondLst>
                      <p:childTnLst>
                        <p:set>
                          <p:cBhvr>
                            <p:cTn id="73" dur="1" fill="hold"/>
                            <p:tgtEl>
                              <p:spTgt spid="9"/>
                            </p:tgtEl>
                            <p:attrNameLst>
                              <p:attrName>style.visibility</p:attrName>
                            </p:attrNameLst>
                          </p:cBhvr>
                          <p:to>
                            <p:strVal val="visible"/>
                          </p:to>
                        </p:set>
                        <p:animEffect transition="in" filter="fade">
                          <p:cBhvr>
                            <p:cTn id="74" dur="500"/>
                            <p:tgtEl>
                              <p:spTgt spid="9"/>
                            </p:tgtEl>
                          </p:cBhvr>
                        </p:animEffect>
                      </p:childTnLst>
                    </p:cTn>
                  </p:par>
                  <p:par>
                    <p:cTn id="75" presetID="10" presetClass="entr" presetSubtype="0" fill="hold" grpId="24" nodeType="withEffect">
                      <p:stCondLst>
                        <p:cond delay="2400"/>
                      </p:stCondLst>
                      <p:childTnLst>
                        <p:set>
                          <p:cBhvr>
                            <p:cTn id="76" dur="1" fill="hold"/>
                            <p:tgtEl>
                              <p:spTgt spid="10"/>
                            </p:tgtEl>
                            <p:attrNameLst>
                              <p:attrName>style.visibility</p:attrName>
                            </p:attrNameLst>
                          </p:cBhvr>
                          <p:to>
                            <p:strVal val="visible"/>
                          </p:to>
                        </p:set>
                        <p:animEffect transition="in" filter="fade">
                          <p:cBhvr>
                            <p:cTn id="77" dur="500"/>
                            <p:tgtEl>
                              <p:spTgt spid="10"/>
                            </p:tgtEl>
                          </p:cBhvr>
                        </p:animEffect>
                      </p:childTnLst>
                    </p:cTn>
                  </p:par>
                  <p:par>
                    <p:cTn id="78" presetID="10" presetClass="entr" presetSubtype="0" fill="hold" grpId="25" nodeType="withEffect">
                      <p:stCondLst>
                        <p:cond delay="2500"/>
                      </p:stCondLst>
                      <p:childTnLst>
                        <p:set>
                          <p:cBhvr>
                            <p:cTn id="79" dur="1" fill="hold"/>
                            <p:tgtEl>
                              <p:spTgt spid="11"/>
                            </p:tgtEl>
                            <p:attrNameLst>
                              <p:attrName>style.visibility</p:attrName>
                            </p:attrNameLst>
                          </p:cBhvr>
                          <p:to>
                            <p:strVal val="visible"/>
                          </p:to>
                        </p:set>
                        <p:animEffect transition="in" filter="fade">
                          <p:cBhvr>
                            <p:cTn id="80" dur="500"/>
                            <p:tgtEl>
                              <p:spTgt spid="11"/>
                            </p:tgtEl>
                          </p:cBhvr>
                        </p:animEffect>
                      </p:childTnLst>
                    </p:cTn>
                  </p:par>
                  <p:par>
                    <p:cTn id="81" presetID="10" presetClass="entr" presetSubtype="0" fill="hold" grpId="26" nodeType="withEffect">
                      <p:stCondLst>
                        <p:cond delay="2600"/>
                      </p:stCondLst>
                      <p:childTnLst>
                        <p:set>
                          <p:cBhvr>
                            <p:cTn id="82" dur="1" fill="hold"/>
                            <p:tgtEl>
                              <p:spTgt spid="12"/>
                            </p:tgtEl>
                            <p:attrNameLst>
                              <p:attrName>style.visibility</p:attrName>
                            </p:attrNameLst>
                          </p:cBhvr>
                          <p:to>
                            <p:strVal val="visible"/>
                          </p:to>
                        </p:set>
                        <p:animEffect transition="in" filter="fade">
                          <p:cBhvr>
                            <p:cTn id="83" dur="500"/>
                            <p:tgtEl>
                              <p:spTgt spid="12"/>
                            </p:tgtEl>
                          </p:cBhvr>
                        </p:animEffect>
                      </p:childTnLst>
                    </p:cTn>
                  </p:par>
                  <p:par>
                    <p:cTn id="84" presetID="10" presetClass="entr" presetSubtype="0" fill="hold" grpId="27" nodeType="withEffect">
                      <p:stCondLst>
                        <p:cond delay="2700"/>
                      </p:stCondLst>
                      <p:childTnLst>
                        <p:set>
                          <p:cBhvr>
                            <p:cTn id="85" dur="1" fill="hold"/>
                            <p:tgtEl>
                              <p:spTgt spid="13"/>
                            </p:tgtEl>
                            <p:attrNameLst>
                              <p:attrName>style.visibility</p:attrName>
                            </p:attrNameLst>
                          </p:cBhvr>
                          <p:to>
                            <p:strVal val="visible"/>
                          </p:to>
                        </p:set>
                        <p:animEffect transition="in" filter="fade">
                          <p:cBhvr>
                            <p:cTn id="86" dur="500"/>
                            <p:tgtEl>
                              <p:spTgt spid="13"/>
                            </p:tgtEl>
                          </p:cBhvr>
                        </p:animEffect>
                      </p:childTnLst>
                    </p:cTn>
                  </p:par>
                  <p:par>
                    <p:cTn id="87" presetID="10" presetClass="entr" presetSubtype="0" fill="hold" grpId="28" nodeType="withEffect">
                      <p:stCondLst>
                        <p:cond delay="2800"/>
                      </p:stCondLst>
                      <p:childTnLst>
                        <p:set>
                          <p:cBhvr>
                            <p:cTn id="88" dur="1" fill="hold"/>
                            <p:tgtEl>
                              <p:spTgt spid="14"/>
                            </p:tgtEl>
                            <p:attrNameLst>
                              <p:attrName>style.visibility</p:attrName>
                            </p:attrNameLst>
                          </p:cBhvr>
                          <p:to>
                            <p:strVal val="visible"/>
                          </p:to>
                        </p:set>
                        <p:animEffect transition="in" filter="fade">
                          <p:cBhvr>
                            <p:cTn id="89" dur="500"/>
                            <p:tgtEl>
                              <p:spTgt spid="14"/>
                            </p:tgtEl>
                          </p:cBhvr>
                        </p:animEffect>
                      </p:childTnLst>
                    </p:cTn>
                  </p:par>
                  <p:par>
                    <p:cTn id="90" presetID="10" presetClass="entr" presetSubtype="0" fill="hold" grpId="29" nodeType="withEffect">
                      <p:stCondLst>
                        <p:cond delay="2900"/>
                      </p:stCondLst>
                      <p:childTnLst>
                        <p:set>
                          <p:cBhvr>
                            <p:cTn id="91" dur="1" fill="hold"/>
                            <p:tgtEl>
                              <p:spTgt spid="15"/>
                            </p:tgtEl>
                            <p:attrNameLst>
                              <p:attrName>style.visibility</p:attrName>
                            </p:attrNameLst>
                          </p:cBhvr>
                          <p:to>
                            <p:strVal val="visible"/>
                          </p:to>
                        </p:set>
                        <p:animEffect transition="in" filter="fade">
                          <p:cBhvr>
                            <p:cTn id="92" dur="500"/>
                            <p:tgtEl>
                              <p:spTgt spid="15"/>
                            </p:tgtEl>
                          </p:cBhvr>
                        </p:animEffect>
                      </p:childTnLst>
                    </p:cTn>
                  </p:par>
                  <p:par>
                    <p:cTn id="93" presetID="10" presetClass="entr" presetSubtype="0" fill="hold" grpId="30" nodeType="withEffect">
                      <p:stCondLst>
                        <p:cond delay="3000"/>
                      </p:stCondLst>
                      <p:childTnLst>
                        <p:set>
                          <p:cBhvr>
                            <p:cTn id="94" dur="1" fill="hold"/>
                            <p:tgtEl>
                              <p:spTgt spid="16"/>
                            </p:tgtEl>
                            <p:attrNameLst>
                              <p:attrName>style.visibility</p:attrName>
                            </p:attrNameLst>
                          </p:cBhvr>
                          <p:to>
                            <p:strVal val="visible"/>
                          </p:to>
                        </p:set>
                        <p:animEffect transition="in" filter="fade">
                          <p:cBhvr>
                            <p:cTn id="95" dur="500"/>
                            <p:tgtEl>
                              <p:spTgt spid="16"/>
                            </p:tgtEl>
                          </p:cBhvr>
                        </p:animEffect>
                      </p:childTnLst>
                    </p:cTn>
                  </p:par>
                  <p:par>
                    <p:cTn id="96" presetID="10" presetClass="entr" presetSubtype="0" fill="hold" grpId="31" nodeType="withEffect">
                      <p:stCondLst>
                        <p:cond delay="3100"/>
                      </p:stCondLst>
                      <p:childTnLst>
                        <p:set>
                          <p:cBhvr>
                            <p:cTn id="97" dur="1" fill="hold"/>
                            <p:tgtEl>
                              <p:spTgt spid="17"/>
                            </p:tgtEl>
                            <p:attrNameLst>
                              <p:attrName>style.visibility</p:attrName>
                            </p:attrNameLst>
                          </p:cBhvr>
                          <p:to>
                            <p:strVal val="visible"/>
                          </p:to>
                        </p:set>
                        <p:animEffect transition="in" filter="fade">
                          <p:cBhvr>
                            <p:cTn id="98" dur="500"/>
                            <p:tgtEl>
                              <p:spTgt spid="17"/>
                            </p:tgtEl>
                          </p:cBhvr>
                        </p:animEffect>
                      </p:childTnLst>
                    </p:cTn>
                  </p:par>
                  <p:par>
                    <p:cTn id="99" presetID="10" presetClass="entr" presetSubtype="0" fill="hold" grpId="32" nodeType="withEffect">
                      <p:stCondLst>
                        <p:cond delay="3200"/>
                      </p:stCondLst>
                      <p:childTnLst>
                        <p:set>
                          <p:cBhvr>
                            <p:cTn id="100" dur="1" fill="hold"/>
                            <p:tgtEl>
                              <p:spTgt spid="18"/>
                            </p:tgtEl>
                            <p:attrNameLst>
                              <p:attrName>style.visibility</p:attrName>
                            </p:attrNameLst>
                          </p:cBhvr>
                          <p:to>
                            <p:strVal val="visible"/>
                          </p:to>
                        </p:set>
                        <p:animEffect transition="in" filter="fade">
                          <p:cBhvr>
                            <p:cTn id="101" dur="500"/>
                            <p:tgtEl>
                              <p:spTgt spid="18"/>
                            </p:tgtEl>
                          </p:cBhvr>
                        </p:animEffect>
                      </p:childTnLst>
                    </p:cTn>
                  </p:par>
                  <p:par>
                    <p:cTn id="102" presetID="10" presetClass="entr" presetSubtype="0" fill="hold" grpId="33" nodeType="withEffect">
                      <p:stCondLst>
                        <p:cond delay="3300"/>
                      </p:stCondLst>
                      <p:childTnLst>
                        <p:set>
                          <p:cBhvr>
                            <p:cTn id="103" dur="1" fill="hold"/>
                            <p:tgtEl>
                              <p:spTgt spid="19"/>
                            </p:tgtEl>
                            <p:attrNameLst>
                              <p:attrName>style.visibility</p:attrName>
                            </p:attrNameLst>
                          </p:cBhvr>
                          <p:to>
                            <p:strVal val="visible"/>
                          </p:to>
                        </p:set>
                        <p:animEffect transition="in" filter="fade">
                          <p:cBhvr>
                            <p:cTn id="104" dur="500"/>
                            <p:tgtEl>
                              <p:spTgt spid="19"/>
                            </p:tgtEl>
                          </p:cBhvr>
                        </p:animEffect>
                      </p:childTnLst>
                    </p:cTn>
                  </p:par>
                </p:childTnLst>
              </p:cTn>
            </p:par>
          </p:childTnLst>
        </p:cTn>
      </p:par>
    </p:tnLst>
    <p:bldLst>
      <p:bldP spid="500" grpId="0" uiExpand="1" build="p"/>
      <p:bldP spid="501" grpId="1" uiExpand="1" build="p"/>
      <p:bldP spid="502" grpId="2" uiExpand="1" build="p"/>
      <p:bldP spid="503" grpId="3" uiExpand="1" build="p"/>
      <p:bldP spid="504" grpId="4" uiExpand="1" build="p"/>
      <p:bldP spid="505" grpId="5" uiExpand="1" build="p"/>
      <p:bldP spid="506" grpId="6" uiExpand="1" build="p"/>
      <p:bldP spid="507" grpId="7" uiExpand="1" build="p"/>
      <p:bldP spid="508" grpId="8" uiExpand="1" build="p"/>
      <p:bldP spid="509" grpId="9" uiExpand="1" build="p"/>
      <p:bldP spid="510" grpId="10" uiExpand="1" build="p"/>
      <p:bldP spid="511" grpId="11" uiExpand="1" build="p"/>
      <p:bldP spid="512" grpId="12" uiExpand="1" build="p"/>
      <p:bldP spid="513" grpId="13" uiExpand="1" build="p"/>
      <p:bldP spid="514" grpId="14" uiExpand="1" build="p"/>
      <p:bldP spid="515" grpId="15" uiExpand="1" build="p"/>
      <p:bldP spid="2" grpId="16" uiExpand="1" build="p"/>
      <p:bldP spid="3" grpId="17" uiExpand="1" build="p"/>
      <p:bldP spid="4" grpId="18" uiExpand="1" build="p"/>
      <p:bldP spid="5" grpId="19" uiExpand="1" build="p"/>
      <p:bldP spid="6" grpId="20" uiExpand="1" build="p"/>
      <p:bldP spid="7" grpId="21" uiExpand="1" build="p"/>
      <p:bldP spid="8" grpId="22" uiExpand="1" build="p"/>
      <p:bldP spid="9" grpId="23" uiExpand="1" build="p"/>
      <p:bldP spid="10" grpId="24" uiExpand="1" build="p"/>
      <p:bldP spid="11" grpId="25" uiExpand="1" build="p"/>
      <p:bldP spid="12" grpId="26" uiExpand="1" build="p"/>
      <p:bldP spid="13" grpId="27" uiExpand="1" build="p"/>
      <p:bldP spid="14" grpId="28" uiExpand="1" build="p"/>
      <p:bldP spid="15" grpId="29" uiExpand="1" build="p"/>
      <p:bldP spid="16" grpId="30" uiExpand="1" build="p"/>
      <p:bldP spid="17" grpId="31" uiExpand="1" build="p"/>
      <p:bldP spid="18" grpId="32" uiExpand="1" build="p"/>
      <p:bldP spid="19" grpId="33"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d500"/>
          <p:cNvSpPr/>
          <p:nvPr/>
        </p:nvSpPr>
        <p:spPr>
          <a:xfrm>
            <a:off x="3872000" y="1871750"/>
            <a:ext cx="1400000" cy="1400000"/>
          </a:xfrm>
          <a:prstGeom prst="ellipse">
            <a:avLst/>
          </a:prstGeom>
          <a:noFill/>
          <a:ln w="38100">
            <a:solidFill>
              <a:srgbClr val="FF6D00">
                <a:alpha val="6000"/>
              </a:srgbClr>
            </a:solidFill>
          </a:ln>
        </p:spPr>
      </p:sp>
      <p:sp>
        <p:nvSpPr>
          <p:cNvPr id="501" name="d501"/>
          <p:cNvSpPr/>
          <p:nvPr/>
        </p:nvSpPr>
        <p:spPr>
          <a:xfrm>
            <a:off x="3272000" y="1271750"/>
            <a:ext cx="2600000" cy="2600000"/>
          </a:xfrm>
          <a:prstGeom prst="ellipse">
            <a:avLst/>
          </a:prstGeom>
          <a:noFill/>
          <a:ln w="20000">
            <a:solidFill>
              <a:srgbClr val="2196F3">
                <a:alpha val="3000"/>
              </a:srgbClr>
            </a:solidFill>
          </a:ln>
        </p:spPr>
      </p:sp>
      <p:sp>
        <p:nvSpPr>
          <p:cNvPr id="502" name="d502"/>
          <p:cNvSpPr/>
          <p:nvPr/>
        </p:nvSpPr>
        <p:spPr>
          <a:xfrm>
            <a:off x="0" y="0"/>
            <a:ext cx="9144000" cy="642937"/>
          </a:xfrm>
          <a:prstGeom prst="rect">
            <a:avLst/>
          </a:prstGeom>
          <a:solidFill>
            <a:srgbClr val="FF6D00">
              <a:alpha val="5000"/>
            </a:srgbClr>
          </a:solidFill>
          <a:ln>
            <a:noFill/>
          </a:ln>
        </p:spPr>
      </p:sp>
      <p:sp>
        <p:nvSpPr>
          <p:cNvPr id="503" name="d503"/>
          <p:cNvSpPr/>
          <p:nvPr/>
        </p:nvSpPr>
        <p:spPr>
          <a:xfrm>
            <a:off x="0" y="4500563"/>
            <a:ext cx="9144000" cy="642937"/>
          </a:xfrm>
          <a:prstGeom prst="rect">
            <a:avLst/>
          </a:prstGeom>
          <a:solidFill>
            <a:srgbClr val="00BCD4">
              <a:alpha val="5000"/>
            </a:srgbClr>
          </a:solidFill>
          <a:ln>
            <a:noFill/>
          </a:ln>
        </p:spPr>
      </p:sp>
      <p:sp>
        <p:nvSpPr>
          <p:cNvPr id="504" name="d504"/>
          <p:cNvSpPr/>
          <p:nvPr/>
        </p:nvSpPr>
        <p:spPr>
          <a:xfrm>
            <a:off x="0" y="514350"/>
            <a:ext cx="200000" cy="200000"/>
          </a:xfrm>
          <a:prstGeom prst="ellipse">
            <a:avLst/>
          </a:prstGeom>
          <a:solidFill>
            <a:srgbClr val="2196F3">
              <a:alpha val="8000"/>
            </a:srgbClr>
          </a:solidFill>
          <a:ln>
            <a:noFill/>
          </a:ln>
        </p:spPr>
      </p:sp>
      <p:sp>
        <p:nvSpPr>
          <p:cNvPr id="505" name="d505"/>
          <p:cNvSpPr/>
          <p:nvPr/>
        </p:nvSpPr>
        <p:spPr>
          <a:xfrm>
            <a:off x="1828800" y="514350"/>
            <a:ext cx="200000" cy="200000"/>
          </a:xfrm>
          <a:prstGeom prst="ellipse">
            <a:avLst/>
          </a:prstGeom>
          <a:solidFill>
            <a:srgbClr val="2196F3">
              <a:alpha val="8000"/>
            </a:srgbClr>
          </a:solidFill>
          <a:ln>
            <a:noFill/>
          </a:ln>
        </p:spPr>
      </p:sp>
      <p:sp>
        <p:nvSpPr>
          <p:cNvPr id="506" name="d506"/>
          <p:cNvSpPr/>
          <p:nvPr/>
        </p:nvSpPr>
        <p:spPr>
          <a:xfrm>
            <a:off x="3657600" y="514350"/>
            <a:ext cx="200000" cy="200000"/>
          </a:xfrm>
          <a:prstGeom prst="ellipse">
            <a:avLst/>
          </a:prstGeom>
          <a:solidFill>
            <a:srgbClr val="2196F3">
              <a:alpha val="8000"/>
            </a:srgbClr>
          </a:solidFill>
          <a:ln>
            <a:noFill/>
          </a:ln>
        </p:spPr>
      </p:sp>
      <p:sp>
        <p:nvSpPr>
          <p:cNvPr id="507" name="d507"/>
          <p:cNvSpPr/>
          <p:nvPr/>
        </p:nvSpPr>
        <p:spPr>
          <a:xfrm>
            <a:off x="5486400" y="514350"/>
            <a:ext cx="200000" cy="200000"/>
          </a:xfrm>
          <a:prstGeom prst="ellipse">
            <a:avLst/>
          </a:prstGeom>
          <a:solidFill>
            <a:srgbClr val="2196F3">
              <a:alpha val="8000"/>
            </a:srgbClr>
          </a:solidFill>
          <a:ln>
            <a:noFill/>
          </a:ln>
        </p:spPr>
      </p:sp>
      <p:sp>
        <p:nvSpPr>
          <p:cNvPr id="508" name="d508"/>
          <p:cNvSpPr/>
          <p:nvPr/>
        </p:nvSpPr>
        <p:spPr>
          <a:xfrm>
            <a:off x="7315200" y="514350"/>
            <a:ext cx="200000" cy="200000"/>
          </a:xfrm>
          <a:prstGeom prst="ellipse">
            <a:avLst/>
          </a:prstGeom>
          <a:solidFill>
            <a:srgbClr val="2196F3">
              <a:alpha val="8000"/>
            </a:srgbClr>
          </a:solidFill>
          <a:ln>
            <a:noFill/>
          </a:ln>
        </p:spPr>
      </p:sp>
      <p:sp>
        <p:nvSpPr>
          <p:cNvPr id="509" name="d509"/>
          <p:cNvSpPr/>
          <p:nvPr/>
        </p:nvSpPr>
        <p:spPr>
          <a:xfrm>
            <a:off x="914400" y="4371975"/>
            <a:ext cx="150000" cy="150000"/>
          </a:xfrm>
          <a:prstGeom prst="ellipse">
            <a:avLst/>
          </a:prstGeom>
          <a:solidFill>
            <a:srgbClr val="FF6D00">
              <a:alpha val="8000"/>
            </a:srgbClr>
          </a:solidFill>
          <a:ln>
            <a:noFill/>
          </a:ln>
        </p:spPr>
      </p:sp>
      <p:sp>
        <p:nvSpPr>
          <p:cNvPr id="510" name="d510"/>
          <p:cNvSpPr/>
          <p:nvPr/>
        </p:nvSpPr>
        <p:spPr>
          <a:xfrm>
            <a:off x="2743200" y="4371975"/>
            <a:ext cx="150000" cy="150000"/>
          </a:xfrm>
          <a:prstGeom prst="ellipse">
            <a:avLst/>
          </a:prstGeom>
          <a:solidFill>
            <a:srgbClr val="FF6D00">
              <a:alpha val="8000"/>
            </a:srgbClr>
          </a:solidFill>
          <a:ln>
            <a:noFill/>
          </a:ln>
        </p:spPr>
      </p:sp>
      <p:sp>
        <p:nvSpPr>
          <p:cNvPr id="511" name="d511"/>
          <p:cNvSpPr/>
          <p:nvPr/>
        </p:nvSpPr>
        <p:spPr>
          <a:xfrm>
            <a:off x="4572000" y="4371975"/>
            <a:ext cx="150000" cy="150000"/>
          </a:xfrm>
          <a:prstGeom prst="ellipse">
            <a:avLst/>
          </a:prstGeom>
          <a:solidFill>
            <a:srgbClr val="FF6D00">
              <a:alpha val="8000"/>
            </a:srgbClr>
          </a:solidFill>
          <a:ln>
            <a:noFill/>
          </a:ln>
        </p:spPr>
      </p:sp>
      <p:sp>
        <p:nvSpPr>
          <p:cNvPr id="512" name="d512"/>
          <p:cNvSpPr/>
          <p:nvPr/>
        </p:nvSpPr>
        <p:spPr>
          <a:xfrm>
            <a:off x="6400800" y="4371975"/>
            <a:ext cx="150000" cy="150000"/>
          </a:xfrm>
          <a:prstGeom prst="ellipse">
            <a:avLst/>
          </a:prstGeom>
          <a:solidFill>
            <a:srgbClr val="FF6D00">
              <a:alpha val="8000"/>
            </a:srgbClr>
          </a:solidFill>
          <a:ln>
            <a:noFill/>
          </a:ln>
        </p:spPr>
      </p:sp>
      <p:sp>
        <p:nvSpPr>
          <p:cNvPr id="513" name="d513"/>
          <p:cNvSpPr/>
          <p:nvPr/>
        </p:nvSpPr>
        <p:spPr>
          <a:xfrm>
            <a:off x="8229600" y="4371975"/>
            <a:ext cx="150000" cy="150000"/>
          </a:xfrm>
          <a:prstGeom prst="ellipse">
            <a:avLst/>
          </a:prstGeom>
          <a:solidFill>
            <a:srgbClr val="FF6D00">
              <a:alpha val="8000"/>
            </a:srgbClr>
          </a:solidFill>
          <a:ln>
            <a:noFill/>
          </a:ln>
        </p:spPr>
      </p:sp>
      <p:sp>
        <p:nvSpPr>
          <p:cNvPr id="514" name="d514"/>
          <p:cNvSpPr/>
          <p:nvPr/>
        </p:nvSpPr>
        <p:spPr>
          <a:xfrm>
            <a:off x="4272000" y="10000"/>
            <a:ext cx="600000" cy="300000"/>
          </a:xfrm>
          <a:prstGeom prst="diamond">
            <a:avLst/>
          </a:prstGeom>
          <a:solidFill>
            <a:srgbClr val="00BCD4">
              <a:alpha val="10000"/>
            </a:srgbClr>
          </a:solidFill>
          <a:ln>
            <a:noFill/>
          </a:ln>
        </p:spPr>
      </p:sp>
      <p:sp>
        <p:nvSpPr>
          <p:cNvPr id="515" name="d515"/>
          <p:cNvSpPr/>
          <p:nvPr/>
        </p:nvSpPr>
        <p:spPr>
          <a:xfrm>
            <a:off x="4272000" y="4833500"/>
            <a:ext cx="600000" cy="300000"/>
          </a:xfrm>
          <a:prstGeom prst="diamond">
            <a:avLst/>
          </a:prstGeom>
          <a:solidFill>
            <a:srgbClr val="2196F3">
              <a:alpha val="10000"/>
            </a:srgbClr>
          </a:solidFill>
          <a:ln>
            <a:noFill/>
          </a:ln>
        </p:spPr>
      </p:sp>
      <p:sp>
        <p:nvSpPr>
          <p:cNvPr id="2" name="TextBox 1">
            <a:extLst>
              <a:ext uri="{FF2B5EF4-FFF2-40B4-BE49-F238E27FC236}">
                <a16:creationId xmlns:a16="http://schemas.microsoft.com/office/drawing/2014/main" id="{3F209DF6-DC66-9E9C-50A9-5A3E0E6DBC1C}"/>
              </a:ext>
            </a:extLst>
          </p:cNvPr>
          <p:cNvSpPr txBox="1"/>
          <p:nvPr/>
        </p:nvSpPr>
        <p:spPr>
          <a:xfrm>
            <a:off x="2492829" y="-2721"/>
            <a:ext cx="4572000" cy="55399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u="sng"/>
              <a:t>Rocket League</a:t>
            </a:r>
            <a:r>
              <a:rPr lang="en-US" sz="1400"/>
              <a:t> is widely considered one of the hardest games to master because there are virtually no foundational skill transfers from other genres. It requires complete mastery of 3D spatial awareness, complex physics, and precise mechanical inputs on a controller to constantly track and predict a highly volatile ball. [</a:t>
            </a:r>
            <a:r>
              <a:rPr lang="en-US" sz="1400">
                <a:hlinkClick r:id="rId2"/>
              </a:rPr>
              <a:t>1</a:t>
            </a:r>
            <a:r>
              <a:rPr lang="en-US" sz="1400"/>
              <a:t>, </a:t>
            </a:r>
            <a:r>
              <a:rPr lang="en-US" sz="1400">
                <a:hlinkClick r:id="rId3"/>
              </a:rPr>
              <a:t>2</a:t>
            </a:r>
            <a:r>
              <a:rPr lang="en-US" sz="1400"/>
              <a:t>, </a:t>
            </a:r>
            <a:r>
              <a:rPr lang="en-US" sz="1400">
                <a:hlinkClick r:id="rId4"/>
              </a:rPr>
              <a:t>3</a:t>
            </a:r>
            <a:r>
              <a:rPr lang="en-US" sz="1400"/>
              <a:t>, </a:t>
            </a:r>
            <a:r>
              <a:rPr lang="en-US" sz="1400">
                <a:hlinkClick r:id="rId5"/>
              </a:rPr>
              <a:t>4</a:t>
            </a:r>
            <a:r>
              <a:rPr lang="en-US" sz="1400"/>
              <a:t>, </a:t>
            </a:r>
            <a:r>
              <a:rPr lang="en-US" sz="1400">
                <a:hlinkClick r:id="rId6"/>
              </a:rPr>
              <a:t>5</a:t>
            </a:r>
            <a:r>
              <a:rPr lang="en-US" sz="1400"/>
              <a:t>]</a:t>
            </a:r>
            <a:endParaRPr lang="en-US" sz="1400">
              <a:ea typeface="Calibri"/>
              <a:cs typeface="Calibri"/>
            </a:endParaRPr>
          </a:p>
          <a:p>
            <a:r>
              <a:rPr lang="en-US" sz="1400"/>
              <a:t>Community members on </a:t>
            </a:r>
            <a:r>
              <a:rPr lang="en-US" sz="1400">
                <a:hlinkClick r:id="rId7"/>
              </a:rPr>
              <a:t>Reddit</a:t>
            </a:r>
            <a:r>
              <a:rPr lang="en-US" sz="1400"/>
              <a:t> and across various </a:t>
            </a:r>
            <a:r>
              <a:rPr lang="en-US" sz="1400">
                <a:hlinkClick r:id="rId4"/>
              </a:rPr>
              <a:t>Esports forums</a:t>
            </a:r>
            <a:r>
              <a:rPr lang="en-US" sz="1400"/>
              <a:t> heavily debate its difficulty, which fundamentally stems from several key factors: [</a:t>
            </a:r>
            <a:r>
              <a:rPr lang="en-US" sz="1400">
                <a:hlinkClick r:id="rId4"/>
              </a:rPr>
              <a:t>1</a:t>
            </a:r>
            <a:r>
              <a:rPr lang="en-US" sz="1400"/>
              <a:t>]</a:t>
            </a:r>
            <a:endParaRPr lang="en-US" sz="1400">
              <a:ea typeface="Calibri"/>
              <a:cs typeface="Calibri"/>
            </a:endParaRPr>
          </a:p>
          <a:p>
            <a:pPr>
              <a:buFont typeface=""/>
              <a:buChar char="•"/>
            </a:pPr>
            <a:r>
              <a:rPr lang="en-US" sz="1400" b="1"/>
              <a:t>No "</a:t>
            </a:r>
            <a:r>
              <a:rPr lang="en-US" sz="1400" b="1" err="1"/>
              <a:t>Aimbot</a:t>
            </a:r>
            <a:r>
              <a:rPr lang="en-US" sz="1400" b="1"/>
              <a:t>" or Auto-Aim:</a:t>
            </a:r>
            <a:r>
              <a:rPr lang="en-US" sz="1400"/>
              <a:t> Unlike shooting games where aim assist or crosshairs help lock onto targets, you must precisely angle a moving car at supersonic speeds to hit a free-floating ball. [</a:t>
            </a:r>
            <a:r>
              <a:rPr lang="en-US" sz="1400">
                <a:hlinkClick r:id="rId2"/>
              </a:rPr>
              <a:t>1</a:t>
            </a:r>
            <a:r>
              <a:rPr lang="en-US" sz="1400"/>
              <a:t>, </a:t>
            </a:r>
            <a:r>
              <a:rPr lang="en-US" sz="1400">
                <a:hlinkClick r:id="rId6"/>
              </a:rPr>
              <a:t>2</a:t>
            </a:r>
            <a:r>
              <a:rPr lang="en-US" sz="1400"/>
              <a:t>]</a:t>
            </a:r>
            <a:endParaRPr lang="en-US" sz="1400">
              <a:ea typeface="Calibri"/>
              <a:cs typeface="Calibri"/>
            </a:endParaRPr>
          </a:p>
          <a:p>
            <a:pPr>
              <a:buFont typeface=""/>
              <a:buChar char="•"/>
            </a:pPr>
            <a:r>
              <a:rPr lang="en-US" sz="1400" b="1"/>
              <a:t>Infinite Skill Ceiling:</a:t>
            </a:r>
            <a:r>
              <a:rPr lang="en-US" sz="1400"/>
              <a:t> The physics engine allows for nearly unlimited mechanical combinations, meaning players are constantly inventing new maneuvers that force the entire community to adapt and learn. [</a:t>
            </a:r>
            <a:r>
              <a:rPr lang="en-US" sz="1400">
                <a:hlinkClick r:id="rId2"/>
              </a:rPr>
              <a:t>1</a:t>
            </a:r>
            <a:r>
              <a:rPr lang="en-US" sz="1400"/>
              <a:t>, </a:t>
            </a:r>
            <a:r>
              <a:rPr lang="en-US" sz="1400">
                <a:hlinkClick r:id="rId8"/>
              </a:rPr>
              <a:t>2</a:t>
            </a:r>
            <a:r>
              <a:rPr lang="en-US" sz="1400"/>
              <a:t>]</a:t>
            </a:r>
            <a:endParaRPr lang="en-US" sz="1400">
              <a:ea typeface="Calibri"/>
              <a:cs typeface="Calibri"/>
            </a:endParaRPr>
          </a:p>
          <a:p>
            <a:pPr>
              <a:buFont typeface=""/>
              <a:buChar char="•"/>
            </a:pPr>
            <a:r>
              <a:rPr lang="en-US" sz="1400" b="1"/>
              <a:t>Unique Physics:</a:t>
            </a:r>
            <a:r>
              <a:rPr lang="en-US" sz="1400"/>
              <a:t> There is no other mainstream game that functions similarly, so your hours playing other titles will not help you. [</a:t>
            </a:r>
            <a:r>
              <a:rPr lang="en-US" sz="1400">
                <a:hlinkClick r:id="rId4"/>
              </a:rPr>
              <a:t>1</a:t>
            </a:r>
            <a:r>
              <a:rPr lang="en-US" sz="1400"/>
              <a:t>, </a:t>
            </a:r>
            <a:r>
              <a:rPr lang="en-US" sz="1400">
                <a:hlinkClick r:id="rId3"/>
              </a:rPr>
              <a:t>2</a:t>
            </a:r>
            <a:r>
              <a:rPr lang="en-US" sz="1400"/>
              <a:t>, </a:t>
            </a:r>
            <a:r>
              <a:rPr lang="en-US" sz="1400">
                <a:hlinkClick r:id="rId9"/>
              </a:rPr>
              <a:t>3</a:t>
            </a:r>
            <a:r>
              <a:rPr lang="en-US" sz="1400"/>
              <a:t>]</a:t>
            </a:r>
            <a:endParaRPr lang="en-US" sz="1400">
              <a:ea typeface="Calibri"/>
              <a:cs typeface="Calibri"/>
            </a:endParaRPr>
          </a:p>
          <a:p>
            <a:pPr>
              <a:buFont typeface=""/>
              <a:buChar char="•"/>
            </a:pPr>
            <a:r>
              <a:rPr lang="en-US" sz="1400" b="1"/>
              <a:t>No Passive Strategies:</a:t>
            </a:r>
            <a:r>
              <a:rPr lang="en-US" sz="1400"/>
              <a:t> There are no safe camping spots or downtime; you are forced into constant, direct engagement with opponents while balancing team positioning and boost management. [</a:t>
            </a:r>
            <a:r>
              <a:rPr lang="en-US" sz="1400">
                <a:hlinkClick r:id="rId2"/>
              </a:rPr>
              <a:t>1</a:t>
            </a:r>
            <a:r>
              <a:rPr lang="en-US" sz="1400"/>
              <a:t>]</a:t>
            </a:r>
            <a:endParaRPr lang="en-US" sz="1400">
              <a:ea typeface="Calibri"/>
              <a:cs typeface="Calibri"/>
            </a:endParaRPr>
          </a:p>
          <a:p>
            <a:pPr algn="ctr"/>
            <a:endParaRPr lang="en-US"/>
          </a:p>
        </p:txBody>
      </p:sp>
      <p:pic>
        <p:nvPicPr>
          <p:cNvPr id="3" name="Picture 2">
            <a:extLst>
              <a:ext uri="{FF2B5EF4-FFF2-40B4-BE49-F238E27FC236}">
                <a16:creationId xmlns:a16="http://schemas.microsoft.com/office/drawing/2014/main" id="{26586B0B-AB10-8A6B-3A55-CF29DF14F974}"/>
              </a:ext>
            </a:extLst>
          </p:cNvPr>
          <p:cNvPicPr>
            <a:picLocks noChangeAspect="1"/>
          </p:cNvPicPr>
          <p:nvPr/>
        </p:nvPicPr>
        <p:blipFill>
          <a:blip r:embed="rId10"/>
          <a:stretch>
            <a:fillRect/>
          </a:stretch>
        </p:blipFill>
        <p:spPr>
          <a:xfrm>
            <a:off x="2721" y="976313"/>
            <a:ext cx="2503715" cy="1481818"/>
          </a:xfrm>
          <a:prstGeom prst="rect">
            <a:avLst/>
          </a:prstGeom>
        </p:spPr>
      </p:pic>
    </p:spTree>
    <p:extLst>
      <p:ext uri="{BB962C8B-B14F-4D97-AF65-F5344CB8AC3E}">
        <p14:creationId xmlns:p14="http://schemas.microsoft.com/office/powerpoint/2010/main" val="3000220834"/>
      </p:ext>
    </p:extLst>
  </p:cSld>
  <p:clrMapOvr>
    <a:masterClrMapping/>
  </p:clrMapOvr>
  <p:transition spd="med">
    <p:wipe dir="l"/>
  </p:transition>
  <p:timing>
    <p:tnLst>
      <p:par>
        <p:cTn id="1" dur="indefinite" restart="whenNotActive" nodeType="tmRoot">
          <p:childTnLst>
            <p:par>
              <p:cTn id="2" fill="hold">
                <p:stCondLst>
                  <p:cond delay="200"/>
                </p:stCondLst>
                <p:childTnLst>
                  <p:par>
                    <p:cTn id="3" presetID="10" presetClass="entr" presetSubtype="0" fill="hold" grpId="0" nodeType="withEffect">
                      <p:stCondLst>
                        <p:cond delay="0"/>
                      </p:stCondLst>
                      <p:childTnLst>
                        <p:set>
                          <p:cBhvr>
                            <p:cTn id="4" dur="1" fill="hold"/>
                            <p:tgtEl>
                              <p:spTgt spid="500"/>
                            </p:tgtEl>
                            <p:attrNameLst>
                              <p:attrName>style.visibility</p:attrName>
                            </p:attrNameLst>
                          </p:cBhvr>
                          <p:to>
                            <p:strVal val="visible"/>
                          </p:to>
                        </p:set>
                        <p:animEffect transition="in" filter="fade">
                          <p:cBhvr>
                            <p:cTn id="5" dur="400"/>
                            <p:tgtEl>
                              <p:spTgt spid="500"/>
                            </p:tgtEl>
                          </p:cBhvr>
                        </p:animEffect>
                      </p:childTnLst>
                    </p:cTn>
                  </p:par>
                  <p:par>
                    <p:cTn id="6" presetID="10" presetClass="entr" presetSubtype="0" fill="hold" grpId="1" nodeType="withEffect">
                      <p:stCondLst>
                        <p:cond delay="80"/>
                      </p:stCondLst>
                      <p:childTnLst>
                        <p:set>
                          <p:cBhvr>
                            <p:cTn id="7" dur="1" fill="hold"/>
                            <p:tgtEl>
                              <p:spTgt spid="501"/>
                            </p:tgtEl>
                            <p:attrNameLst>
                              <p:attrName>style.visibility</p:attrName>
                            </p:attrNameLst>
                          </p:cBhvr>
                          <p:to>
                            <p:strVal val="visible"/>
                          </p:to>
                        </p:set>
                        <p:animEffect transition="in" filter="fade">
                          <p:cBhvr>
                            <p:cTn id="8" dur="400"/>
                            <p:tgtEl>
                              <p:spTgt spid="501"/>
                            </p:tgtEl>
                          </p:cBhvr>
                        </p:animEffect>
                      </p:childTnLst>
                    </p:cTn>
                  </p:par>
                  <p:par>
                    <p:cTn id="9" presetID="10" presetClass="entr" presetSubtype="0" fill="hold" grpId="2" nodeType="withEffect">
                      <p:stCondLst>
                        <p:cond delay="160"/>
                      </p:stCondLst>
                      <p:childTnLst>
                        <p:set>
                          <p:cBhvr>
                            <p:cTn id="10" dur="1" fill="hold"/>
                            <p:tgtEl>
                              <p:spTgt spid="502"/>
                            </p:tgtEl>
                            <p:attrNameLst>
                              <p:attrName>style.visibility</p:attrName>
                            </p:attrNameLst>
                          </p:cBhvr>
                          <p:to>
                            <p:strVal val="visible"/>
                          </p:to>
                        </p:set>
                        <p:animEffect transition="in" filter="fade">
                          <p:cBhvr>
                            <p:cTn id="11" dur="400"/>
                            <p:tgtEl>
                              <p:spTgt spid="502"/>
                            </p:tgtEl>
                          </p:cBhvr>
                        </p:animEffect>
                      </p:childTnLst>
                    </p:cTn>
                  </p:par>
                  <p:par>
                    <p:cTn id="12" presetID="10" presetClass="entr" presetSubtype="0" fill="hold" grpId="3" nodeType="withEffect">
                      <p:stCondLst>
                        <p:cond delay="240"/>
                      </p:stCondLst>
                      <p:childTnLst>
                        <p:set>
                          <p:cBhvr>
                            <p:cTn id="13" dur="1" fill="hold"/>
                            <p:tgtEl>
                              <p:spTgt spid="503"/>
                            </p:tgtEl>
                            <p:attrNameLst>
                              <p:attrName>style.visibility</p:attrName>
                            </p:attrNameLst>
                          </p:cBhvr>
                          <p:to>
                            <p:strVal val="visible"/>
                          </p:to>
                        </p:set>
                        <p:animEffect transition="in" filter="fade">
                          <p:cBhvr>
                            <p:cTn id="14" dur="400"/>
                            <p:tgtEl>
                              <p:spTgt spid="503"/>
                            </p:tgtEl>
                          </p:cBhvr>
                        </p:animEffect>
                      </p:childTnLst>
                    </p:cTn>
                  </p:par>
                  <p:par>
                    <p:cTn id="15" presetID="10" presetClass="entr" presetSubtype="0" fill="hold" grpId="4" nodeType="withEffect">
                      <p:stCondLst>
                        <p:cond delay="320"/>
                      </p:stCondLst>
                      <p:childTnLst>
                        <p:set>
                          <p:cBhvr>
                            <p:cTn id="16" dur="1" fill="hold"/>
                            <p:tgtEl>
                              <p:spTgt spid="504"/>
                            </p:tgtEl>
                            <p:attrNameLst>
                              <p:attrName>style.visibility</p:attrName>
                            </p:attrNameLst>
                          </p:cBhvr>
                          <p:to>
                            <p:strVal val="visible"/>
                          </p:to>
                        </p:set>
                        <p:animEffect transition="in" filter="fade">
                          <p:cBhvr>
                            <p:cTn id="17" dur="400"/>
                            <p:tgtEl>
                              <p:spTgt spid="504"/>
                            </p:tgtEl>
                          </p:cBhvr>
                        </p:animEffect>
                      </p:childTnLst>
                    </p:cTn>
                  </p:par>
                  <p:par>
                    <p:cTn id="18" presetID="10" presetClass="entr" presetSubtype="0" fill="hold" grpId="5" nodeType="withEffect">
                      <p:stCondLst>
                        <p:cond delay="400"/>
                      </p:stCondLst>
                      <p:childTnLst>
                        <p:set>
                          <p:cBhvr>
                            <p:cTn id="19" dur="1" fill="hold"/>
                            <p:tgtEl>
                              <p:spTgt spid="505"/>
                            </p:tgtEl>
                            <p:attrNameLst>
                              <p:attrName>style.visibility</p:attrName>
                            </p:attrNameLst>
                          </p:cBhvr>
                          <p:to>
                            <p:strVal val="visible"/>
                          </p:to>
                        </p:set>
                        <p:animEffect transition="in" filter="fade">
                          <p:cBhvr>
                            <p:cTn id="20" dur="400"/>
                            <p:tgtEl>
                              <p:spTgt spid="505"/>
                            </p:tgtEl>
                          </p:cBhvr>
                        </p:animEffect>
                      </p:childTnLst>
                    </p:cTn>
                  </p:par>
                  <p:par>
                    <p:cTn id="21" presetID="10" presetClass="entr" presetSubtype="0" fill="hold" grpId="6" nodeType="withEffect">
                      <p:stCondLst>
                        <p:cond delay="480"/>
                      </p:stCondLst>
                      <p:childTnLst>
                        <p:set>
                          <p:cBhvr>
                            <p:cTn id="22" dur="1" fill="hold"/>
                            <p:tgtEl>
                              <p:spTgt spid="506"/>
                            </p:tgtEl>
                            <p:attrNameLst>
                              <p:attrName>style.visibility</p:attrName>
                            </p:attrNameLst>
                          </p:cBhvr>
                          <p:to>
                            <p:strVal val="visible"/>
                          </p:to>
                        </p:set>
                        <p:animEffect transition="in" filter="fade">
                          <p:cBhvr>
                            <p:cTn id="23" dur="400"/>
                            <p:tgtEl>
                              <p:spTgt spid="506"/>
                            </p:tgtEl>
                          </p:cBhvr>
                        </p:animEffect>
                      </p:childTnLst>
                    </p:cTn>
                  </p:par>
                  <p:par>
                    <p:cTn id="24" presetID="10" presetClass="entr" presetSubtype="0" fill="hold" grpId="7" nodeType="withEffect">
                      <p:stCondLst>
                        <p:cond delay="560"/>
                      </p:stCondLst>
                      <p:childTnLst>
                        <p:set>
                          <p:cBhvr>
                            <p:cTn id="25" dur="1" fill="hold"/>
                            <p:tgtEl>
                              <p:spTgt spid="507"/>
                            </p:tgtEl>
                            <p:attrNameLst>
                              <p:attrName>style.visibility</p:attrName>
                            </p:attrNameLst>
                          </p:cBhvr>
                          <p:to>
                            <p:strVal val="visible"/>
                          </p:to>
                        </p:set>
                        <p:animEffect transition="in" filter="fade">
                          <p:cBhvr>
                            <p:cTn id="26" dur="400"/>
                            <p:tgtEl>
                              <p:spTgt spid="507"/>
                            </p:tgtEl>
                          </p:cBhvr>
                        </p:animEffect>
                      </p:childTnLst>
                    </p:cTn>
                  </p:par>
                  <p:par>
                    <p:cTn id="27" presetID="10" presetClass="entr" presetSubtype="0" fill="hold" grpId="8" nodeType="withEffect">
                      <p:stCondLst>
                        <p:cond delay="640"/>
                      </p:stCondLst>
                      <p:childTnLst>
                        <p:set>
                          <p:cBhvr>
                            <p:cTn id="28" dur="1" fill="hold"/>
                            <p:tgtEl>
                              <p:spTgt spid="508"/>
                            </p:tgtEl>
                            <p:attrNameLst>
                              <p:attrName>style.visibility</p:attrName>
                            </p:attrNameLst>
                          </p:cBhvr>
                          <p:to>
                            <p:strVal val="visible"/>
                          </p:to>
                        </p:set>
                        <p:animEffect transition="in" filter="fade">
                          <p:cBhvr>
                            <p:cTn id="29" dur="400"/>
                            <p:tgtEl>
                              <p:spTgt spid="508"/>
                            </p:tgtEl>
                          </p:cBhvr>
                        </p:animEffect>
                      </p:childTnLst>
                    </p:cTn>
                  </p:par>
                  <p:par>
                    <p:cTn id="30" presetID="10" presetClass="entr" presetSubtype="0" fill="hold" grpId="9" nodeType="withEffect">
                      <p:stCondLst>
                        <p:cond delay="720"/>
                      </p:stCondLst>
                      <p:childTnLst>
                        <p:set>
                          <p:cBhvr>
                            <p:cTn id="31" dur="1" fill="hold"/>
                            <p:tgtEl>
                              <p:spTgt spid="509"/>
                            </p:tgtEl>
                            <p:attrNameLst>
                              <p:attrName>style.visibility</p:attrName>
                            </p:attrNameLst>
                          </p:cBhvr>
                          <p:to>
                            <p:strVal val="visible"/>
                          </p:to>
                        </p:set>
                        <p:animEffect transition="in" filter="fade">
                          <p:cBhvr>
                            <p:cTn id="32" dur="400"/>
                            <p:tgtEl>
                              <p:spTgt spid="509"/>
                            </p:tgtEl>
                          </p:cBhvr>
                        </p:animEffect>
                      </p:childTnLst>
                    </p:cTn>
                  </p:par>
                  <p:par>
                    <p:cTn id="33" presetID="10" presetClass="entr" presetSubtype="0" fill="hold" grpId="10" nodeType="withEffect">
                      <p:stCondLst>
                        <p:cond delay="800"/>
                      </p:stCondLst>
                      <p:childTnLst>
                        <p:set>
                          <p:cBhvr>
                            <p:cTn id="34" dur="1" fill="hold"/>
                            <p:tgtEl>
                              <p:spTgt spid="510"/>
                            </p:tgtEl>
                            <p:attrNameLst>
                              <p:attrName>style.visibility</p:attrName>
                            </p:attrNameLst>
                          </p:cBhvr>
                          <p:to>
                            <p:strVal val="visible"/>
                          </p:to>
                        </p:set>
                        <p:animEffect transition="in" filter="fade">
                          <p:cBhvr>
                            <p:cTn id="35" dur="400"/>
                            <p:tgtEl>
                              <p:spTgt spid="510"/>
                            </p:tgtEl>
                          </p:cBhvr>
                        </p:animEffect>
                      </p:childTnLst>
                    </p:cTn>
                  </p:par>
                  <p:par>
                    <p:cTn id="36" presetID="10" presetClass="entr" presetSubtype="0" fill="hold" grpId="11" nodeType="withEffect">
                      <p:stCondLst>
                        <p:cond delay="880"/>
                      </p:stCondLst>
                      <p:childTnLst>
                        <p:set>
                          <p:cBhvr>
                            <p:cTn id="37" dur="1" fill="hold"/>
                            <p:tgtEl>
                              <p:spTgt spid="511"/>
                            </p:tgtEl>
                            <p:attrNameLst>
                              <p:attrName>style.visibility</p:attrName>
                            </p:attrNameLst>
                          </p:cBhvr>
                          <p:to>
                            <p:strVal val="visible"/>
                          </p:to>
                        </p:set>
                        <p:animEffect transition="in" filter="fade">
                          <p:cBhvr>
                            <p:cTn id="38" dur="400"/>
                            <p:tgtEl>
                              <p:spTgt spid="511"/>
                            </p:tgtEl>
                          </p:cBhvr>
                        </p:animEffect>
                      </p:childTnLst>
                    </p:cTn>
                  </p:par>
                  <p:par>
                    <p:cTn id="39" presetID="10" presetClass="entr" presetSubtype="0" fill="hold" grpId="12" nodeType="withEffect">
                      <p:stCondLst>
                        <p:cond delay="960"/>
                      </p:stCondLst>
                      <p:childTnLst>
                        <p:set>
                          <p:cBhvr>
                            <p:cTn id="40" dur="1" fill="hold"/>
                            <p:tgtEl>
                              <p:spTgt spid="512"/>
                            </p:tgtEl>
                            <p:attrNameLst>
                              <p:attrName>style.visibility</p:attrName>
                            </p:attrNameLst>
                          </p:cBhvr>
                          <p:to>
                            <p:strVal val="visible"/>
                          </p:to>
                        </p:set>
                        <p:animEffect transition="in" filter="fade">
                          <p:cBhvr>
                            <p:cTn id="41" dur="400"/>
                            <p:tgtEl>
                              <p:spTgt spid="512"/>
                            </p:tgtEl>
                          </p:cBhvr>
                        </p:animEffect>
                      </p:childTnLst>
                    </p:cTn>
                  </p:par>
                  <p:par>
                    <p:cTn id="42" presetID="10" presetClass="entr" presetSubtype="0" fill="hold" grpId="13" nodeType="withEffect">
                      <p:stCondLst>
                        <p:cond delay="1040"/>
                      </p:stCondLst>
                      <p:childTnLst>
                        <p:set>
                          <p:cBhvr>
                            <p:cTn id="43" dur="1" fill="hold"/>
                            <p:tgtEl>
                              <p:spTgt spid="513"/>
                            </p:tgtEl>
                            <p:attrNameLst>
                              <p:attrName>style.visibility</p:attrName>
                            </p:attrNameLst>
                          </p:cBhvr>
                          <p:to>
                            <p:strVal val="visible"/>
                          </p:to>
                        </p:set>
                        <p:animEffect transition="in" filter="fade">
                          <p:cBhvr>
                            <p:cTn id="44" dur="400"/>
                            <p:tgtEl>
                              <p:spTgt spid="513"/>
                            </p:tgtEl>
                          </p:cBhvr>
                        </p:animEffect>
                      </p:childTnLst>
                    </p:cTn>
                  </p:par>
                  <p:par>
                    <p:cTn id="45" presetID="10" presetClass="entr" presetSubtype="0" fill="hold" grpId="14" nodeType="withEffect">
                      <p:stCondLst>
                        <p:cond delay="1120"/>
                      </p:stCondLst>
                      <p:childTnLst>
                        <p:set>
                          <p:cBhvr>
                            <p:cTn id="46" dur="1" fill="hold"/>
                            <p:tgtEl>
                              <p:spTgt spid="514"/>
                            </p:tgtEl>
                            <p:attrNameLst>
                              <p:attrName>style.visibility</p:attrName>
                            </p:attrNameLst>
                          </p:cBhvr>
                          <p:to>
                            <p:strVal val="visible"/>
                          </p:to>
                        </p:set>
                        <p:animEffect transition="in" filter="fade">
                          <p:cBhvr>
                            <p:cTn id="47" dur="400"/>
                            <p:tgtEl>
                              <p:spTgt spid="514"/>
                            </p:tgtEl>
                          </p:cBhvr>
                        </p:animEffect>
                      </p:childTnLst>
                    </p:cTn>
                  </p:par>
                  <p:par>
                    <p:cTn id="48" presetID="10" presetClass="entr" presetSubtype="0" fill="hold" grpId="15" nodeType="withEffect">
                      <p:stCondLst>
                        <p:cond delay="1200"/>
                      </p:stCondLst>
                      <p:childTnLst>
                        <p:set>
                          <p:cBhvr>
                            <p:cTn id="49" dur="1" fill="hold"/>
                            <p:tgtEl>
                              <p:spTgt spid="515"/>
                            </p:tgtEl>
                            <p:attrNameLst>
                              <p:attrName>style.visibility</p:attrName>
                            </p:attrNameLst>
                          </p:cBhvr>
                          <p:to>
                            <p:strVal val="visible"/>
                          </p:to>
                        </p:set>
                        <p:animEffect transition="in" filter="fade">
                          <p:cBhvr>
                            <p:cTn id="50" dur="400"/>
                            <p:tgtEl>
                              <p:spTgt spid="515"/>
                            </p:tgtEl>
                          </p:cBhvr>
                        </p:animEffect>
                      </p:childTnLst>
                    </p:cTn>
                  </p:par>
                  <p:par>
                    <p:cTn id="51" presetID="10" presetClass="entr" presetSubtype="0" fill="hold" grpId="16" nodeType="withEffect">
                      <p:stCondLst>
                        <p:cond delay="1280"/>
                      </p:stCondLst>
                      <p:childTnLst>
                        <p:set>
                          <p:cBhvr>
                            <p:cTn id="52" dur="1" fill="hold"/>
                            <p:tgtEl>
                              <p:spTgt spid="2"/>
                            </p:tgtEl>
                            <p:attrNameLst>
                              <p:attrName>style.visibility</p:attrName>
                            </p:attrNameLst>
                          </p:cBhvr>
                          <p:to>
                            <p:strVal val="visible"/>
                          </p:to>
                        </p:set>
                        <p:animEffect transition="in" filter="fade">
                          <p:cBhvr>
                            <p:cTn id="53" dur="400"/>
                            <p:tgtEl>
                              <p:spTgt spid="2"/>
                            </p:tgtEl>
                          </p:cBhvr>
                        </p:animEffect>
                      </p:childTnLst>
                    </p:cTn>
                  </p:par>
                  <p:par>
                    <p:cTn id="54" presetID="10" presetClass="entr" presetSubtype="0" fill="hold" grpId="17" nodeType="withEffect">
                      <p:stCondLst>
                        <p:cond delay="1360"/>
                      </p:stCondLst>
                      <p:childTnLst>
                        <p:set>
                          <p:cBhvr>
                            <p:cTn id="55" dur="1" fill="hold"/>
                            <p:tgtEl>
                              <p:spTgt spid="3"/>
                            </p:tgtEl>
                            <p:attrNameLst>
                              <p:attrName>style.visibility</p:attrName>
                            </p:attrNameLst>
                          </p:cBhvr>
                          <p:to>
                            <p:strVal val="visible"/>
                          </p:to>
                        </p:set>
                        <p:animEffect transition="in" filter="fade">
                          <p:cBhvr>
                            <p:cTn id="56" dur="400"/>
                            <p:tgtEl>
                              <p:spTgt spid="3"/>
                            </p:tgtEl>
                          </p:cBhvr>
                        </p:animEffect>
                      </p:childTnLst>
                    </p:cTn>
                  </p:par>
                </p:childTnLst>
              </p:cTn>
            </p:par>
          </p:childTnLst>
        </p:cTn>
      </p:par>
    </p:tnLst>
    <p:bldLst>
      <p:bldP spid="500" grpId="0" uiExpand="1" build="p"/>
      <p:bldP spid="501" grpId="1" uiExpand="1" build="p"/>
      <p:bldP spid="502" grpId="2" uiExpand="1" build="p"/>
      <p:bldP spid="503" grpId="3" uiExpand="1" build="p"/>
      <p:bldP spid="504" grpId="4" uiExpand="1" build="p"/>
      <p:bldP spid="505" grpId="5" uiExpand="1" build="p"/>
      <p:bldP spid="506" grpId="6" uiExpand="1" build="p"/>
      <p:bldP spid="507" grpId="7" uiExpand="1" build="p"/>
      <p:bldP spid="508" grpId="8" uiExpand="1" build="p"/>
      <p:bldP spid="509" grpId="9" uiExpand="1" build="p"/>
      <p:bldP spid="510" grpId="10" uiExpand="1" build="p"/>
      <p:bldP spid="511" grpId="11" uiExpand="1" build="p"/>
      <p:bldP spid="512" grpId="12" uiExpand="1" build="p"/>
      <p:bldP spid="513" grpId="13" uiExpand="1" build="p"/>
      <p:bldP spid="514" grpId="14" uiExpand="1" build="p"/>
      <p:bldP spid="515" grpId="15" uiExpand="1" build="p"/>
      <p:bldP spid="2" grpId="16" uiExpand="1" build="p"/>
      <p:bldP spid="3" grpId="17"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40000">
            <a:solidFill>
              <a:srgbClr val="FF6D00">
                <a:alpha val="7000"/>
              </a:srgbClr>
            </a:solidFill>
          </a:ln>
        </p:spPr>
      </p:sp>
      <p:sp>
        <p:nvSpPr>
          <p:cNvPr id="501" name="d501"/>
          <p:cNvSpPr/>
          <p:nvPr/>
        </p:nvSpPr>
        <p:spPr>
          <a:xfrm>
            <a:off x="3472000" y="1471750"/>
            <a:ext cx="2200000" cy="2200000"/>
          </a:xfrm>
          <a:prstGeom prst="ellipse">
            <a:avLst/>
          </a:prstGeom>
          <a:noFill/>
          <a:ln w="25400">
            <a:solidFill>
              <a:srgbClr val="FF6D00">
                <a:alpha val="4000"/>
              </a:srgbClr>
            </a:solidFill>
          </a:ln>
        </p:spPr>
      </p:sp>
      <p:sp>
        <p:nvSpPr>
          <p:cNvPr id="502" name="d502"/>
          <p:cNvSpPr/>
          <p:nvPr/>
        </p:nvSpPr>
        <p:spPr>
          <a:xfrm>
            <a:off x="0" y="0"/>
            <a:ext cx="9144000" cy="642937"/>
          </a:xfrm>
          <a:prstGeom prst="rect">
            <a:avLst/>
          </a:prstGeom>
          <a:solidFill>
            <a:srgbClr val="FF6D00">
              <a:alpha val="6000"/>
            </a:srgbClr>
          </a:solidFill>
          <a:ln>
            <a:noFill/>
          </a:ln>
        </p:spPr>
      </p:sp>
      <p:sp>
        <p:nvSpPr>
          <p:cNvPr id="503" name="d503"/>
          <p:cNvSpPr/>
          <p:nvPr/>
        </p:nvSpPr>
        <p:spPr>
          <a:xfrm>
            <a:off x="0" y="4500563"/>
            <a:ext cx="9144000" cy="642937"/>
          </a:xfrm>
          <a:prstGeom prst="rect">
            <a:avLst/>
          </a:prstGeom>
          <a:solidFill>
            <a:srgbClr val="9C27B0">
              <a:alpha val="6000"/>
            </a:srgbClr>
          </a:solidFill>
          <a:ln>
            <a:noFill/>
          </a:ln>
        </p:spPr>
      </p:sp>
      <p:sp>
        <p:nvSpPr>
          <p:cNvPr id="504" name="d504"/>
          <p:cNvSpPr/>
          <p:nvPr/>
        </p:nvSpPr>
        <p:spPr>
          <a:xfrm>
            <a:off x="0" y="514350"/>
            <a:ext cx="200000" cy="200000"/>
          </a:xfrm>
          <a:prstGeom prst="ellipse">
            <a:avLst/>
          </a:prstGeom>
          <a:solidFill>
            <a:srgbClr val="FF6D00">
              <a:alpha val="10000"/>
            </a:srgbClr>
          </a:solidFill>
          <a:ln>
            <a:noFill/>
          </a:ln>
        </p:spPr>
      </p:sp>
      <p:sp>
        <p:nvSpPr>
          <p:cNvPr id="505" name="d505"/>
          <p:cNvSpPr/>
          <p:nvPr/>
        </p:nvSpPr>
        <p:spPr>
          <a:xfrm>
            <a:off x="1828800" y="514350"/>
            <a:ext cx="200000" cy="200000"/>
          </a:xfrm>
          <a:prstGeom prst="ellipse">
            <a:avLst/>
          </a:prstGeom>
          <a:solidFill>
            <a:srgbClr val="FF6D00">
              <a:alpha val="10000"/>
            </a:srgbClr>
          </a:solidFill>
          <a:ln>
            <a:noFill/>
          </a:ln>
        </p:spPr>
      </p:sp>
      <p:sp>
        <p:nvSpPr>
          <p:cNvPr id="506" name="d506"/>
          <p:cNvSpPr/>
          <p:nvPr/>
        </p:nvSpPr>
        <p:spPr>
          <a:xfrm>
            <a:off x="3657600" y="514350"/>
            <a:ext cx="200000" cy="200000"/>
          </a:xfrm>
          <a:prstGeom prst="ellipse">
            <a:avLst/>
          </a:prstGeom>
          <a:solidFill>
            <a:srgbClr val="FF6D00">
              <a:alpha val="10000"/>
            </a:srgbClr>
          </a:solidFill>
          <a:ln>
            <a:noFill/>
          </a:ln>
        </p:spPr>
      </p:sp>
      <p:sp>
        <p:nvSpPr>
          <p:cNvPr id="507" name="d507"/>
          <p:cNvSpPr/>
          <p:nvPr/>
        </p:nvSpPr>
        <p:spPr>
          <a:xfrm>
            <a:off x="5486400" y="514350"/>
            <a:ext cx="200000" cy="200000"/>
          </a:xfrm>
          <a:prstGeom prst="ellipse">
            <a:avLst/>
          </a:prstGeom>
          <a:solidFill>
            <a:srgbClr val="FF6D00">
              <a:alpha val="10000"/>
            </a:srgbClr>
          </a:solidFill>
          <a:ln>
            <a:noFill/>
          </a:ln>
        </p:spPr>
      </p:sp>
      <p:sp>
        <p:nvSpPr>
          <p:cNvPr id="508" name="d508"/>
          <p:cNvSpPr/>
          <p:nvPr/>
        </p:nvSpPr>
        <p:spPr>
          <a:xfrm>
            <a:off x="7315200" y="514350"/>
            <a:ext cx="200000" cy="200000"/>
          </a:xfrm>
          <a:prstGeom prst="ellipse">
            <a:avLst/>
          </a:prstGeom>
          <a:solidFill>
            <a:srgbClr val="FF6D00">
              <a:alpha val="10000"/>
            </a:srgbClr>
          </a:solidFill>
          <a:ln>
            <a:noFill/>
          </a:ln>
        </p:spPr>
      </p:sp>
      <p:sp>
        <p:nvSpPr>
          <p:cNvPr id="509" name="d509"/>
          <p:cNvSpPr/>
          <p:nvPr/>
        </p:nvSpPr>
        <p:spPr>
          <a:xfrm>
            <a:off x="914400" y="4371975"/>
            <a:ext cx="150000" cy="150000"/>
          </a:xfrm>
          <a:prstGeom prst="ellipse">
            <a:avLst/>
          </a:prstGeom>
          <a:solidFill>
            <a:srgbClr val="00BCD4">
              <a:alpha val="10000"/>
            </a:srgbClr>
          </a:solidFill>
          <a:ln>
            <a:noFill/>
          </a:ln>
        </p:spPr>
      </p:sp>
      <p:sp>
        <p:nvSpPr>
          <p:cNvPr id="510" name="d510"/>
          <p:cNvSpPr/>
          <p:nvPr/>
        </p:nvSpPr>
        <p:spPr>
          <a:xfrm>
            <a:off x="2743200" y="4371975"/>
            <a:ext cx="150000" cy="150000"/>
          </a:xfrm>
          <a:prstGeom prst="ellipse">
            <a:avLst/>
          </a:prstGeom>
          <a:solidFill>
            <a:srgbClr val="00BCD4">
              <a:alpha val="10000"/>
            </a:srgbClr>
          </a:solidFill>
          <a:ln>
            <a:noFill/>
          </a:ln>
        </p:spPr>
      </p:sp>
      <p:sp>
        <p:nvSpPr>
          <p:cNvPr id="511" name="d511"/>
          <p:cNvSpPr/>
          <p:nvPr/>
        </p:nvSpPr>
        <p:spPr>
          <a:xfrm>
            <a:off x="4572000" y="4371975"/>
            <a:ext cx="150000" cy="150000"/>
          </a:xfrm>
          <a:prstGeom prst="ellipse">
            <a:avLst/>
          </a:prstGeom>
          <a:solidFill>
            <a:srgbClr val="00BCD4">
              <a:alpha val="10000"/>
            </a:srgbClr>
          </a:solidFill>
          <a:ln>
            <a:noFill/>
          </a:ln>
        </p:spPr>
      </p:sp>
      <p:sp>
        <p:nvSpPr>
          <p:cNvPr id="512" name="d512"/>
          <p:cNvSpPr/>
          <p:nvPr/>
        </p:nvSpPr>
        <p:spPr>
          <a:xfrm>
            <a:off x="6400800" y="4371975"/>
            <a:ext cx="150000" cy="150000"/>
          </a:xfrm>
          <a:prstGeom prst="ellipse">
            <a:avLst/>
          </a:prstGeom>
          <a:solidFill>
            <a:srgbClr val="00BCD4">
              <a:alpha val="10000"/>
            </a:srgbClr>
          </a:solidFill>
          <a:ln>
            <a:noFill/>
          </a:ln>
        </p:spPr>
      </p:sp>
      <p:sp>
        <p:nvSpPr>
          <p:cNvPr id="513" name="d513"/>
          <p:cNvSpPr/>
          <p:nvPr/>
        </p:nvSpPr>
        <p:spPr>
          <a:xfrm>
            <a:off x="8229600" y="4371975"/>
            <a:ext cx="150000" cy="150000"/>
          </a:xfrm>
          <a:prstGeom prst="ellipse">
            <a:avLst/>
          </a:prstGeom>
          <a:solidFill>
            <a:srgbClr val="00BCD4">
              <a:alpha val="10000"/>
            </a:srgbClr>
          </a:solidFill>
          <a:ln>
            <a:noFill/>
          </a:ln>
        </p:spPr>
      </p:sp>
      <p:sp>
        <p:nvSpPr>
          <p:cNvPr id="514" name="d514"/>
          <p:cNvSpPr/>
          <p:nvPr/>
        </p:nvSpPr>
        <p:spPr>
          <a:xfrm>
            <a:off x="4272000" y="10000"/>
            <a:ext cx="600000" cy="300000"/>
          </a:xfrm>
          <a:prstGeom prst="diamond">
            <a:avLst/>
          </a:prstGeom>
          <a:solidFill>
            <a:srgbClr val="9C27B0">
              <a:alpha val="12000"/>
            </a:srgbClr>
          </a:solidFill>
          <a:ln>
            <a:noFill/>
          </a:ln>
        </p:spPr>
      </p:sp>
      <p:sp>
        <p:nvSpPr>
          <p:cNvPr id="515" name="d515"/>
          <p:cNvSpPr/>
          <p:nvPr/>
        </p:nvSpPr>
        <p:spPr>
          <a:xfrm>
            <a:off x="4272000" y="4833500"/>
            <a:ext cx="600000" cy="300000"/>
          </a:xfrm>
          <a:prstGeom prst="diamond">
            <a:avLst/>
          </a:prstGeom>
          <a:solidFill>
            <a:srgbClr val="FF6D00">
              <a:alpha val="12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600" b="1">
                <a:solidFill>
                  <a:srgbClr val="FF6D00"/>
                </a:solidFill>
                <a:latin typeface="Arial"/>
                <a:ea typeface="Arial" pitchFamily="34" charset="-122"/>
                <a:cs typeface="Arial"/>
              </a:rPr>
              <a:t>BRYTONS STATS</a:t>
            </a:r>
            <a:endParaRPr lang="en-US" sz="3600">
              <a:latin typeface="Arial"/>
              <a:cs typeface="Arial"/>
            </a:endParaRPr>
          </a:p>
        </p:txBody>
      </p:sp>
      <p:sp>
        <p:nvSpPr>
          <p:cNvPr id="3" name="Shape 1"/>
          <p:cNvSpPr/>
          <p:nvPr/>
        </p:nvSpPr>
        <p:spPr>
          <a:xfrm>
            <a:off x="457200" y="11887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4" name="Text 2"/>
          <p:cNvSpPr/>
          <p:nvPr/>
        </p:nvSpPr>
        <p:spPr>
          <a:xfrm>
            <a:off x="457200" y="13258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12</a:t>
            </a:r>
            <a:endParaRPr lang="en-US" sz="5400"/>
          </a:p>
        </p:txBody>
      </p:sp>
      <p:sp>
        <p:nvSpPr>
          <p:cNvPr id="5" name="Text 3"/>
          <p:cNvSpPr/>
          <p:nvPr/>
        </p:nvSpPr>
        <p:spPr>
          <a:xfrm>
            <a:off x="640080" y="2057400"/>
            <a:ext cx="3474720" cy="320040"/>
          </a:xfrm>
          <a:prstGeom prst="rect">
            <a:avLst/>
          </a:prstGeom>
          <a:noFill/>
          <a:ln/>
        </p:spPr>
        <p:txBody>
          <a:bodyPr wrap="square" lIns="0" tIns="0" rIns="0" bIns="0" rtlCol="0" anchor="ctr"/>
          <a:lstStyle/>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Goals Scored</a:t>
            </a:r>
            <a:endParaRPr lang="en-US" sz="1300"/>
          </a:p>
        </p:txBody>
      </p:sp>
      <p:sp>
        <p:nvSpPr>
          <p:cNvPr id="6" name="Text 4"/>
          <p:cNvSpPr/>
          <p:nvPr/>
        </p:nvSpPr>
        <p:spPr>
          <a:xfrm>
            <a:off x="640080" y="2377440"/>
            <a:ext cx="3474720" cy="274320"/>
          </a:xfrm>
          <a:prstGeom prst="rect">
            <a:avLst/>
          </a:prstGeom>
          <a:noFill/>
          <a:ln/>
        </p:spPr>
        <p:txBody>
          <a:bodyPr wrap="square" lIns="0" tIns="0" rIns="0" bIns="0" rtlCol="0" anchor="ctr"/>
          <a:lstStyle/>
          <a:p>
            <a:pPr marL="0" indent="0" algn="ctr">
              <a:buNone/>
            </a:pPr>
            <a:r>
              <a:rPr lang="en-US" sz="1000" i="1">
                <a:solidFill>
                  <a:srgbClr val="B0BEC5"/>
                </a:solidFill>
                <a:latin typeface="Arial" pitchFamily="34" charset="0"/>
                <a:ea typeface="Arial" pitchFamily="34" charset="-122"/>
                <a:cs typeface="Arial" pitchFamily="34" charset="-120"/>
              </a:rPr>
              <a:t>(in 500 hours)</a:t>
            </a:r>
            <a:endParaRPr lang="en-US" sz="1000"/>
          </a:p>
        </p:txBody>
      </p:sp>
      <p:sp>
        <p:nvSpPr>
          <p:cNvPr id="7" name="Shape 5"/>
          <p:cNvSpPr/>
          <p:nvPr/>
        </p:nvSpPr>
        <p:spPr>
          <a:xfrm>
            <a:off x="4754880" y="11887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8" name="Text 6"/>
          <p:cNvSpPr/>
          <p:nvPr/>
        </p:nvSpPr>
        <p:spPr>
          <a:xfrm>
            <a:off x="4754880" y="13258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847</a:t>
            </a:r>
            <a:endParaRPr lang="en-US" sz="5400"/>
          </a:p>
        </p:txBody>
      </p:sp>
      <p:sp>
        <p:nvSpPr>
          <p:cNvPr id="9" name="Text 7"/>
          <p:cNvSpPr/>
          <p:nvPr/>
        </p:nvSpPr>
        <p:spPr>
          <a:xfrm>
            <a:off x="4937760" y="2057400"/>
            <a:ext cx="3474720" cy="320040"/>
          </a:xfrm>
          <a:prstGeom prst="rect">
            <a:avLst/>
          </a:prstGeom>
          <a:noFill/>
          <a:ln/>
        </p:spPr>
        <p:txBody>
          <a:bodyPr wrap="square" lIns="0" tIns="0" rIns="0" bIns="0" rtlCol="0" anchor="ctr"/>
          <a:lstStyle/>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Own Goals</a:t>
            </a:r>
            <a:endParaRPr lang="en-US" sz="1300"/>
          </a:p>
        </p:txBody>
      </p:sp>
      <p:sp>
        <p:nvSpPr>
          <p:cNvPr id="10" name="Text 8"/>
          <p:cNvSpPr/>
          <p:nvPr/>
        </p:nvSpPr>
        <p:spPr>
          <a:xfrm>
            <a:off x="4937760" y="2377440"/>
            <a:ext cx="3474720" cy="274320"/>
          </a:xfrm>
          <a:prstGeom prst="rect">
            <a:avLst/>
          </a:prstGeom>
          <a:noFill/>
          <a:ln/>
        </p:spPr>
        <p:txBody>
          <a:bodyPr wrap="square" lIns="0" tIns="0" rIns="0" bIns="0" rtlCol="0" anchor="ctr"/>
          <a:lstStyle/>
          <a:p>
            <a:pPr marL="0" indent="0" algn="ctr">
              <a:buNone/>
            </a:pPr>
            <a:r>
              <a:rPr lang="en-US" sz="1000" i="1">
                <a:solidFill>
                  <a:srgbClr val="B0BEC5"/>
                </a:solidFill>
                <a:latin typeface="Arial" pitchFamily="34" charset="0"/>
                <a:ea typeface="Arial" pitchFamily="34" charset="-122"/>
                <a:cs typeface="Arial" pitchFamily="34" charset="-120"/>
              </a:rPr>
              <a:t>(and counting)</a:t>
            </a:r>
            <a:endParaRPr lang="en-US" sz="1000"/>
          </a:p>
        </p:txBody>
      </p:sp>
      <p:sp>
        <p:nvSpPr>
          <p:cNvPr id="11" name="Shape 9"/>
          <p:cNvSpPr/>
          <p:nvPr/>
        </p:nvSpPr>
        <p:spPr>
          <a:xfrm>
            <a:off x="457200" y="30175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12" name="Text 10"/>
          <p:cNvSpPr/>
          <p:nvPr/>
        </p:nvSpPr>
        <p:spPr>
          <a:xfrm>
            <a:off x="457200" y="31546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a:t>
            </a:r>
            <a:endParaRPr lang="en-US" sz="5400"/>
          </a:p>
        </p:txBody>
      </p:sp>
      <p:sp>
        <p:nvSpPr>
          <p:cNvPr id="13" name="Text 11"/>
          <p:cNvSpPr/>
          <p:nvPr/>
        </p:nvSpPr>
        <p:spPr>
          <a:xfrm>
            <a:off x="640080" y="3886200"/>
            <a:ext cx="3474720" cy="320040"/>
          </a:xfrm>
          <a:prstGeom prst="rect">
            <a:avLst/>
          </a:prstGeom>
          <a:noFill/>
          <a:ln/>
        </p:spPr>
        <p:txBody>
          <a:bodyPr wrap="square" lIns="0" tIns="0" rIns="0" bIns="0" rtlCol="0" anchor="ctr"/>
          <a:lstStyle/>
          <a:p>
            <a:pPr algn="ctr">
              <a:lnSpc>
                <a:spcPct val="90000"/>
              </a:lnSpc>
            </a:pPr>
            <a:r>
              <a:rPr lang="en-US" sz="1300" b="1">
                <a:solidFill>
                  <a:srgbClr val="FFFFFF"/>
                </a:solidFill>
                <a:latin typeface="Arial"/>
                <a:cs typeface="Arial"/>
              </a:rPr>
              <a:t>HOW MANY TIMES HES WHIFFED THE BALL</a:t>
            </a:r>
            <a:endParaRPr lang="en-US"/>
          </a:p>
        </p:txBody>
      </p:sp>
      <p:sp>
        <p:nvSpPr>
          <p:cNvPr id="14" name="Shape 12"/>
          <p:cNvSpPr/>
          <p:nvPr/>
        </p:nvSpPr>
        <p:spPr>
          <a:xfrm>
            <a:off x="4754880" y="30175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15" name="Text 13"/>
          <p:cNvSpPr/>
          <p:nvPr/>
        </p:nvSpPr>
        <p:spPr>
          <a:xfrm>
            <a:off x="4754880" y="31546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2%</a:t>
            </a:r>
            <a:endParaRPr lang="en-US" sz="5400"/>
          </a:p>
        </p:txBody>
      </p:sp>
      <p:sp>
        <p:nvSpPr>
          <p:cNvPr id="16" name="Text 14"/>
          <p:cNvSpPr/>
          <p:nvPr/>
        </p:nvSpPr>
        <p:spPr>
          <a:xfrm>
            <a:off x="4937760" y="3886200"/>
            <a:ext cx="3474720" cy="320040"/>
          </a:xfrm>
          <a:prstGeom prst="rect">
            <a:avLst/>
          </a:prstGeom>
          <a:noFill/>
          <a:ln/>
        </p:spPr>
        <p:txBody>
          <a:bodyPr wrap="square" lIns="0" tIns="0" rIns="0" bIns="0" rtlCol="0" anchor="ctr"/>
          <a:lstStyle/>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Aerial</a:t>
            </a:r>
            <a:endParaRPr lang="en-US" sz="1300"/>
          </a:p>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Accuracy</a:t>
            </a:r>
            <a:endParaRPr lang="en-US" sz="1300"/>
          </a:p>
        </p:txBody>
      </p:sp>
      <p:sp>
        <p:nvSpPr>
          <p:cNvPr id="17" name="Text 15"/>
          <p:cNvSpPr/>
          <p:nvPr/>
        </p:nvSpPr>
        <p:spPr>
          <a:xfrm>
            <a:off x="4937760" y="4206240"/>
            <a:ext cx="3474720" cy="274320"/>
          </a:xfrm>
          <a:prstGeom prst="rect">
            <a:avLst/>
          </a:prstGeom>
          <a:noFill/>
          <a:ln/>
        </p:spPr>
        <p:txBody>
          <a:bodyPr wrap="square" lIns="0" tIns="0" rIns="0" bIns="0" rtlCol="0" anchor="ctr"/>
          <a:lstStyle/>
          <a:p>
            <a:pPr marL="0" indent="0" algn="ctr">
              <a:buNone/>
            </a:pPr>
            <a:r>
              <a:rPr lang="en-US" sz="1000" i="1">
                <a:solidFill>
                  <a:srgbClr val="B0BEC5"/>
                </a:solidFill>
                <a:latin typeface="Arial" pitchFamily="34" charset="0"/>
                <a:ea typeface="Arial" pitchFamily="34" charset="-122"/>
                <a:cs typeface="Arial" pitchFamily="34" charset="-120"/>
              </a:rPr>
              <a:t>(generous)</a:t>
            </a:r>
            <a:endParaRPr lang="en-US" sz="1000"/>
          </a:p>
        </p:txBody>
      </p:sp>
    </p:spTree>
  </p:cSld>
  <p:clrMapOvr>
    <a:masterClrMapping/>
  </p:clrMapOvr>
  <p:transition spd="fast">
    <p:wheel spokes="4"/>
  </p:transition>
  <p:timing>
    <p:tnLst>
      <p:par>
        <p:cTn id="1" dur="indefinite" restart="whenNotActive" nodeType="tmRoot">
          <p:childTnLst>
            <p:par>
              <p:cTn id="2" fill="hold">
                <p:stCondLst>
                  <p:cond delay="300"/>
                </p:stCondLst>
                <p:childTnLst>
                  <p:par>
                    <p:cTn id="3" presetID="10" presetClass="entr" presetSubtype="0" fill="hold" grpId="0" nodeType="withEffect">
                      <p:stCondLst>
                        <p:cond delay="0"/>
                      </p:stCondLst>
                      <p:childTnLst>
                        <p:set>
                          <p:cBhvr>
                            <p:cTn id="4" dur="1" fill="hold"/>
                            <p:tgtEl>
                              <p:spTgt spid="500"/>
                            </p:tgtEl>
                            <p:attrNameLst>
                              <p:attrName>style.visibility</p:attrName>
                            </p:attrNameLst>
                          </p:cBhvr>
                          <p:to>
                            <p:strVal val="visible"/>
                          </p:to>
                        </p:set>
                        <p:animEffect transition="in" filter="fade">
                          <p:cBhvr>
                            <p:cTn id="5" dur="600"/>
                            <p:tgtEl>
                              <p:spTgt spid="500"/>
                            </p:tgtEl>
                          </p:cBhvr>
                        </p:animEffect>
                      </p:childTnLst>
                    </p:cTn>
                  </p:par>
                  <p:par>
                    <p:cTn id="6" presetID="10" presetClass="entr" presetSubtype="0" fill="hold" grpId="1" nodeType="withEffect">
                      <p:stCondLst>
                        <p:cond delay="100"/>
                      </p:stCondLst>
                      <p:childTnLst>
                        <p:set>
                          <p:cBhvr>
                            <p:cTn id="7" dur="1" fill="hold"/>
                            <p:tgtEl>
                              <p:spTgt spid="501"/>
                            </p:tgtEl>
                            <p:attrNameLst>
                              <p:attrName>style.visibility</p:attrName>
                            </p:attrNameLst>
                          </p:cBhvr>
                          <p:to>
                            <p:strVal val="visible"/>
                          </p:to>
                        </p:set>
                        <p:animEffect transition="in" filter="fade">
                          <p:cBhvr>
                            <p:cTn id="8" dur="600"/>
                            <p:tgtEl>
                              <p:spTgt spid="501"/>
                            </p:tgtEl>
                          </p:cBhvr>
                        </p:animEffect>
                      </p:childTnLst>
                    </p:cTn>
                  </p:par>
                  <p:par>
                    <p:cTn id="9" presetID="10" presetClass="entr" presetSubtype="0" fill="hold" grpId="2" nodeType="withEffect">
                      <p:stCondLst>
                        <p:cond delay="200"/>
                      </p:stCondLst>
                      <p:childTnLst>
                        <p:set>
                          <p:cBhvr>
                            <p:cTn id="10" dur="1" fill="hold"/>
                            <p:tgtEl>
                              <p:spTgt spid="502"/>
                            </p:tgtEl>
                            <p:attrNameLst>
                              <p:attrName>style.visibility</p:attrName>
                            </p:attrNameLst>
                          </p:cBhvr>
                          <p:to>
                            <p:strVal val="visible"/>
                          </p:to>
                        </p:set>
                        <p:animEffect transition="in" filter="fade">
                          <p:cBhvr>
                            <p:cTn id="11" dur="600"/>
                            <p:tgtEl>
                              <p:spTgt spid="502"/>
                            </p:tgtEl>
                          </p:cBhvr>
                        </p:animEffect>
                      </p:childTnLst>
                    </p:cTn>
                  </p:par>
                  <p:par>
                    <p:cTn id="12" presetID="10" presetClass="entr" presetSubtype="0" fill="hold" grpId="3" nodeType="withEffect">
                      <p:stCondLst>
                        <p:cond delay="300"/>
                      </p:stCondLst>
                      <p:childTnLst>
                        <p:set>
                          <p:cBhvr>
                            <p:cTn id="13" dur="1" fill="hold"/>
                            <p:tgtEl>
                              <p:spTgt spid="503"/>
                            </p:tgtEl>
                            <p:attrNameLst>
                              <p:attrName>style.visibility</p:attrName>
                            </p:attrNameLst>
                          </p:cBhvr>
                          <p:to>
                            <p:strVal val="visible"/>
                          </p:to>
                        </p:set>
                        <p:animEffect transition="in" filter="fade">
                          <p:cBhvr>
                            <p:cTn id="14" dur="600"/>
                            <p:tgtEl>
                              <p:spTgt spid="503"/>
                            </p:tgtEl>
                          </p:cBhvr>
                        </p:animEffect>
                      </p:childTnLst>
                    </p:cTn>
                  </p:par>
                  <p:par>
                    <p:cTn id="15" presetID="10" presetClass="entr" presetSubtype="0" fill="hold" grpId="4" nodeType="withEffect">
                      <p:stCondLst>
                        <p:cond delay="400"/>
                      </p:stCondLst>
                      <p:childTnLst>
                        <p:set>
                          <p:cBhvr>
                            <p:cTn id="16" dur="1" fill="hold"/>
                            <p:tgtEl>
                              <p:spTgt spid="504"/>
                            </p:tgtEl>
                            <p:attrNameLst>
                              <p:attrName>style.visibility</p:attrName>
                            </p:attrNameLst>
                          </p:cBhvr>
                          <p:to>
                            <p:strVal val="visible"/>
                          </p:to>
                        </p:set>
                        <p:animEffect transition="in" filter="fade">
                          <p:cBhvr>
                            <p:cTn id="17" dur="600"/>
                            <p:tgtEl>
                              <p:spTgt spid="504"/>
                            </p:tgtEl>
                          </p:cBhvr>
                        </p:animEffect>
                      </p:childTnLst>
                    </p:cTn>
                  </p:par>
                  <p:par>
                    <p:cTn id="18" presetID="10" presetClass="entr" presetSubtype="0" fill="hold" grpId="5" nodeType="withEffect">
                      <p:stCondLst>
                        <p:cond delay="500"/>
                      </p:stCondLst>
                      <p:childTnLst>
                        <p:set>
                          <p:cBhvr>
                            <p:cTn id="19" dur="1" fill="hold"/>
                            <p:tgtEl>
                              <p:spTgt spid="505"/>
                            </p:tgtEl>
                            <p:attrNameLst>
                              <p:attrName>style.visibility</p:attrName>
                            </p:attrNameLst>
                          </p:cBhvr>
                          <p:to>
                            <p:strVal val="visible"/>
                          </p:to>
                        </p:set>
                        <p:animEffect transition="in" filter="fade">
                          <p:cBhvr>
                            <p:cTn id="20" dur="600"/>
                            <p:tgtEl>
                              <p:spTgt spid="505"/>
                            </p:tgtEl>
                          </p:cBhvr>
                        </p:animEffect>
                      </p:childTnLst>
                    </p:cTn>
                  </p:par>
                  <p:par>
                    <p:cTn id="21" presetID="10" presetClass="entr" presetSubtype="0" fill="hold" grpId="6" nodeType="withEffect">
                      <p:stCondLst>
                        <p:cond delay="600"/>
                      </p:stCondLst>
                      <p:childTnLst>
                        <p:set>
                          <p:cBhvr>
                            <p:cTn id="22" dur="1" fill="hold"/>
                            <p:tgtEl>
                              <p:spTgt spid="506"/>
                            </p:tgtEl>
                            <p:attrNameLst>
                              <p:attrName>style.visibility</p:attrName>
                            </p:attrNameLst>
                          </p:cBhvr>
                          <p:to>
                            <p:strVal val="visible"/>
                          </p:to>
                        </p:set>
                        <p:animEffect transition="in" filter="fade">
                          <p:cBhvr>
                            <p:cTn id="23" dur="600"/>
                            <p:tgtEl>
                              <p:spTgt spid="506"/>
                            </p:tgtEl>
                          </p:cBhvr>
                        </p:animEffect>
                      </p:childTnLst>
                    </p:cTn>
                  </p:par>
                  <p:par>
                    <p:cTn id="24" presetID="10" presetClass="entr" presetSubtype="0" fill="hold" grpId="7" nodeType="withEffect">
                      <p:stCondLst>
                        <p:cond delay="700"/>
                      </p:stCondLst>
                      <p:childTnLst>
                        <p:set>
                          <p:cBhvr>
                            <p:cTn id="25" dur="1" fill="hold"/>
                            <p:tgtEl>
                              <p:spTgt spid="507"/>
                            </p:tgtEl>
                            <p:attrNameLst>
                              <p:attrName>style.visibility</p:attrName>
                            </p:attrNameLst>
                          </p:cBhvr>
                          <p:to>
                            <p:strVal val="visible"/>
                          </p:to>
                        </p:set>
                        <p:animEffect transition="in" filter="fade">
                          <p:cBhvr>
                            <p:cTn id="26" dur="600"/>
                            <p:tgtEl>
                              <p:spTgt spid="507"/>
                            </p:tgtEl>
                          </p:cBhvr>
                        </p:animEffect>
                      </p:childTnLst>
                    </p:cTn>
                  </p:par>
                  <p:par>
                    <p:cTn id="27" presetID="10" presetClass="entr" presetSubtype="0" fill="hold" grpId="8" nodeType="withEffect">
                      <p:stCondLst>
                        <p:cond delay="800"/>
                      </p:stCondLst>
                      <p:childTnLst>
                        <p:set>
                          <p:cBhvr>
                            <p:cTn id="28" dur="1" fill="hold"/>
                            <p:tgtEl>
                              <p:spTgt spid="508"/>
                            </p:tgtEl>
                            <p:attrNameLst>
                              <p:attrName>style.visibility</p:attrName>
                            </p:attrNameLst>
                          </p:cBhvr>
                          <p:to>
                            <p:strVal val="visible"/>
                          </p:to>
                        </p:set>
                        <p:animEffect transition="in" filter="fade">
                          <p:cBhvr>
                            <p:cTn id="29" dur="600"/>
                            <p:tgtEl>
                              <p:spTgt spid="508"/>
                            </p:tgtEl>
                          </p:cBhvr>
                        </p:animEffect>
                      </p:childTnLst>
                    </p:cTn>
                  </p:par>
                  <p:par>
                    <p:cTn id="30" presetID="10" presetClass="entr" presetSubtype="0" fill="hold" grpId="9" nodeType="withEffect">
                      <p:stCondLst>
                        <p:cond delay="900"/>
                      </p:stCondLst>
                      <p:childTnLst>
                        <p:set>
                          <p:cBhvr>
                            <p:cTn id="31" dur="1" fill="hold"/>
                            <p:tgtEl>
                              <p:spTgt spid="509"/>
                            </p:tgtEl>
                            <p:attrNameLst>
                              <p:attrName>style.visibility</p:attrName>
                            </p:attrNameLst>
                          </p:cBhvr>
                          <p:to>
                            <p:strVal val="visible"/>
                          </p:to>
                        </p:set>
                        <p:animEffect transition="in" filter="fade">
                          <p:cBhvr>
                            <p:cTn id="32" dur="600"/>
                            <p:tgtEl>
                              <p:spTgt spid="509"/>
                            </p:tgtEl>
                          </p:cBhvr>
                        </p:animEffect>
                      </p:childTnLst>
                    </p:cTn>
                  </p:par>
                  <p:par>
                    <p:cTn id="33" presetID="10" presetClass="entr" presetSubtype="0" fill="hold" grpId="10" nodeType="withEffect">
                      <p:stCondLst>
                        <p:cond delay="1000"/>
                      </p:stCondLst>
                      <p:childTnLst>
                        <p:set>
                          <p:cBhvr>
                            <p:cTn id="34" dur="1" fill="hold"/>
                            <p:tgtEl>
                              <p:spTgt spid="510"/>
                            </p:tgtEl>
                            <p:attrNameLst>
                              <p:attrName>style.visibility</p:attrName>
                            </p:attrNameLst>
                          </p:cBhvr>
                          <p:to>
                            <p:strVal val="visible"/>
                          </p:to>
                        </p:set>
                        <p:animEffect transition="in" filter="fade">
                          <p:cBhvr>
                            <p:cTn id="35" dur="600"/>
                            <p:tgtEl>
                              <p:spTgt spid="510"/>
                            </p:tgtEl>
                          </p:cBhvr>
                        </p:animEffect>
                      </p:childTnLst>
                    </p:cTn>
                  </p:par>
                  <p:par>
                    <p:cTn id="36" presetID="10" presetClass="entr" presetSubtype="0" fill="hold" grpId="11" nodeType="withEffect">
                      <p:stCondLst>
                        <p:cond delay="1100"/>
                      </p:stCondLst>
                      <p:childTnLst>
                        <p:set>
                          <p:cBhvr>
                            <p:cTn id="37" dur="1" fill="hold"/>
                            <p:tgtEl>
                              <p:spTgt spid="511"/>
                            </p:tgtEl>
                            <p:attrNameLst>
                              <p:attrName>style.visibility</p:attrName>
                            </p:attrNameLst>
                          </p:cBhvr>
                          <p:to>
                            <p:strVal val="visible"/>
                          </p:to>
                        </p:set>
                        <p:animEffect transition="in" filter="fade">
                          <p:cBhvr>
                            <p:cTn id="38" dur="600"/>
                            <p:tgtEl>
                              <p:spTgt spid="511"/>
                            </p:tgtEl>
                          </p:cBhvr>
                        </p:animEffect>
                      </p:childTnLst>
                    </p:cTn>
                  </p:par>
                  <p:par>
                    <p:cTn id="39" presetID="10" presetClass="entr" presetSubtype="0" fill="hold" grpId="12" nodeType="withEffect">
                      <p:stCondLst>
                        <p:cond delay="1200"/>
                      </p:stCondLst>
                      <p:childTnLst>
                        <p:set>
                          <p:cBhvr>
                            <p:cTn id="40" dur="1" fill="hold"/>
                            <p:tgtEl>
                              <p:spTgt spid="512"/>
                            </p:tgtEl>
                            <p:attrNameLst>
                              <p:attrName>style.visibility</p:attrName>
                            </p:attrNameLst>
                          </p:cBhvr>
                          <p:to>
                            <p:strVal val="visible"/>
                          </p:to>
                        </p:set>
                        <p:animEffect transition="in" filter="fade">
                          <p:cBhvr>
                            <p:cTn id="41" dur="600"/>
                            <p:tgtEl>
                              <p:spTgt spid="512"/>
                            </p:tgtEl>
                          </p:cBhvr>
                        </p:animEffect>
                      </p:childTnLst>
                    </p:cTn>
                  </p:par>
                  <p:par>
                    <p:cTn id="42" presetID="10" presetClass="entr" presetSubtype="0" fill="hold" grpId="13" nodeType="withEffect">
                      <p:stCondLst>
                        <p:cond delay="1300"/>
                      </p:stCondLst>
                      <p:childTnLst>
                        <p:set>
                          <p:cBhvr>
                            <p:cTn id="43" dur="1" fill="hold"/>
                            <p:tgtEl>
                              <p:spTgt spid="513"/>
                            </p:tgtEl>
                            <p:attrNameLst>
                              <p:attrName>style.visibility</p:attrName>
                            </p:attrNameLst>
                          </p:cBhvr>
                          <p:to>
                            <p:strVal val="visible"/>
                          </p:to>
                        </p:set>
                        <p:animEffect transition="in" filter="fade">
                          <p:cBhvr>
                            <p:cTn id="44" dur="600"/>
                            <p:tgtEl>
                              <p:spTgt spid="513"/>
                            </p:tgtEl>
                          </p:cBhvr>
                        </p:animEffect>
                      </p:childTnLst>
                    </p:cTn>
                  </p:par>
                  <p:par>
                    <p:cTn id="45" presetID="10" presetClass="entr" presetSubtype="0" fill="hold" grpId="14" nodeType="withEffect">
                      <p:stCondLst>
                        <p:cond delay="1400"/>
                      </p:stCondLst>
                      <p:childTnLst>
                        <p:set>
                          <p:cBhvr>
                            <p:cTn id="46" dur="1" fill="hold"/>
                            <p:tgtEl>
                              <p:spTgt spid="514"/>
                            </p:tgtEl>
                            <p:attrNameLst>
                              <p:attrName>style.visibility</p:attrName>
                            </p:attrNameLst>
                          </p:cBhvr>
                          <p:to>
                            <p:strVal val="visible"/>
                          </p:to>
                        </p:set>
                        <p:animEffect transition="in" filter="fade">
                          <p:cBhvr>
                            <p:cTn id="47" dur="600"/>
                            <p:tgtEl>
                              <p:spTgt spid="514"/>
                            </p:tgtEl>
                          </p:cBhvr>
                        </p:animEffect>
                      </p:childTnLst>
                    </p:cTn>
                  </p:par>
                  <p:par>
                    <p:cTn id="48" presetID="10" presetClass="entr" presetSubtype="0" fill="hold" grpId="15" nodeType="withEffect">
                      <p:stCondLst>
                        <p:cond delay="1500"/>
                      </p:stCondLst>
                      <p:childTnLst>
                        <p:set>
                          <p:cBhvr>
                            <p:cTn id="49" dur="1" fill="hold"/>
                            <p:tgtEl>
                              <p:spTgt spid="515"/>
                            </p:tgtEl>
                            <p:attrNameLst>
                              <p:attrName>style.visibility</p:attrName>
                            </p:attrNameLst>
                          </p:cBhvr>
                          <p:to>
                            <p:strVal val="visible"/>
                          </p:to>
                        </p:set>
                        <p:animEffect transition="in" filter="fade">
                          <p:cBhvr>
                            <p:cTn id="50" dur="600"/>
                            <p:tgtEl>
                              <p:spTgt spid="515"/>
                            </p:tgtEl>
                          </p:cBhvr>
                        </p:animEffect>
                      </p:childTnLst>
                    </p:cTn>
                  </p:par>
                  <p:par>
                    <p:cTn id="51" presetID="10" presetClass="entr" presetSubtype="0" fill="hold" grpId="16" nodeType="withEffect">
                      <p:stCondLst>
                        <p:cond delay="1600"/>
                      </p:stCondLst>
                      <p:childTnLst>
                        <p:set>
                          <p:cBhvr>
                            <p:cTn id="52" dur="1" fill="hold"/>
                            <p:tgtEl>
                              <p:spTgt spid="2"/>
                            </p:tgtEl>
                            <p:attrNameLst>
                              <p:attrName>style.visibility</p:attrName>
                            </p:attrNameLst>
                          </p:cBhvr>
                          <p:to>
                            <p:strVal val="visible"/>
                          </p:to>
                        </p:set>
                        <p:animEffect transition="in" filter="fade">
                          <p:cBhvr>
                            <p:cTn id="53" dur="600"/>
                            <p:tgtEl>
                              <p:spTgt spid="2"/>
                            </p:tgtEl>
                          </p:cBhvr>
                        </p:animEffect>
                      </p:childTnLst>
                    </p:cTn>
                  </p:par>
                  <p:par>
                    <p:cTn id="54" presetID="10" presetClass="entr" presetSubtype="0" fill="hold" grpId="17" nodeType="withEffect">
                      <p:stCondLst>
                        <p:cond delay="1700"/>
                      </p:stCondLst>
                      <p:childTnLst>
                        <p:set>
                          <p:cBhvr>
                            <p:cTn id="55" dur="1" fill="hold"/>
                            <p:tgtEl>
                              <p:spTgt spid="3"/>
                            </p:tgtEl>
                            <p:attrNameLst>
                              <p:attrName>style.visibility</p:attrName>
                            </p:attrNameLst>
                          </p:cBhvr>
                          <p:to>
                            <p:strVal val="visible"/>
                          </p:to>
                        </p:set>
                        <p:animEffect transition="in" filter="fade">
                          <p:cBhvr>
                            <p:cTn id="56" dur="600"/>
                            <p:tgtEl>
                              <p:spTgt spid="3"/>
                            </p:tgtEl>
                          </p:cBhvr>
                        </p:animEffect>
                      </p:childTnLst>
                    </p:cTn>
                  </p:par>
                  <p:par>
                    <p:cTn id="57" presetID="10" presetClass="entr" presetSubtype="0" fill="hold" grpId="18" nodeType="withEffect">
                      <p:stCondLst>
                        <p:cond delay="1800"/>
                      </p:stCondLst>
                      <p:childTnLst>
                        <p:set>
                          <p:cBhvr>
                            <p:cTn id="58" dur="1" fill="hold"/>
                            <p:tgtEl>
                              <p:spTgt spid="4"/>
                            </p:tgtEl>
                            <p:attrNameLst>
                              <p:attrName>style.visibility</p:attrName>
                            </p:attrNameLst>
                          </p:cBhvr>
                          <p:to>
                            <p:strVal val="visible"/>
                          </p:to>
                        </p:set>
                        <p:animEffect transition="in" filter="fade">
                          <p:cBhvr>
                            <p:cTn id="59" dur="600"/>
                            <p:tgtEl>
                              <p:spTgt spid="4"/>
                            </p:tgtEl>
                          </p:cBhvr>
                        </p:animEffect>
                      </p:childTnLst>
                    </p:cTn>
                  </p:par>
                  <p:par>
                    <p:cTn id="60" presetID="10" presetClass="entr" presetSubtype="0" fill="hold" grpId="19" nodeType="withEffect">
                      <p:stCondLst>
                        <p:cond delay="1900"/>
                      </p:stCondLst>
                      <p:childTnLst>
                        <p:set>
                          <p:cBhvr>
                            <p:cTn id="61" dur="1" fill="hold"/>
                            <p:tgtEl>
                              <p:spTgt spid="5"/>
                            </p:tgtEl>
                            <p:attrNameLst>
                              <p:attrName>style.visibility</p:attrName>
                            </p:attrNameLst>
                          </p:cBhvr>
                          <p:to>
                            <p:strVal val="visible"/>
                          </p:to>
                        </p:set>
                        <p:animEffect transition="in" filter="fade">
                          <p:cBhvr>
                            <p:cTn id="62" dur="600"/>
                            <p:tgtEl>
                              <p:spTgt spid="5"/>
                            </p:tgtEl>
                          </p:cBhvr>
                        </p:animEffect>
                      </p:childTnLst>
                    </p:cTn>
                  </p:par>
                  <p:par>
                    <p:cTn id="63" presetID="10" presetClass="entr" presetSubtype="0" fill="hold" grpId="20" nodeType="withEffect">
                      <p:stCondLst>
                        <p:cond delay="2000"/>
                      </p:stCondLst>
                      <p:childTnLst>
                        <p:set>
                          <p:cBhvr>
                            <p:cTn id="64" dur="1" fill="hold"/>
                            <p:tgtEl>
                              <p:spTgt spid="6"/>
                            </p:tgtEl>
                            <p:attrNameLst>
                              <p:attrName>style.visibility</p:attrName>
                            </p:attrNameLst>
                          </p:cBhvr>
                          <p:to>
                            <p:strVal val="visible"/>
                          </p:to>
                        </p:set>
                        <p:animEffect transition="in" filter="fade">
                          <p:cBhvr>
                            <p:cTn id="65" dur="600"/>
                            <p:tgtEl>
                              <p:spTgt spid="6"/>
                            </p:tgtEl>
                          </p:cBhvr>
                        </p:animEffect>
                      </p:childTnLst>
                    </p:cTn>
                  </p:par>
                  <p:par>
                    <p:cTn id="66" presetID="10" presetClass="entr" presetSubtype="0" fill="hold" grpId="21" nodeType="withEffect">
                      <p:stCondLst>
                        <p:cond delay="2100"/>
                      </p:stCondLst>
                      <p:childTnLst>
                        <p:set>
                          <p:cBhvr>
                            <p:cTn id="67" dur="1" fill="hold"/>
                            <p:tgtEl>
                              <p:spTgt spid="7"/>
                            </p:tgtEl>
                            <p:attrNameLst>
                              <p:attrName>style.visibility</p:attrName>
                            </p:attrNameLst>
                          </p:cBhvr>
                          <p:to>
                            <p:strVal val="visible"/>
                          </p:to>
                        </p:set>
                        <p:animEffect transition="in" filter="fade">
                          <p:cBhvr>
                            <p:cTn id="68" dur="600"/>
                            <p:tgtEl>
                              <p:spTgt spid="7"/>
                            </p:tgtEl>
                          </p:cBhvr>
                        </p:animEffect>
                      </p:childTnLst>
                    </p:cTn>
                  </p:par>
                  <p:par>
                    <p:cTn id="69" presetID="10" presetClass="entr" presetSubtype="0" fill="hold" grpId="22" nodeType="withEffect">
                      <p:stCondLst>
                        <p:cond delay="2200"/>
                      </p:stCondLst>
                      <p:childTnLst>
                        <p:set>
                          <p:cBhvr>
                            <p:cTn id="70" dur="1" fill="hold"/>
                            <p:tgtEl>
                              <p:spTgt spid="8"/>
                            </p:tgtEl>
                            <p:attrNameLst>
                              <p:attrName>style.visibility</p:attrName>
                            </p:attrNameLst>
                          </p:cBhvr>
                          <p:to>
                            <p:strVal val="visible"/>
                          </p:to>
                        </p:set>
                        <p:animEffect transition="in" filter="fade">
                          <p:cBhvr>
                            <p:cTn id="71" dur="600"/>
                            <p:tgtEl>
                              <p:spTgt spid="8"/>
                            </p:tgtEl>
                          </p:cBhvr>
                        </p:animEffect>
                      </p:childTnLst>
                    </p:cTn>
                  </p:par>
                  <p:par>
                    <p:cTn id="72" presetID="10" presetClass="entr" presetSubtype="0" fill="hold" grpId="23" nodeType="withEffect">
                      <p:stCondLst>
                        <p:cond delay="2300"/>
                      </p:stCondLst>
                      <p:childTnLst>
                        <p:set>
                          <p:cBhvr>
                            <p:cTn id="73" dur="1" fill="hold"/>
                            <p:tgtEl>
                              <p:spTgt spid="9"/>
                            </p:tgtEl>
                            <p:attrNameLst>
                              <p:attrName>style.visibility</p:attrName>
                            </p:attrNameLst>
                          </p:cBhvr>
                          <p:to>
                            <p:strVal val="visible"/>
                          </p:to>
                        </p:set>
                        <p:animEffect transition="in" filter="fade">
                          <p:cBhvr>
                            <p:cTn id="74" dur="600"/>
                            <p:tgtEl>
                              <p:spTgt spid="9"/>
                            </p:tgtEl>
                          </p:cBhvr>
                        </p:animEffect>
                      </p:childTnLst>
                    </p:cTn>
                  </p:par>
                  <p:par>
                    <p:cTn id="75" presetID="10" presetClass="entr" presetSubtype="0" fill="hold" grpId="24" nodeType="withEffect">
                      <p:stCondLst>
                        <p:cond delay="2400"/>
                      </p:stCondLst>
                      <p:childTnLst>
                        <p:set>
                          <p:cBhvr>
                            <p:cTn id="76" dur="1" fill="hold"/>
                            <p:tgtEl>
                              <p:spTgt spid="10"/>
                            </p:tgtEl>
                            <p:attrNameLst>
                              <p:attrName>style.visibility</p:attrName>
                            </p:attrNameLst>
                          </p:cBhvr>
                          <p:to>
                            <p:strVal val="visible"/>
                          </p:to>
                        </p:set>
                        <p:animEffect transition="in" filter="fade">
                          <p:cBhvr>
                            <p:cTn id="77" dur="600"/>
                            <p:tgtEl>
                              <p:spTgt spid="10"/>
                            </p:tgtEl>
                          </p:cBhvr>
                        </p:animEffect>
                      </p:childTnLst>
                    </p:cTn>
                  </p:par>
                  <p:par>
                    <p:cTn id="78" presetID="10" presetClass="entr" presetSubtype="0" fill="hold" grpId="25" nodeType="withEffect">
                      <p:stCondLst>
                        <p:cond delay="2500"/>
                      </p:stCondLst>
                      <p:childTnLst>
                        <p:set>
                          <p:cBhvr>
                            <p:cTn id="79" dur="1" fill="hold"/>
                            <p:tgtEl>
                              <p:spTgt spid="11"/>
                            </p:tgtEl>
                            <p:attrNameLst>
                              <p:attrName>style.visibility</p:attrName>
                            </p:attrNameLst>
                          </p:cBhvr>
                          <p:to>
                            <p:strVal val="visible"/>
                          </p:to>
                        </p:set>
                        <p:animEffect transition="in" filter="fade">
                          <p:cBhvr>
                            <p:cTn id="80" dur="600"/>
                            <p:tgtEl>
                              <p:spTgt spid="11"/>
                            </p:tgtEl>
                          </p:cBhvr>
                        </p:animEffect>
                      </p:childTnLst>
                    </p:cTn>
                  </p:par>
                  <p:par>
                    <p:cTn id="81" presetID="10" presetClass="entr" presetSubtype="0" fill="hold" grpId="26" nodeType="withEffect">
                      <p:stCondLst>
                        <p:cond delay="2600"/>
                      </p:stCondLst>
                      <p:childTnLst>
                        <p:set>
                          <p:cBhvr>
                            <p:cTn id="82" dur="1" fill="hold"/>
                            <p:tgtEl>
                              <p:spTgt spid="12"/>
                            </p:tgtEl>
                            <p:attrNameLst>
                              <p:attrName>style.visibility</p:attrName>
                            </p:attrNameLst>
                          </p:cBhvr>
                          <p:to>
                            <p:strVal val="visible"/>
                          </p:to>
                        </p:set>
                        <p:animEffect transition="in" filter="fade">
                          <p:cBhvr>
                            <p:cTn id="83" dur="600"/>
                            <p:tgtEl>
                              <p:spTgt spid="12"/>
                            </p:tgtEl>
                          </p:cBhvr>
                        </p:animEffect>
                      </p:childTnLst>
                    </p:cTn>
                  </p:par>
                  <p:par>
                    <p:cTn id="84" presetID="10" presetClass="entr" presetSubtype="0" fill="hold" grpId="27" nodeType="withEffect">
                      <p:stCondLst>
                        <p:cond delay="2700"/>
                      </p:stCondLst>
                      <p:childTnLst>
                        <p:set>
                          <p:cBhvr>
                            <p:cTn id="85" dur="1" fill="hold"/>
                            <p:tgtEl>
                              <p:spTgt spid="13"/>
                            </p:tgtEl>
                            <p:attrNameLst>
                              <p:attrName>style.visibility</p:attrName>
                            </p:attrNameLst>
                          </p:cBhvr>
                          <p:to>
                            <p:strVal val="visible"/>
                          </p:to>
                        </p:set>
                        <p:animEffect transition="in" filter="fade">
                          <p:cBhvr>
                            <p:cTn id="86" dur="600"/>
                            <p:tgtEl>
                              <p:spTgt spid="13"/>
                            </p:tgtEl>
                          </p:cBhvr>
                        </p:animEffect>
                      </p:childTnLst>
                    </p:cTn>
                  </p:par>
                  <p:par>
                    <p:cTn id="87" presetID="10" presetClass="entr" presetSubtype="0" fill="hold" grpId="28" nodeType="withEffect">
                      <p:stCondLst>
                        <p:cond delay="2800"/>
                      </p:stCondLst>
                      <p:childTnLst>
                        <p:set>
                          <p:cBhvr>
                            <p:cTn id="88" dur="1" fill="hold"/>
                            <p:tgtEl>
                              <p:spTgt spid="14"/>
                            </p:tgtEl>
                            <p:attrNameLst>
                              <p:attrName>style.visibility</p:attrName>
                            </p:attrNameLst>
                          </p:cBhvr>
                          <p:to>
                            <p:strVal val="visible"/>
                          </p:to>
                        </p:set>
                        <p:animEffect transition="in" filter="fade">
                          <p:cBhvr>
                            <p:cTn id="89" dur="600"/>
                            <p:tgtEl>
                              <p:spTgt spid="14"/>
                            </p:tgtEl>
                          </p:cBhvr>
                        </p:animEffect>
                      </p:childTnLst>
                    </p:cTn>
                  </p:par>
                  <p:par>
                    <p:cTn id="90" presetID="10" presetClass="entr" presetSubtype="0" fill="hold" grpId="29" nodeType="withEffect">
                      <p:stCondLst>
                        <p:cond delay="2900"/>
                      </p:stCondLst>
                      <p:childTnLst>
                        <p:set>
                          <p:cBhvr>
                            <p:cTn id="91" dur="1" fill="hold"/>
                            <p:tgtEl>
                              <p:spTgt spid="15"/>
                            </p:tgtEl>
                            <p:attrNameLst>
                              <p:attrName>style.visibility</p:attrName>
                            </p:attrNameLst>
                          </p:cBhvr>
                          <p:to>
                            <p:strVal val="visible"/>
                          </p:to>
                        </p:set>
                        <p:animEffect transition="in" filter="fade">
                          <p:cBhvr>
                            <p:cTn id="92" dur="600"/>
                            <p:tgtEl>
                              <p:spTgt spid="15"/>
                            </p:tgtEl>
                          </p:cBhvr>
                        </p:animEffect>
                      </p:childTnLst>
                    </p:cTn>
                  </p:par>
                  <p:par>
                    <p:cTn id="93" presetID="10" presetClass="entr" presetSubtype="0" fill="hold" grpId="30" nodeType="withEffect">
                      <p:stCondLst>
                        <p:cond delay="3000"/>
                      </p:stCondLst>
                      <p:childTnLst>
                        <p:set>
                          <p:cBhvr>
                            <p:cTn id="94" dur="1" fill="hold"/>
                            <p:tgtEl>
                              <p:spTgt spid="16"/>
                            </p:tgtEl>
                            <p:attrNameLst>
                              <p:attrName>style.visibility</p:attrName>
                            </p:attrNameLst>
                          </p:cBhvr>
                          <p:to>
                            <p:strVal val="visible"/>
                          </p:to>
                        </p:set>
                        <p:animEffect transition="in" filter="fade">
                          <p:cBhvr>
                            <p:cTn id="95" dur="600"/>
                            <p:tgtEl>
                              <p:spTgt spid="16"/>
                            </p:tgtEl>
                          </p:cBhvr>
                        </p:animEffect>
                      </p:childTnLst>
                    </p:cTn>
                  </p:par>
                  <p:par>
                    <p:cTn id="96" presetID="10" presetClass="entr" presetSubtype="0" fill="hold" grpId="31" nodeType="withEffect">
                      <p:stCondLst>
                        <p:cond delay="3100"/>
                      </p:stCondLst>
                      <p:childTnLst>
                        <p:set>
                          <p:cBhvr>
                            <p:cTn id="97" dur="1" fill="hold"/>
                            <p:tgtEl>
                              <p:spTgt spid="17"/>
                            </p:tgtEl>
                            <p:attrNameLst>
                              <p:attrName>style.visibility</p:attrName>
                            </p:attrNameLst>
                          </p:cBhvr>
                          <p:to>
                            <p:strVal val="visible"/>
                          </p:to>
                        </p:set>
                        <p:animEffect transition="in" filter="fade">
                          <p:cBhvr>
                            <p:cTn id="98" dur="600"/>
                            <p:tgtEl>
                              <p:spTgt spid="17"/>
                            </p:tgtEl>
                          </p:cBhvr>
                        </p:animEffect>
                      </p:childTnLst>
                    </p:cTn>
                  </p:par>
                </p:childTnLst>
              </p:cTn>
            </p:par>
          </p:childTnLst>
        </p:cTn>
      </p:par>
    </p:tnLst>
    <p:bldLst>
      <p:bldP spid="500" grpId="0" uiExpand="1" build="p"/>
      <p:bldP spid="501" grpId="1" uiExpand="1" build="p"/>
      <p:bldP spid="502" grpId="2" uiExpand="1" build="p"/>
      <p:bldP spid="503" grpId="3" uiExpand="1" build="p"/>
      <p:bldP spid="504" grpId="4" uiExpand="1" build="p"/>
      <p:bldP spid="505" grpId="5" uiExpand="1" build="p"/>
      <p:bldP spid="506" grpId="6" uiExpand="1" build="p"/>
      <p:bldP spid="507" grpId="7" uiExpand="1" build="p"/>
      <p:bldP spid="508" grpId="8" uiExpand="1" build="p"/>
      <p:bldP spid="509" grpId="9" uiExpand="1" build="p"/>
      <p:bldP spid="510" grpId="10" uiExpand="1" build="p"/>
      <p:bldP spid="511" grpId="11" uiExpand="1" build="p"/>
      <p:bldP spid="512" grpId="12" uiExpand="1" build="p"/>
      <p:bldP spid="513" grpId="13" uiExpand="1" build="p"/>
      <p:bldP spid="514" grpId="14" uiExpand="1" build="p"/>
      <p:bldP spid="515" grpId="15" uiExpand="1" build="p"/>
      <p:bldP spid="2" grpId="16" uiExpand="1" build="p"/>
      <p:bldP spid="3" grpId="17" uiExpand="1" build="p"/>
      <p:bldP spid="4" grpId="18" uiExpand="1" build="p"/>
      <p:bldP spid="5" grpId="19" uiExpand="1" build="p"/>
      <p:bldP spid="6" grpId="20" uiExpand="1" build="p"/>
      <p:bldP spid="7" grpId="21" uiExpand="1" build="p"/>
      <p:bldP spid="8" grpId="22" uiExpand="1" build="p"/>
      <p:bldP spid="9" grpId="23" uiExpand="1" build="p"/>
      <p:bldP spid="10" grpId="24" uiExpand="1" build="p"/>
      <p:bldP spid="11" grpId="25" uiExpand="1" build="p"/>
      <p:bldP spid="12" grpId="26" uiExpand="1" build="p"/>
      <p:bldP spid="13" grpId="27" uiExpand="1" build="p"/>
      <p:bldP spid="14" grpId="28" uiExpand="1" build="p"/>
      <p:bldP spid="15" grpId="29" uiExpand="1" build="p"/>
      <p:bldP spid="16" grpId="30" uiExpand="1" build="p"/>
      <p:bldP spid="17" grpId="31"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00BCD4">
                <a:alpha val="7000"/>
              </a:srgbClr>
            </a:solidFill>
          </a:ln>
        </p:spPr>
      </p:sp>
      <p:sp>
        <p:nvSpPr>
          <p:cNvPr id="501" name="d501"/>
          <p:cNvSpPr/>
          <p:nvPr/>
        </p:nvSpPr>
        <p:spPr>
          <a:xfrm>
            <a:off x="3372000" y="1371750"/>
            <a:ext cx="2400000" cy="2400000"/>
          </a:xfrm>
          <a:prstGeom prst="ellipse">
            <a:avLst/>
          </a:prstGeom>
          <a:noFill/>
          <a:ln w="25400">
            <a:solidFill>
              <a:srgbClr val="FF6D00">
                <a:alpha val="4000"/>
              </a:srgbClr>
            </a:solidFill>
          </a:ln>
        </p:spPr>
      </p:sp>
      <p:sp>
        <p:nvSpPr>
          <p:cNvPr id="502" name="d502"/>
          <p:cNvSpPr/>
          <p:nvPr/>
        </p:nvSpPr>
        <p:spPr>
          <a:xfrm>
            <a:off x="0" y="0"/>
            <a:ext cx="9144000" cy="642937"/>
          </a:xfrm>
          <a:prstGeom prst="rect">
            <a:avLst/>
          </a:prstGeom>
          <a:solidFill>
            <a:srgbClr val="00BCD4">
              <a:alpha val="5000"/>
            </a:srgbClr>
          </a:solidFill>
          <a:ln>
            <a:noFill/>
          </a:ln>
        </p:spPr>
      </p:sp>
      <p:sp>
        <p:nvSpPr>
          <p:cNvPr id="503" name="d503"/>
          <p:cNvSpPr/>
          <p:nvPr/>
        </p:nvSpPr>
        <p:spPr>
          <a:xfrm>
            <a:off x="0" y="4500563"/>
            <a:ext cx="9144000" cy="642937"/>
          </a:xfrm>
          <a:prstGeom prst="rect">
            <a:avLst/>
          </a:prstGeom>
          <a:solidFill>
            <a:srgbClr val="00BCD4">
              <a:alpha val="5000"/>
            </a:srgbClr>
          </a:solidFill>
          <a:ln>
            <a:noFill/>
          </a:ln>
        </p:spPr>
      </p:sp>
      <p:sp>
        <p:nvSpPr>
          <p:cNvPr id="504" name="d504"/>
          <p:cNvSpPr/>
          <p:nvPr/>
        </p:nvSpPr>
        <p:spPr>
          <a:xfrm>
            <a:off x="0" y="514350"/>
            <a:ext cx="200000" cy="200000"/>
          </a:xfrm>
          <a:prstGeom prst="ellipse">
            <a:avLst/>
          </a:prstGeom>
          <a:solidFill>
            <a:srgbClr val="00BCD4">
              <a:alpha val="10000"/>
            </a:srgbClr>
          </a:solidFill>
          <a:ln>
            <a:noFill/>
          </a:ln>
        </p:spPr>
      </p:sp>
      <p:sp>
        <p:nvSpPr>
          <p:cNvPr id="505" name="d505"/>
          <p:cNvSpPr/>
          <p:nvPr/>
        </p:nvSpPr>
        <p:spPr>
          <a:xfrm>
            <a:off x="1828800" y="514350"/>
            <a:ext cx="200000" cy="200000"/>
          </a:xfrm>
          <a:prstGeom prst="ellipse">
            <a:avLst/>
          </a:prstGeom>
          <a:solidFill>
            <a:srgbClr val="00BCD4">
              <a:alpha val="10000"/>
            </a:srgbClr>
          </a:solidFill>
          <a:ln>
            <a:noFill/>
          </a:ln>
        </p:spPr>
      </p:sp>
      <p:sp>
        <p:nvSpPr>
          <p:cNvPr id="506" name="d506"/>
          <p:cNvSpPr/>
          <p:nvPr/>
        </p:nvSpPr>
        <p:spPr>
          <a:xfrm>
            <a:off x="3657600" y="514350"/>
            <a:ext cx="200000" cy="200000"/>
          </a:xfrm>
          <a:prstGeom prst="ellipse">
            <a:avLst/>
          </a:prstGeom>
          <a:solidFill>
            <a:srgbClr val="00BCD4">
              <a:alpha val="10000"/>
            </a:srgbClr>
          </a:solidFill>
          <a:ln>
            <a:noFill/>
          </a:ln>
        </p:spPr>
      </p:sp>
      <p:sp>
        <p:nvSpPr>
          <p:cNvPr id="507" name="d507"/>
          <p:cNvSpPr/>
          <p:nvPr/>
        </p:nvSpPr>
        <p:spPr>
          <a:xfrm>
            <a:off x="5486400" y="514350"/>
            <a:ext cx="200000" cy="200000"/>
          </a:xfrm>
          <a:prstGeom prst="ellipse">
            <a:avLst/>
          </a:prstGeom>
          <a:solidFill>
            <a:srgbClr val="00BCD4">
              <a:alpha val="10000"/>
            </a:srgbClr>
          </a:solidFill>
          <a:ln>
            <a:noFill/>
          </a:ln>
        </p:spPr>
      </p:sp>
      <p:sp>
        <p:nvSpPr>
          <p:cNvPr id="508" name="d508"/>
          <p:cNvSpPr/>
          <p:nvPr/>
        </p:nvSpPr>
        <p:spPr>
          <a:xfrm>
            <a:off x="7315200" y="514350"/>
            <a:ext cx="200000" cy="200000"/>
          </a:xfrm>
          <a:prstGeom prst="ellipse">
            <a:avLst/>
          </a:prstGeom>
          <a:solidFill>
            <a:srgbClr val="00BCD4">
              <a:alpha val="10000"/>
            </a:srgbClr>
          </a:solidFill>
          <a:ln>
            <a:noFill/>
          </a:ln>
        </p:spPr>
      </p:sp>
      <p:sp>
        <p:nvSpPr>
          <p:cNvPr id="509" name="d509"/>
          <p:cNvSpPr/>
          <p:nvPr/>
        </p:nvSpPr>
        <p:spPr>
          <a:xfrm>
            <a:off x="914400" y="4371975"/>
            <a:ext cx="150000" cy="150000"/>
          </a:xfrm>
          <a:prstGeom prst="ellipse">
            <a:avLst/>
          </a:prstGeom>
          <a:solidFill>
            <a:srgbClr val="2196F3">
              <a:alpha val="10000"/>
            </a:srgbClr>
          </a:solidFill>
          <a:ln>
            <a:noFill/>
          </a:ln>
        </p:spPr>
      </p:sp>
      <p:sp>
        <p:nvSpPr>
          <p:cNvPr id="510" name="d510"/>
          <p:cNvSpPr/>
          <p:nvPr/>
        </p:nvSpPr>
        <p:spPr>
          <a:xfrm>
            <a:off x="2743200" y="4371975"/>
            <a:ext cx="150000" cy="150000"/>
          </a:xfrm>
          <a:prstGeom prst="ellipse">
            <a:avLst/>
          </a:prstGeom>
          <a:solidFill>
            <a:srgbClr val="2196F3">
              <a:alpha val="10000"/>
            </a:srgbClr>
          </a:solidFill>
          <a:ln>
            <a:noFill/>
          </a:ln>
        </p:spPr>
      </p:sp>
      <p:sp>
        <p:nvSpPr>
          <p:cNvPr id="511" name="d511"/>
          <p:cNvSpPr/>
          <p:nvPr/>
        </p:nvSpPr>
        <p:spPr>
          <a:xfrm>
            <a:off x="4572000" y="4371975"/>
            <a:ext cx="150000" cy="150000"/>
          </a:xfrm>
          <a:prstGeom prst="ellipse">
            <a:avLst/>
          </a:prstGeom>
          <a:solidFill>
            <a:srgbClr val="2196F3">
              <a:alpha val="10000"/>
            </a:srgbClr>
          </a:solidFill>
          <a:ln>
            <a:noFill/>
          </a:ln>
        </p:spPr>
      </p:sp>
      <p:sp>
        <p:nvSpPr>
          <p:cNvPr id="512" name="d512"/>
          <p:cNvSpPr/>
          <p:nvPr/>
        </p:nvSpPr>
        <p:spPr>
          <a:xfrm>
            <a:off x="6400800" y="4371975"/>
            <a:ext cx="150000" cy="150000"/>
          </a:xfrm>
          <a:prstGeom prst="ellipse">
            <a:avLst/>
          </a:prstGeom>
          <a:solidFill>
            <a:srgbClr val="2196F3">
              <a:alpha val="10000"/>
            </a:srgbClr>
          </a:solidFill>
          <a:ln>
            <a:noFill/>
          </a:ln>
        </p:spPr>
      </p:sp>
      <p:sp>
        <p:nvSpPr>
          <p:cNvPr id="513" name="d513"/>
          <p:cNvSpPr/>
          <p:nvPr/>
        </p:nvSpPr>
        <p:spPr>
          <a:xfrm>
            <a:off x="8229600" y="4371975"/>
            <a:ext cx="150000" cy="150000"/>
          </a:xfrm>
          <a:prstGeom prst="ellipse">
            <a:avLst/>
          </a:prstGeom>
          <a:solidFill>
            <a:srgbClr val="2196F3">
              <a:alpha val="10000"/>
            </a:srgbClr>
          </a:solidFill>
          <a:ln>
            <a:noFill/>
          </a:ln>
        </p:spPr>
      </p:sp>
      <p:sp>
        <p:nvSpPr>
          <p:cNvPr id="514" name="d514"/>
          <p:cNvSpPr/>
          <p:nvPr/>
        </p:nvSpPr>
        <p:spPr>
          <a:xfrm>
            <a:off x="4272000" y="10000"/>
            <a:ext cx="600000" cy="300000"/>
          </a:xfrm>
          <a:prstGeom prst="diamond">
            <a:avLst/>
          </a:prstGeom>
          <a:solidFill>
            <a:srgbClr val="00BCD4">
              <a:alpha val="10000"/>
            </a:srgbClr>
          </a:solidFill>
          <a:ln>
            <a:noFill/>
          </a:ln>
        </p:spPr>
      </p:sp>
      <p:sp>
        <p:nvSpPr>
          <p:cNvPr id="515" name="d515"/>
          <p:cNvSpPr/>
          <p:nvPr/>
        </p:nvSpPr>
        <p:spPr>
          <a:xfrm>
            <a:off x="4272000" y="4833500"/>
            <a:ext cx="600000" cy="300000"/>
          </a:xfrm>
          <a:prstGeom prst="diamond">
            <a:avLst/>
          </a:prstGeom>
          <a:solidFill>
            <a:srgbClr val="00BCD4">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600" b="1">
                <a:solidFill>
                  <a:srgbClr val="FF6D00"/>
                </a:solidFill>
                <a:latin typeface="Arial" pitchFamily="34" charset="0"/>
                <a:ea typeface="Arial" pitchFamily="34" charset="-122"/>
                <a:cs typeface="Arial" pitchFamily="34" charset="-120"/>
              </a:rPr>
              <a:t>QUICK CHAT TRANSLATIONS</a:t>
            </a:r>
            <a:endParaRPr lang="en-US" sz="3600"/>
          </a:p>
        </p:txBody>
      </p:sp>
      <p:sp>
        <p:nvSpPr>
          <p:cNvPr id="3" name="Text 1"/>
          <p:cNvSpPr/>
          <p:nvPr/>
        </p:nvSpPr>
        <p:spPr>
          <a:xfrm>
            <a:off x="457200" y="822960"/>
            <a:ext cx="8229600" cy="365760"/>
          </a:xfrm>
          <a:prstGeom prst="rect">
            <a:avLst/>
          </a:prstGeom>
          <a:noFill/>
          <a:ln/>
        </p:spPr>
        <p:txBody>
          <a:bodyPr wrap="square" lIns="0" tIns="0" rIns="0" bIns="0" rtlCol="0" anchor="ctr"/>
          <a:lstStyle/>
          <a:p>
            <a:pPr marL="0" indent="0" algn="l">
              <a:buNone/>
            </a:pPr>
            <a:r>
              <a:rPr lang="en-US" sz="1400" i="1">
                <a:solidFill>
                  <a:srgbClr val="B0BEC5"/>
                </a:solidFill>
                <a:latin typeface="Arial" pitchFamily="34" charset="0"/>
                <a:ea typeface="Arial" pitchFamily="34" charset="-122"/>
                <a:cs typeface="Arial" pitchFamily="34" charset="-120"/>
              </a:rPr>
              <a:t>What he types vs. what he means</a:t>
            </a:r>
            <a:endParaRPr lang="en-US" sz="1400"/>
          </a:p>
        </p:txBody>
      </p:sp>
      <p:sp>
        <p:nvSpPr>
          <p:cNvPr id="4" name="Shape 2"/>
          <p:cNvSpPr/>
          <p:nvPr/>
        </p:nvSpPr>
        <p:spPr>
          <a:xfrm>
            <a:off x="457200" y="1280160"/>
            <a:ext cx="3840480" cy="411480"/>
          </a:xfrm>
          <a:prstGeom prst="roundRect">
            <a:avLst>
              <a:gd name="adj" fmla="val 11111"/>
            </a:avLst>
          </a:prstGeom>
          <a:solidFill>
            <a:srgbClr val="2196F3"/>
          </a:solidFill>
          <a:ln/>
        </p:spPr>
      </p:sp>
      <p:sp>
        <p:nvSpPr>
          <p:cNvPr id="5" name="Text 3"/>
          <p:cNvSpPr/>
          <p:nvPr/>
        </p:nvSpPr>
        <p:spPr>
          <a:xfrm>
            <a:off x="457200" y="1280160"/>
            <a:ext cx="3840480" cy="411480"/>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WHAT HE TYPES</a:t>
            </a:r>
            <a:endParaRPr lang="en-US" sz="1300"/>
          </a:p>
        </p:txBody>
      </p:sp>
      <p:sp>
        <p:nvSpPr>
          <p:cNvPr id="6" name="Shape 4"/>
          <p:cNvSpPr/>
          <p:nvPr/>
        </p:nvSpPr>
        <p:spPr>
          <a:xfrm>
            <a:off x="4846320" y="1280160"/>
            <a:ext cx="3840480" cy="411480"/>
          </a:xfrm>
          <a:prstGeom prst="roundRect">
            <a:avLst>
              <a:gd name="adj" fmla="val 11111"/>
            </a:avLst>
          </a:prstGeom>
          <a:solidFill>
            <a:srgbClr val="FF6D00"/>
          </a:solidFill>
          <a:ln/>
        </p:spPr>
      </p:sp>
      <p:sp>
        <p:nvSpPr>
          <p:cNvPr id="7" name="Text 5"/>
          <p:cNvSpPr/>
          <p:nvPr/>
        </p:nvSpPr>
        <p:spPr>
          <a:xfrm>
            <a:off x="4846320" y="1280160"/>
            <a:ext cx="3840480" cy="411480"/>
          </a:xfrm>
          <a:prstGeom prst="rect">
            <a:avLst/>
          </a:prstGeom>
          <a:noFill/>
          <a:ln/>
        </p:spPr>
        <p:txBody>
          <a:bodyPr wrap="square" lIns="0" tIns="0" rIns="0" bIns="0" rtlCol="0" anchor="ctr"/>
          <a:lstStyle/>
          <a:p>
            <a:pPr marL="0" indent="0" algn="ctr">
              <a:buNone/>
            </a:pPr>
            <a:r>
              <a:rPr lang="en-US" sz="1300" b="1">
                <a:solidFill>
                  <a:srgbClr val="0D1117"/>
                </a:solidFill>
                <a:latin typeface="Arial" pitchFamily="34" charset="0"/>
                <a:ea typeface="Arial" pitchFamily="34" charset="-122"/>
                <a:cs typeface="Arial" pitchFamily="34" charset="-120"/>
              </a:rPr>
              <a:t>WHAT HE MEANS</a:t>
            </a:r>
            <a:endParaRPr lang="en-US" sz="1300"/>
          </a:p>
        </p:txBody>
      </p:sp>
      <p:sp>
        <p:nvSpPr>
          <p:cNvPr id="8" name="Shape 6"/>
          <p:cNvSpPr/>
          <p:nvPr/>
        </p:nvSpPr>
        <p:spPr>
          <a:xfrm>
            <a:off x="457200" y="1783080"/>
            <a:ext cx="3840480" cy="393192"/>
          </a:xfrm>
          <a:prstGeom prst="rect">
            <a:avLst/>
          </a:prstGeom>
          <a:solidFill>
            <a:srgbClr val="1A2332"/>
          </a:solidFill>
          <a:ln/>
        </p:spPr>
      </p:sp>
      <p:sp>
        <p:nvSpPr>
          <p:cNvPr id="9" name="Text 7"/>
          <p:cNvSpPr/>
          <p:nvPr/>
        </p:nvSpPr>
        <p:spPr>
          <a:xfrm>
            <a:off x="640080" y="1783080"/>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What a save!</a:t>
            </a:r>
            <a:endParaRPr lang="en-US" sz="1200"/>
          </a:p>
        </p:txBody>
      </p:sp>
      <p:sp>
        <p:nvSpPr>
          <p:cNvPr id="10" name="Shape 8"/>
          <p:cNvSpPr/>
          <p:nvPr/>
        </p:nvSpPr>
        <p:spPr>
          <a:xfrm>
            <a:off x="4846320" y="1783080"/>
            <a:ext cx="3840480" cy="393192"/>
          </a:xfrm>
          <a:prstGeom prst="rect">
            <a:avLst/>
          </a:prstGeom>
          <a:solidFill>
            <a:srgbClr val="1A2332"/>
          </a:solidFill>
          <a:ln/>
        </p:spPr>
      </p:sp>
      <p:sp>
        <p:nvSpPr>
          <p:cNvPr id="11" name="Text 9"/>
          <p:cNvSpPr/>
          <p:nvPr/>
        </p:nvSpPr>
        <p:spPr>
          <a:xfrm>
            <a:off x="5029200" y="1783080"/>
            <a:ext cx="3474720" cy="393192"/>
          </a:xfrm>
          <a:prstGeom prst="rect">
            <a:avLst/>
          </a:prstGeom>
          <a:noFill/>
          <a:ln/>
        </p:spPr>
        <p:txBody>
          <a:bodyPr wrap="square" lIns="0" tIns="0" rIns="0" bIns="0" rtlCol="0" anchor="ctr"/>
          <a:lstStyle/>
          <a:p>
            <a:r>
              <a:rPr lang="en-US" sz="1200" err="1">
                <a:solidFill>
                  <a:srgbClr val="FFFFFF"/>
                </a:solidFill>
                <a:latin typeface="Arial"/>
                <a:cs typeface="Arial"/>
              </a:rPr>
              <a:t>Your</a:t>
            </a:r>
            <a:r>
              <a:rPr lang="en-US" sz="1200">
                <a:solidFill>
                  <a:srgbClr val="FFFFFF"/>
                </a:solidFill>
                <a:latin typeface="Arial"/>
                <a:cs typeface="Arial"/>
              </a:rPr>
              <a:t> so bad and missed the save</a:t>
            </a:r>
          </a:p>
        </p:txBody>
      </p:sp>
      <p:sp>
        <p:nvSpPr>
          <p:cNvPr id="16" name="Shape 14"/>
          <p:cNvSpPr/>
          <p:nvPr/>
        </p:nvSpPr>
        <p:spPr>
          <a:xfrm>
            <a:off x="457200" y="2660904"/>
            <a:ext cx="3840480" cy="393192"/>
          </a:xfrm>
          <a:prstGeom prst="rect">
            <a:avLst/>
          </a:prstGeom>
          <a:solidFill>
            <a:srgbClr val="1A2332"/>
          </a:solidFill>
          <a:ln/>
        </p:spPr>
      </p:sp>
      <p:sp>
        <p:nvSpPr>
          <p:cNvPr id="17" name="Text 15"/>
          <p:cNvSpPr/>
          <p:nvPr/>
        </p:nvSpPr>
        <p:spPr>
          <a:xfrm>
            <a:off x="640080" y="2660904"/>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Okay.</a:t>
            </a:r>
            <a:endParaRPr lang="en-US" sz="1200"/>
          </a:p>
        </p:txBody>
      </p:sp>
      <p:sp>
        <p:nvSpPr>
          <p:cNvPr id="18" name="Shape 16"/>
          <p:cNvSpPr/>
          <p:nvPr/>
        </p:nvSpPr>
        <p:spPr>
          <a:xfrm>
            <a:off x="4846320" y="2660904"/>
            <a:ext cx="3840480" cy="393192"/>
          </a:xfrm>
          <a:prstGeom prst="rect">
            <a:avLst/>
          </a:prstGeom>
          <a:solidFill>
            <a:srgbClr val="1A2332"/>
          </a:solidFill>
          <a:ln/>
        </p:spPr>
      </p:sp>
      <p:sp>
        <p:nvSpPr>
          <p:cNvPr id="19" name="Text 17"/>
          <p:cNvSpPr/>
          <p:nvPr/>
        </p:nvSpPr>
        <p:spPr>
          <a:xfrm>
            <a:off x="5029200" y="2660904"/>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I am uninstalling this game</a:t>
            </a:r>
            <a:endParaRPr lang="en-US" sz="1200"/>
          </a:p>
        </p:txBody>
      </p:sp>
      <p:sp>
        <p:nvSpPr>
          <p:cNvPr id="20" name="Shape 18"/>
          <p:cNvSpPr/>
          <p:nvPr/>
        </p:nvSpPr>
        <p:spPr>
          <a:xfrm>
            <a:off x="457200" y="3099816"/>
            <a:ext cx="3840480" cy="393192"/>
          </a:xfrm>
          <a:prstGeom prst="rect">
            <a:avLst/>
          </a:prstGeom>
          <a:solidFill>
            <a:srgbClr val="151E2B"/>
          </a:solidFill>
          <a:ln/>
        </p:spPr>
      </p:sp>
      <p:sp>
        <p:nvSpPr>
          <p:cNvPr id="21" name="Text 19"/>
          <p:cNvSpPr/>
          <p:nvPr/>
        </p:nvSpPr>
        <p:spPr>
          <a:xfrm>
            <a:off x="640080" y="3099816"/>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No problem.</a:t>
            </a:r>
            <a:endParaRPr lang="en-US" sz="1200"/>
          </a:p>
        </p:txBody>
      </p:sp>
      <p:sp>
        <p:nvSpPr>
          <p:cNvPr id="22" name="Shape 20"/>
          <p:cNvSpPr/>
          <p:nvPr/>
        </p:nvSpPr>
        <p:spPr>
          <a:xfrm>
            <a:off x="4846320" y="3099816"/>
            <a:ext cx="3840480" cy="393192"/>
          </a:xfrm>
          <a:prstGeom prst="rect">
            <a:avLst/>
          </a:prstGeom>
          <a:solidFill>
            <a:srgbClr val="151E2B"/>
          </a:solidFill>
          <a:ln/>
        </p:spPr>
      </p:sp>
      <p:sp>
        <p:nvSpPr>
          <p:cNvPr id="23" name="Text 21"/>
          <p:cNvSpPr/>
          <p:nvPr/>
        </p:nvSpPr>
        <p:spPr>
          <a:xfrm>
            <a:off x="5029200" y="3099816"/>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There is a HUGE problem</a:t>
            </a:r>
            <a:endParaRPr lang="en-US" sz="1200"/>
          </a:p>
        </p:txBody>
      </p:sp>
      <p:sp>
        <p:nvSpPr>
          <p:cNvPr id="24" name="Shape 22"/>
          <p:cNvSpPr/>
          <p:nvPr/>
        </p:nvSpPr>
        <p:spPr>
          <a:xfrm>
            <a:off x="457200" y="3538728"/>
            <a:ext cx="3840480" cy="393192"/>
          </a:xfrm>
          <a:prstGeom prst="rect">
            <a:avLst/>
          </a:prstGeom>
          <a:solidFill>
            <a:srgbClr val="1A2332"/>
          </a:solidFill>
          <a:ln/>
        </p:spPr>
      </p:sp>
      <p:sp>
        <p:nvSpPr>
          <p:cNvPr id="25" name="Text 23"/>
          <p:cNvSpPr/>
          <p:nvPr/>
        </p:nvSpPr>
        <p:spPr>
          <a:xfrm>
            <a:off x="640080" y="3538728"/>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Calculated.</a:t>
            </a:r>
            <a:endParaRPr lang="en-US" sz="1200"/>
          </a:p>
        </p:txBody>
      </p:sp>
      <p:sp>
        <p:nvSpPr>
          <p:cNvPr id="26" name="Shape 24"/>
          <p:cNvSpPr/>
          <p:nvPr/>
        </p:nvSpPr>
        <p:spPr>
          <a:xfrm>
            <a:off x="4846320" y="3538728"/>
            <a:ext cx="3840480" cy="393192"/>
          </a:xfrm>
          <a:prstGeom prst="rect">
            <a:avLst/>
          </a:prstGeom>
          <a:solidFill>
            <a:srgbClr val="1A2332"/>
          </a:solidFill>
          <a:ln/>
        </p:spPr>
      </p:sp>
      <p:sp>
        <p:nvSpPr>
          <p:cNvPr id="27" name="Text 25"/>
          <p:cNvSpPr/>
          <p:nvPr/>
        </p:nvSpPr>
        <p:spPr>
          <a:xfrm>
            <a:off x="5029200" y="3538728"/>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That was 100% luck</a:t>
            </a:r>
            <a:endParaRPr lang="en-US" sz="1200"/>
          </a:p>
        </p:txBody>
      </p:sp>
      <p:sp>
        <p:nvSpPr>
          <p:cNvPr id="28" name="Shape 26"/>
          <p:cNvSpPr/>
          <p:nvPr/>
        </p:nvSpPr>
        <p:spPr>
          <a:xfrm>
            <a:off x="457200" y="3977640"/>
            <a:ext cx="3840480" cy="393192"/>
          </a:xfrm>
          <a:prstGeom prst="rect">
            <a:avLst/>
          </a:prstGeom>
          <a:solidFill>
            <a:srgbClr val="151E2B"/>
          </a:solidFill>
          <a:ln/>
        </p:spPr>
      </p:sp>
      <p:sp>
        <p:nvSpPr>
          <p:cNvPr id="29" name="Text 27"/>
          <p:cNvSpPr/>
          <p:nvPr/>
        </p:nvSpPr>
        <p:spPr>
          <a:xfrm>
            <a:off x="640080" y="3977640"/>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Close one!</a:t>
            </a:r>
            <a:endParaRPr lang="en-US" sz="1200"/>
          </a:p>
        </p:txBody>
      </p:sp>
      <p:sp>
        <p:nvSpPr>
          <p:cNvPr id="30" name="Shape 28"/>
          <p:cNvSpPr/>
          <p:nvPr/>
        </p:nvSpPr>
        <p:spPr>
          <a:xfrm>
            <a:off x="4846320" y="3977640"/>
            <a:ext cx="3840480" cy="393192"/>
          </a:xfrm>
          <a:prstGeom prst="rect">
            <a:avLst/>
          </a:prstGeom>
          <a:solidFill>
            <a:srgbClr val="151E2B"/>
          </a:solidFill>
          <a:ln/>
        </p:spPr>
      </p:sp>
      <p:sp>
        <p:nvSpPr>
          <p:cNvPr id="31" name="Text 29"/>
          <p:cNvSpPr/>
          <p:nvPr/>
        </p:nvSpPr>
        <p:spPr>
          <a:xfrm>
            <a:off x="5029200" y="3977640"/>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We almost scored on ourselves again</a:t>
            </a:r>
            <a:endParaRPr lang="en-US" sz="1200"/>
          </a:p>
        </p:txBody>
      </p:sp>
      <p:sp>
        <p:nvSpPr>
          <p:cNvPr id="32" name="Shape 30"/>
          <p:cNvSpPr/>
          <p:nvPr/>
        </p:nvSpPr>
        <p:spPr>
          <a:xfrm>
            <a:off x="457200" y="4416552"/>
            <a:ext cx="3840480" cy="393192"/>
          </a:xfrm>
          <a:prstGeom prst="rect">
            <a:avLst/>
          </a:prstGeom>
          <a:solidFill>
            <a:srgbClr val="1A2332"/>
          </a:solidFill>
          <a:ln/>
        </p:spPr>
      </p:sp>
      <p:sp>
        <p:nvSpPr>
          <p:cNvPr id="33" name="Text 31"/>
          <p:cNvSpPr/>
          <p:nvPr/>
        </p:nvSpPr>
        <p:spPr>
          <a:xfrm>
            <a:off x="640080" y="4416552"/>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I got it!</a:t>
            </a:r>
            <a:endParaRPr lang="en-US" sz="1200"/>
          </a:p>
        </p:txBody>
      </p:sp>
      <p:sp>
        <p:nvSpPr>
          <p:cNvPr id="34" name="Shape 32"/>
          <p:cNvSpPr/>
          <p:nvPr/>
        </p:nvSpPr>
        <p:spPr>
          <a:xfrm>
            <a:off x="4846320" y="4416552"/>
            <a:ext cx="3840480" cy="393192"/>
          </a:xfrm>
          <a:prstGeom prst="rect">
            <a:avLst/>
          </a:prstGeom>
          <a:solidFill>
            <a:srgbClr val="1A2332"/>
          </a:solidFill>
          <a:ln/>
        </p:spPr>
      </p:sp>
      <p:sp>
        <p:nvSpPr>
          <p:cNvPr id="35" name="Text 33"/>
          <p:cNvSpPr/>
          <p:nvPr/>
        </p:nvSpPr>
        <p:spPr>
          <a:xfrm>
            <a:off x="5029200" y="4416552"/>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I absolutely do not got it</a:t>
            </a:r>
            <a:endParaRPr lang="en-US" sz="1200"/>
          </a:p>
        </p:txBody>
      </p:sp>
    </p:spTree>
  </p:cSld>
  <p:clrMapOvr>
    <a:masterClrMapping/>
  </p:clrMapOvr>
  <p:transition spd="med">
    <p:split dir="horz" orient="out"/>
  </p:transition>
  <p:timing>
    <p:tnLst>
      <p:par>
        <p:cTn id="1" dur="indefinite" restart="whenNotActive" nodeType="tmRoot">
          <p:childTnLst>
            <p:par>
              <p:cTn id="2" fill="hold">
                <p:stCondLst>
                  <p:cond delay="200"/>
                </p:stCondLst>
                <p:childTnLst>
                  <p:par>
                    <p:cTn id="3" presetID="10" presetClass="entr" presetSubtype="0" fill="hold" grpId="0" nodeType="withEffect">
                      <p:stCondLst>
                        <p:cond delay="0"/>
                      </p:stCondLst>
                      <p:childTnLst>
                        <p:set>
                          <p:cBhvr>
                            <p:cTn id="4" dur="1" fill="hold"/>
                            <p:tgtEl>
                              <p:spTgt spid="500"/>
                            </p:tgtEl>
                            <p:attrNameLst>
                              <p:attrName>style.visibility</p:attrName>
                            </p:attrNameLst>
                          </p:cBhvr>
                          <p:to>
                            <p:strVal val="visible"/>
                          </p:to>
                        </p:set>
                        <p:animEffect transition="in" filter="fade">
                          <p:cBhvr>
                            <p:cTn id="5" dur="350"/>
                            <p:tgtEl>
                              <p:spTgt spid="500"/>
                            </p:tgtEl>
                          </p:cBhvr>
                        </p:animEffect>
                      </p:childTnLst>
                    </p:cTn>
                  </p:par>
                  <p:par>
                    <p:cTn id="6" presetID="10" presetClass="entr" presetSubtype="0" fill="hold" grpId="1" nodeType="withEffect">
                      <p:stCondLst>
                        <p:cond delay="70"/>
                      </p:stCondLst>
                      <p:childTnLst>
                        <p:set>
                          <p:cBhvr>
                            <p:cTn id="7" dur="1" fill="hold"/>
                            <p:tgtEl>
                              <p:spTgt spid="501"/>
                            </p:tgtEl>
                            <p:attrNameLst>
                              <p:attrName>style.visibility</p:attrName>
                            </p:attrNameLst>
                          </p:cBhvr>
                          <p:to>
                            <p:strVal val="visible"/>
                          </p:to>
                        </p:set>
                        <p:animEffect transition="in" filter="fade">
                          <p:cBhvr>
                            <p:cTn id="8" dur="350"/>
                            <p:tgtEl>
                              <p:spTgt spid="501"/>
                            </p:tgtEl>
                          </p:cBhvr>
                        </p:animEffect>
                      </p:childTnLst>
                    </p:cTn>
                  </p:par>
                  <p:par>
                    <p:cTn id="9" presetID="10" presetClass="entr" presetSubtype="0" fill="hold" grpId="2" nodeType="withEffect">
                      <p:stCondLst>
                        <p:cond delay="140"/>
                      </p:stCondLst>
                      <p:childTnLst>
                        <p:set>
                          <p:cBhvr>
                            <p:cTn id="10" dur="1" fill="hold"/>
                            <p:tgtEl>
                              <p:spTgt spid="502"/>
                            </p:tgtEl>
                            <p:attrNameLst>
                              <p:attrName>style.visibility</p:attrName>
                            </p:attrNameLst>
                          </p:cBhvr>
                          <p:to>
                            <p:strVal val="visible"/>
                          </p:to>
                        </p:set>
                        <p:animEffect transition="in" filter="fade">
                          <p:cBhvr>
                            <p:cTn id="11" dur="350"/>
                            <p:tgtEl>
                              <p:spTgt spid="502"/>
                            </p:tgtEl>
                          </p:cBhvr>
                        </p:animEffect>
                      </p:childTnLst>
                    </p:cTn>
                  </p:par>
                  <p:par>
                    <p:cTn id="12" presetID="10" presetClass="entr" presetSubtype="0" fill="hold" grpId="3" nodeType="withEffect">
                      <p:stCondLst>
                        <p:cond delay="210"/>
                      </p:stCondLst>
                      <p:childTnLst>
                        <p:set>
                          <p:cBhvr>
                            <p:cTn id="13" dur="1" fill="hold"/>
                            <p:tgtEl>
                              <p:spTgt spid="503"/>
                            </p:tgtEl>
                            <p:attrNameLst>
                              <p:attrName>style.visibility</p:attrName>
                            </p:attrNameLst>
                          </p:cBhvr>
                          <p:to>
                            <p:strVal val="visible"/>
                          </p:to>
                        </p:set>
                        <p:animEffect transition="in" filter="fade">
                          <p:cBhvr>
                            <p:cTn id="14" dur="350"/>
                            <p:tgtEl>
                              <p:spTgt spid="503"/>
                            </p:tgtEl>
                          </p:cBhvr>
                        </p:animEffect>
                      </p:childTnLst>
                    </p:cTn>
                  </p:par>
                  <p:par>
                    <p:cTn id="15" presetID="10" presetClass="entr" presetSubtype="0" fill="hold" grpId="4" nodeType="withEffect">
                      <p:stCondLst>
                        <p:cond delay="280"/>
                      </p:stCondLst>
                      <p:childTnLst>
                        <p:set>
                          <p:cBhvr>
                            <p:cTn id="16" dur="1" fill="hold"/>
                            <p:tgtEl>
                              <p:spTgt spid="504"/>
                            </p:tgtEl>
                            <p:attrNameLst>
                              <p:attrName>style.visibility</p:attrName>
                            </p:attrNameLst>
                          </p:cBhvr>
                          <p:to>
                            <p:strVal val="visible"/>
                          </p:to>
                        </p:set>
                        <p:animEffect transition="in" filter="fade">
                          <p:cBhvr>
                            <p:cTn id="17" dur="350"/>
                            <p:tgtEl>
                              <p:spTgt spid="504"/>
                            </p:tgtEl>
                          </p:cBhvr>
                        </p:animEffect>
                      </p:childTnLst>
                    </p:cTn>
                  </p:par>
                  <p:par>
                    <p:cTn id="18" presetID="10" presetClass="entr" presetSubtype="0" fill="hold" grpId="5" nodeType="withEffect">
                      <p:stCondLst>
                        <p:cond delay="350"/>
                      </p:stCondLst>
                      <p:childTnLst>
                        <p:set>
                          <p:cBhvr>
                            <p:cTn id="19" dur="1" fill="hold"/>
                            <p:tgtEl>
                              <p:spTgt spid="505"/>
                            </p:tgtEl>
                            <p:attrNameLst>
                              <p:attrName>style.visibility</p:attrName>
                            </p:attrNameLst>
                          </p:cBhvr>
                          <p:to>
                            <p:strVal val="visible"/>
                          </p:to>
                        </p:set>
                        <p:animEffect transition="in" filter="fade">
                          <p:cBhvr>
                            <p:cTn id="20" dur="350"/>
                            <p:tgtEl>
                              <p:spTgt spid="505"/>
                            </p:tgtEl>
                          </p:cBhvr>
                        </p:animEffect>
                      </p:childTnLst>
                    </p:cTn>
                  </p:par>
                  <p:par>
                    <p:cTn id="21" presetID="10" presetClass="entr" presetSubtype="0" fill="hold" grpId="6" nodeType="withEffect">
                      <p:stCondLst>
                        <p:cond delay="420"/>
                      </p:stCondLst>
                      <p:childTnLst>
                        <p:set>
                          <p:cBhvr>
                            <p:cTn id="22" dur="1" fill="hold"/>
                            <p:tgtEl>
                              <p:spTgt spid="506"/>
                            </p:tgtEl>
                            <p:attrNameLst>
                              <p:attrName>style.visibility</p:attrName>
                            </p:attrNameLst>
                          </p:cBhvr>
                          <p:to>
                            <p:strVal val="visible"/>
                          </p:to>
                        </p:set>
                        <p:animEffect transition="in" filter="fade">
                          <p:cBhvr>
                            <p:cTn id="23" dur="350"/>
                            <p:tgtEl>
                              <p:spTgt spid="506"/>
                            </p:tgtEl>
                          </p:cBhvr>
                        </p:animEffect>
                      </p:childTnLst>
                    </p:cTn>
                  </p:par>
                  <p:par>
                    <p:cTn id="24" presetID="10" presetClass="entr" presetSubtype="0" fill="hold" grpId="7" nodeType="withEffect">
                      <p:stCondLst>
                        <p:cond delay="490"/>
                      </p:stCondLst>
                      <p:childTnLst>
                        <p:set>
                          <p:cBhvr>
                            <p:cTn id="25" dur="1" fill="hold"/>
                            <p:tgtEl>
                              <p:spTgt spid="507"/>
                            </p:tgtEl>
                            <p:attrNameLst>
                              <p:attrName>style.visibility</p:attrName>
                            </p:attrNameLst>
                          </p:cBhvr>
                          <p:to>
                            <p:strVal val="visible"/>
                          </p:to>
                        </p:set>
                        <p:animEffect transition="in" filter="fade">
                          <p:cBhvr>
                            <p:cTn id="26" dur="350"/>
                            <p:tgtEl>
                              <p:spTgt spid="507"/>
                            </p:tgtEl>
                          </p:cBhvr>
                        </p:animEffect>
                      </p:childTnLst>
                    </p:cTn>
                  </p:par>
                  <p:par>
                    <p:cTn id="27" presetID="10" presetClass="entr" presetSubtype="0" fill="hold" grpId="8" nodeType="withEffect">
                      <p:stCondLst>
                        <p:cond delay="560"/>
                      </p:stCondLst>
                      <p:childTnLst>
                        <p:set>
                          <p:cBhvr>
                            <p:cTn id="28" dur="1" fill="hold"/>
                            <p:tgtEl>
                              <p:spTgt spid="508"/>
                            </p:tgtEl>
                            <p:attrNameLst>
                              <p:attrName>style.visibility</p:attrName>
                            </p:attrNameLst>
                          </p:cBhvr>
                          <p:to>
                            <p:strVal val="visible"/>
                          </p:to>
                        </p:set>
                        <p:animEffect transition="in" filter="fade">
                          <p:cBhvr>
                            <p:cTn id="29" dur="350"/>
                            <p:tgtEl>
                              <p:spTgt spid="508"/>
                            </p:tgtEl>
                          </p:cBhvr>
                        </p:animEffect>
                      </p:childTnLst>
                    </p:cTn>
                  </p:par>
                  <p:par>
                    <p:cTn id="30" presetID="10" presetClass="entr" presetSubtype="0" fill="hold" grpId="9" nodeType="withEffect">
                      <p:stCondLst>
                        <p:cond delay="630"/>
                      </p:stCondLst>
                      <p:childTnLst>
                        <p:set>
                          <p:cBhvr>
                            <p:cTn id="31" dur="1" fill="hold"/>
                            <p:tgtEl>
                              <p:spTgt spid="509"/>
                            </p:tgtEl>
                            <p:attrNameLst>
                              <p:attrName>style.visibility</p:attrName>
                            </p:attrNameLst>
                          </p:cBhvr>
                          <p:to>
                            <p:strVal val="visible"/>
                          </p:to>
                        </p:set>
                        <p:animEffect transition="in" filter="fade">
                          <p:cBhvr>
                            <p:cTn id="32" dur="350"/>
                            <p:tgtEl>
                              <p:spTgt spid="509"/>
                            </p:tgtEl>
                          </p:cBhvr>
                        </p:animEffect>
                      </p:childTnLst>
                    </p:cTn>
                  </p:par>
                  <p:par>
                    <p:cTn id="33" presetID="10" presetClass="entr" presetSubtype="0" fill="hold" grpId="10" nodeType="withEffect">
                      <p:stCondLst>
                        <p:cond delay="700"/>
                      </p:stCondLst>
                      <p:childTnLst>
                        <p:set>
                          <p:cBhvr>
                            <p:cTn id="34" dur="1" fill="hold"/>
                            <p:tgtEl>
                              <p:spTgt spid="510"/>
                            </p:tgtEl>
                            <p:attrNameLst>
                              <p:attrName>style.visibility</p:attrName>
                            </p:attrNameLst>
                          </p:cBhvr>
                          <p:to>
                            <p:strVal val="visible"/>
                          </p:to>
                        </p:set>
                        <p:animEffect transition="in" filter="fade">
                          <p:cBhvr>
                            <p:cTn id="35" dur="350"/>
                            <p:tgtEl>
                              <p:spTgt spid="510"/>
                            </p:tgtEl>
                          </p:cBhvr>
                        </p:animEffect>
                      </p:childTnLst>
                    </p:cTn>
                  </p:par>
                  <p:par>
                    <p:cTn id="36" presetID="10" presetClass="entr" presetSubtype="0" fill="hold" grpId="11" nodeType="withEffect">
                      <p:stCondLst>
                        <p:cond delay="770"/>
                      </p:stCondLst>
                      <p:childTnLst>
                        <p:set>
                          <p:cBhvr>
                            <p:cTn id="37" dur="1" fill="hold"/>
                            <p:tgtEl>
                              <p:spTgt spid="511"/>
                            </p:tgtEl>
                            <p:attrNameLst>
                              <p:attrName>style.visibility</p:attrName>
                            </p:attrNameLst>
                          </p:cBhvr>
                          <p:to>
                            <p:strVal val="visible"/>
                          </p:to>
                        </p:set>
                        <p:animEffect transition="in" filter="fade">
                          <p:cBhvr>
                            <p:cTn id="38" dur="350"/>
                            <p:tgtEl>
                              <p:spTgt spid="511"/>
                            </p:tgtEl>
                          </p:cBhvr>
                        </p:animEffect>
                      </p:childTnLst>
                    </p:cTn>
                  </p:par>
                  <p:par>
                    <p:cTn id="39" presetID="10" presetClass="entr" presetSubtype="0" fill="hold" grpId="12" nodeType="withEffect">
                      <p:stCondLst>
                        <p:cond delay="840"/>
                      </p:stCondLst>
                      <p:childTnLst>
                        <p:set>
                          <p:cBhvr>
                            <p:cTn id="40" dur="1" fill="hold"/>
                            <p:tgtEl>
                              <p:spTgt spid="512"/>
                            </p:tgtEl>
                            <p:attrNameLst>
                              <p:attrName>style.visibility</p:attrName>
                            </p:attrNameLst>
                          </p:cBhvr>
                          <p:to>
                            <p:strVal val="visible"/>
                          </p:to>
                        </p:set>
                        <p:animEffect transition="in" filter="fade">
                          <p:cBhvr>
                            <p:cTn id="41" dur="350"/>
                            <p:tgtEl>
                              <p:spTgt spid="512"/>
                            </p:tgtEl>
                          </p:cBhvr>
                        </p:animEffect>
                      </p:childTnLst>
                    </p:cTn>
                  </p:par>
                  <p:par>
                    <p:cTn id="42" presetID="10" presetClass="entr" presetSubtype="0" fill="hold" grpId="13" nodeType="withEffect">
                      <p:stCondLst>
                        <p:cond delay="910"/>
                      </p:stCondLst>
                      <p:childTnLst>
                        <p:set>
                          <p:cBhvr>
                            <p:cTn id="43" dur="1" fill="hold"/>
                            <p:tgtEl>
                              <p:spTgt spid="513"/>
                            </p:tgtEl>
                            <p:attrNameLst>
                              <p:attrName>style.visibility</p:attrName>
                            </p:attrNameLst>
                          </p:cBhvr>
                          <p:to>
                            <p:strVal val="visible"/>
                          </p:to>
                        </p:set>
                        <p:animEffect transition="in" filter="fade">
                          <p:cBhvr>
                            <p:cTn id="44" dur="350"/>
                            <p:tgtEl>
                              <p:spTgt spid="513"/>
                            </p:tgtEl>
                          </p:cBhvr>
                        </p:animEffect>
                      </p:childTnLst>
                    </p:cTn>
                  </p:par>
                  <p:par>
                    <p:cTn id="45" presetID="10" presetClass="entr" presetSubtype="0" fill="hold" grpId="14" nodeType="withEffect">
                      <p:stCondLst>
                        <p:cond delay="980"/>
                      </p:stCondLst>
                      <p:childTnLst>
                        <p:set>
                          <p:cBhvr>
                            <p:cTn id="46" dur="1" fill="hold"/>
                            <p:tgtEl>
                              <p:spTgt spid="514"/>
                            </p:tgtEl>
                            <p:attrNameLst>
                              <p:attrName>style.visibility</p:attrName>
                            </p:attrNameLst>
                          </p:cBhvr>
                          <p:to>
                            <p:strVal val="visible"/>
                          </p:to>
                        </p:set>
                        <p:animEffect transition="in" filter="fade">
                          <p:cBhvr>
                            <p:cTn id="47" dur="350"/>
                            <p:tgtEl>
                              <p:spTgt spid="514"/>
                            </p:tgtEl>
                          </p:cBhvr>
                        </p:animEffect>
                      </p:childTnLst>
                    </p:cTn>
                  </p:par>
                  <p:par>
                    <p:cTn id="48" presetID="10" presetClass="entr" presetSubtype="0" fill="hold" grpId="15" nodeType="withEffect">
                      <p:stCondLst>
                        <p:cond delay="1050"/>
                      </p:stCondLst>
                      <p:childTnLst>
                        <p:set>
                          <p:cBhvr>
                            <p:cTn id="49" dur="1" fill="hold"/>
                            <p:tgtEl>
                              <p:spTgt spid="515"/>
                            </p:tgtEl>
                            <p:attrNameLst>
                              <p:attrName>style.visibility</p:attrName>
                            </p:attrNameLst>
                          </p:cBhvr>
                          <p:to>
                            <p:strVal val="visible"/>
                          </p:to>
                        </p:set>
                        <p:animEffect transition="in" filter="fade">
                          <p:cBhvr>
                            <p:cTn id="50" dur="350"/>
                            <p:tgtEl>
                              <p:spTgt spid="515"/>
                            </p:tgtEl>
                          </p:cBhvr>
                        </p:animEffect>
                      </p:childTnLst>
                    </p:cTn>
                  </p:par>
                  <p:par>
                    <p:cTn id="51" presetID="10" presetClass="entr" presetSubtype="0" fill="hold" grpId="16" nodeType="withEffect">
                      <p:stCondLst>
                        <p:cond delay="1120"/>
                      </p:stCondLst>
                      <p:childTnLst>
                        <p:set>
                          <p:cBhvr>
                            <p:cTn id="52" dur="1" fill="hold"/>
                            <p:tgtEl>
                              <p:spTgt spid="2"/>
                            </p:tgtEl>
                            <p:attrNameLst>
                              <p:attrName>style.visibility</p:attrName>
                            </p:attrNameLst>
                          </p:cBhvr>
                          <p:to>
                            <p:strVal val="visible"/>
                          </p:to>
                        </p:set>
                        <p:animEffect transition="in" filter="fade">
                          <p:cBhvr>
                            <p:cTn id="53" dur="350"/>
                            <p:tgtEl>
                              <p:spTgt spid="2"/>
                            </p:tgtEl>
                          </p:cBhvr>
                        </p:animEffect>
                      </p:childTnLst>
                    </p:cTn>
                  </p:par>
                  <p:par>
                    <p:cTn id="54" presetID="10" presetClass="entr" presetSubtype="0" fill="hold" grpId="17" nodeType="withEffect">
                      <p:stCondLst>
                        <p:cond delay="1190"/>
                      </p:stCondLst>
                      <p:childTnLst>
                        <p:set>
                          <p:cBhvr>
                            <p:cTn id="55" dur="1" fill="hold"/>
                            <p:tgtEl>
                              <p:spTgt spid="3"/>
                            </p:tgtEl>
                            <p:attrNameLst>
                              <p:attrName>style.visibility</p:attrName>
                            </p:attrNameLst>
                          </p:cBhvr>
                          <p:to>
                            <p:strVal val="visible"/>
                          </p:to>
                        </p:set>
                        <p:animEffect transition="in" filter="fade">
                          <p:cBhvr>
                            <p:cTn id="56" dur="350"/>
                            <p:tgtEl>
                              <p:spTgt spid="3"/>
                            </p:tgtEl>
                          </p:cBhvr>
                        </p:animEffect>
                      </p:childTnLst>
                    </p:cTn>
                  </p:par>
                  <p:par>
                    <p:cTn id="57" presetID="10" presetClass="entr" presetSubtype="0" fill="hold" grpId="18" nodeType="withEffect">
                      <p:stCondLst>
                        <p:cond delay="1260"/>
                      </p:stCondLst>
                      <p:childTnLst>
                        <p:set>
                          <p:cBhvr>
                            <p:cTn id="58" dur="1" fill="hold"/>
                            <p:tgtEl>
                              <p:spTgt spid="4"/>
                            </p:tgtEl>
                            <p:attrNameLst>
                              <p:attrName>style.visibility</p:attrName>
                            </p:attrNameLst>
                          </p:cBhvr>
                          <p:to>
                            <p:strVal val="visible"/>
                          </p:to>
                        </p:set>
                        <p:animEffect transition="in" filter="fade">
                          <p:cBhvr>
                            <p:cTn id="59" dur="350"/>
                            <p:tgtEl>
                              <p:spTgt spid="4"/>
                            </p:tgtEl>
                          </p:cBhvr>
                        </p:animEffect>
                      </p:childTnLst>
                    </p:cTn>
                  </p:par>
                  <p:par>
                    <p:cTn id="60" presetID="10" presetClass="entr" presetSubtype="0" fill="hold" grpId="19" nodeType="withEffect">
                      <p:stCondLst>
                        <p:cond delay="1330"/>
                      </p:stCondLst>
                      <p:childTnLst>
                        <p:set>
                          <p:cBhvr>
                            <p:cTn id="61" dur="1" fill="hold"/>
                            <p:tgtEl>
                              <p:spTgt spid="5"/>
                            </p:tgtEl>
                            <p:attrNameLst>
                              <p:attrName>style.visibility</p:attrName>
                            </p:attrNameLst>
                          </p:cBhvr>
                          <p:to>
                            <p:strVal val="visible"/>
                          </p:to>
                        </p:set>
                        <p:animEffect transition="in" filter="fade">
                          <p:cBhvr>
                            <p:cTn id="62" dur="350"/>
                            <p:tgtEl>
                              <p:spTgt spid="5"/>
                            </p:tgtEl>
                          </p:cBhvr>
                        </p:animEffect>
                      </p:childTnLst>
                    </p:cTn>
                  </p:par>
                  <p:par>
                    <p:cTn id="63" presetID="10" presetClass="entr" presetSubtype="0" fill="hold" grpId="20" nodeType="withEffect">
                      <p:stCondLst>
                        <p:cond delay="1400"/>
                      </p:stCondLst>
                      <p:childTnLst>
                        <p:set>
                          <p:cBhvr>
                            <p:cTn id="64" dur="1" fill="hold"/>
                            <p:tgtEl>
                              <p:spTgt spid="6"/>
                            </p:tgtEl>
                            <p:attrNameLst>
                              <p:attrName>style.visibility</p:attrName>
                            </p:attrNameLst>
                          </p:cBhvr>
                          <p:to>
                            <p:strVal val="visible"/>
                          </p:to>
                        </p:set>
                        <p:animEffect transition="in" filter="fade">
                          <p:cBhvr>
                            <p:cTn id="65" dur="350"/>
                            <p:tgtEl>
                              <p:spTgt spid="6"/>
                            </p:tgtEl>
                          </p:cBhvr>
                        </p:animEffect>
                      </p:childTnLst>
                    </p:cTn>
                  </p:par>
                  <p:par>
                    <p:cTn id="66" presetID="10" presetClass="entr" presetSubtype="0" fill="hold" grpId="21" nodeType="withEffect">
                      <p:stCondLst>
                        <p:cond delay="1470"/>
                      </p:stCondLst>
                      <p:childTnLst>
                        <p:set>
                          <p:cBhvr>
                            <p:cTn id="67" dur="1" fill="hold"/>
                            <p:tgtEl>
                              <p:spTgt spid="7"/>
                            </p:tgtEl>
                            <p:attrNameLst>
                              <p:attrName>style.visibility</p:attrName>
                            </p:attrNameLst>
                          </p:cBhvr>
                          <p:to>
                            <p:strVal val="visible"/>
                          </p:to>
                        </p:set>
                        <p:animEffect transition="in" filter="fade">
                          <p:cBhvr>
                            <p:cTn id="68" dur="350"/>
                            <p:tgtEl>
                              <p:spTgt spid="7"/>
                            </p:tgtEl>
                          </p:cBhvr>
                        </p:animEffect>
                      </p:childTnLst>
                    </p:cTn>
                  </p:par>
                  <p:par>
                    <p:cTn id="69" presetID="10" presetClass="entr" presetSubtype="0" fill="hold" grpId="22" nodeType="withEffect">
                      <p:stCondLst>
                        <p:cond delay="1540"/>
                      </p:stCondLst>
                      <p:childTnLst>
                        <p:set>
                          <p:cBhvr>
                            <p:cTn id="70" dur="1" fill="hold"/>
                            <p:tgtEl>
                              <p:spTgt spid="8"/>
                            </p:tgtEl>
                            <p:attrNameLst>
                              <p:attrName>style.visibility</p:attrName>
                            </p:attrNameLst>
                          </p:cBhvr>
                          <p:to>
                            <p:strVal val="visible"/>
                          </p:to>
                        </p:set>
                        <p:animEffect transition="in" filter="fade">
                          <p:cBhvr>
                            <p:cTn id="71" dur="350"/>
                            <p:tgtEl>
                              <p:spTgt spid="8"/>
                            </p:tgtEl>
                          </p:cBhvr>
                        </p:animEffect>
                      </p:childTnLst>
                    </p:cTn>
                  </p:par>
                  <p:par>
                    <p:cTn id="72" presetID="10" presetClass="entr" presetSubtype="0" fill="hold" grpId="23" nodeType="withEffect">
                      <p:stCondLst>
                        <p:cond delay="1610"/>
                      </p:stCondLst>
                      <p:childTnLst>
                        <p:set>
                          <p:cBhvr>
                            <p:cTn id="73" dur="1" fill="hold"/>
                            <p:tgtEl>
                              <p:spTgt spid="9"/>
                            </p:tgtEl>
                            <p:attrNameLst>
                              <p:attrName>style.visibility</p:attrName>
                            </p:attrNameLst>
                          </p:cBhvr>
                          <p:to>
                            <p:strVal val="visible"/>
                          </p:to>
                        </p:set>
                        <p:animEffect transition="in" filter="fade">
                          <p:cBhvr>
                            <p:cTn id="74" dur="350"/>
                            <p:tgtEl>
                              <p:spTgt spid="9"/>
                            </p:tgtEl>
                          </p:cBhvr>
                        </p:animEffect>
                      </p:childTnLst>
                    </p:cTn>
                  </p:par>
                  <p:par>
                    <p:cTn id="75" presetID="10" presetClass="entr" presetSubtype="0" fill="hold" grpId="24" nodeType="withEffect">
                      <p:stCondLst>
                        <p:cond delay="1680"/>
                      </p:stCondLst>
                      <p:childTnLst>
                        <p:set>
                          <p:cBhvr>
                            <p:cTn id="76" dur="1" fill="hold"/>
                            <p:tgtEl>
                              <p:spTgt spid="10"/>
                            </p:tgtEl>
                            <p:attrNameLst>
                              <p:attrName>style.visibility</p:attrName>
                            </p:attrNameLst>
                          </p:cBhvr>
                          <p:to>
                            <p:strVal val="visible"/>
                          </p:to>
                        </p:set>
                        <p:animEffect transition="in" filter="fade">
                          <p:cBhvr>
                            <p:cTn id="77" dur="350"/>
                            <p:tgtEl>
                              <p:spTgt spid="10"/>
                            </p:tgtEl>
                          </p:cBhvr>
                        </p:animEffect>
                      </p:childTnLst>
                    </p:cTn>
                  </p:par>
                  <p:par>
                    <p:cTn id="78" presetID="10" presetClass="entr" presetSubtype="0" fill="hold" grpId="25" nodeType="withEffect">
                      <p:stCondLst>
                        <p:cond delay="1750"/>
                      </p:stCondLst>
                      <p:childTnLst>
                        <p:set>
                          <p:cBhvr>
                            <p:cTn id="79" dur="1" fill="hold"/>
                            <p:tgtEl>
                              <p:spTgt spid="11"/>
                            </p:tgtEl>
                            <p:attrNameLst>
                              <p:attrName>style.visibility</p:attrName>
                            </p:attrNameLst>
                          </p:cBhvr>
                          <p:to>
                            <p:strVal val="visible"/>
                          </p:to>
                        </p:set>
                        <p:animEffect transition="in" filter="fade">
                          <p:cBhvr>
                            <p:cTn id="80" dur="350"/>
                            <p:tgtEl>
                              <p:spTgt spid="11"/>
                            </p:tgtEl>
                          </p:cBhvr>
                        </p:animEffect>
                      </p:childTnLst>
                    </p:cTn>
                  </p:par>
                  <p:par>
                    <p:cTn id="81" presetID="10" presetClass="entr" presetSubtype="0" fill="hold" grpId="26" nodeType="withEffect">
                      <p:stCondLst>
                        <p:cond delay="1820"/>
                      </p:stCondLst>
                      <p:childTnLst>
                        <p:set>
                          <p:cBhvr>
                            <p:cTn id="82" dur="1" fill="hold"/>
                            <p:tgtEl>
                              <p:spTgt spid="16"/>
                            </p:tgtEl>
                            <p:attrNameLst>
                              <p:attrName>style.visibility</p:attrName>
                            </p:attrNameLst>
                          </p:cBhvr>
                          <p:to>
                            <p:strVal val="visible"/>
                          </p:to>
                        </p:set>
                        <p:animEffect transition="in" filter="fade">
                          <p:cBhvr>
                            <p:cTn id="83" dur="350"/>
                            <p:tgtEl>
                              <p:spTgt spid="16"/>
                            </p:tgtEl>
                          </p:cBhvr>
                        </p:animEffect>
                      </p:childTnLst>
                    </p:cTn>
                  </p:par>
                  <p:par>
                    <p:cTn id="84" presetID="10" presetClass="entr" presetSubtype="0" fill="hold" grpId="27" nodeType="withEffect">
                      <p:stCondLst>
                        <p:cond delay="1890"/>
                      </p:stCondLst>
                      <p:childTnLst>
                        <p:set>
                          <p:cBhvr>
                            <p:cTn id="85" dur="1" fill="hold"/>
                            <p:tgtEl>
                              <p:spTgt spid="17"/>
                            </p:tgtEl>
                            <p:attrNameLst>
                              <p:attrName>style.visibility</p:attrName>
                            </p:attrNameLst>
                          </p:cBhvr>
                          <p:to>
                            <p:strVal val="visible"/>
                          </p:to>
                        </p:set>
                        <p:animEffect transition="in" filter="fade">
                          <p:cBhvr>
                            <p:cTn id="86" dur="350"/>
                            <p:tgtEl>
                              <p:spTgt spid="17"/>
                            </p:tgtEl>
                          </p:cBhvr>
                        </p:animEffect>
                      </p:childTnLst>
                    </p:cTn>
                  </p:par>
                  <p:par>
                    <p:cTn id="87" presetID="10" presetClass="entr" presetSubtype="0" fill="hold" grpId="28" nodeType="withEffect">
                      <p:stCondLst>
                        <p:cond delay="1960"/>
                      </p:stCondLst>
                      <p:childTnLst>
                        <p:set>
                          <p:cBhvr>
                            <p:cTn id="88" dur="1" fill="hold"/>
                            <p:tgtEl>
                              <p:spTgt spid="18"/>
                            </p:tgtEl>
                            <p:attrNameLst>
                              <p:attrName>style.visibility</p:attrName>
                            </p:attrNameLst>
                          </p:cBhvr>
                          <p:to>
                            <p:strVal val="visible"/>
                          </p:to>
                        </p:set>
                        <p:animEffect transition="in" filter="fade">
                          <p:cBhvr>
                            <p:cTn id="89" dur="350"/>
                            <p:tgtEl>
                              <p:spTgt spid="18"/>
                            </p:tgtEl>
                          </p:cBhvr>
                        </p:animEffect>
                      </p:childTnLst>
                    </p:cTn>
                  </p:par>
                  <p:par>
                    <p:cTn id="90" presetID="10" presetClass="entr" presetSubtype="0" fill="hold" grpId="29" nodeType="withEffect">
                      <p:stCondLst>
                        <p:cond delay="2030"/>
                      </p:stCondLst>
                      <p:childTnLst>
                        <p:set>
                          <p:cBhvr>
                            <p:cTn id="91" dur="1" fill="hold"/>
                            <p:tgtEl>
                              <p:spTgt spid="19"/>
                            </p:tgtEl>
                            <p:attrNameLst>
                              <p:attrName>style.visibility</p:attrName>
                            </p:attrNameLst>
                          </p:cBhvr>
                          <p:to>
                            <p:strVal val="visible"/>
                          </p:to>
                        </p:set>
                        <p:animEffect transition="in" filter="fade">
                          <p:cBhvr>
                            <p:cTn id="92" dur="350"/>
                            <p:tgtEl>
                              <p:spTgt spid="19"/>
                            </p:tgtEl>
                          </p:cBhvr>
                        </p:animEffect>
                      </p:childTnLst>
                    </p:cTn>
                  </p:par>
                  <p:par>
                    <p:cTn id="93" presetID="10" presetClass="entr" presetSubtype="0" fill="hold" grpId="30" nodeType="withEffect">
                      <p:stCondLst>
                        <p:cond delay="2100"/>
                      </p:stCondLst>
                      <p:childTnLst>
                        <p:set>
                          <p:cBhvr>
                            <p:cTn id="94" dur="1" fill="hold"/>
                            <p:tgtEl>
                              <p:spTgt spid="20"/>
                            </p:tgtEl>
                            <p:attrNameLst>
                              <p:attrName>style.visibility</p:attrName>
                            </p:attrNameLst>
                          </p:cBhvr>
                          <p:to>
                            <p:strVal val="visible"/>
                          </p:to>
                        </p:set>
                        <p:animEffect transition="in" filter="fade">
                          <p:cBhvr>
                            <p:cTn id="95" dur="350"/>
                            <p:tgtEl>
                              <p:spTgt spid="20"/>
                            </p:tgtEl>
                          </p:cBhvr>
                        </p:animEffect>
                      </p:childTnLst>
                    </p:cTn>
                  </p:par>
                  <p:par>
                    <p:cTn id="96" presetID="10" presetClass="entr" presetSubtype="0" fill="hold" grpId="31" nodeType="withEffect">
                      <p:stCondLst>
                        <p:cond delay="2170"/>
                      </p:stCondLst>
                      <p:childTnLst>
                        <p:set>
                          <p:cBhvr>
                            <p:cTn id="97" dur="1" fill="hold"/>
                            <p:tgtEl>
                              <p:spTgt spid="21"/>
                            </p:tgtEl>
                            <p:attrNameLst>
                              <p:attrName>style.visibility</p:attrName>
                            </p:attrNameLst>
                          </p:cBhvr>
                          <p:to>
                            <p:strVal val="visible"/>
                          </p:to>
                        </p:set>
                        <p:animEffect transition="in" filter="fade">
                          <p:cBhvr>
                            <p:cTn id="98" dur="350"/>
                            <p:tgtEl>
                              <p:spTgt spid="21"/>
                            </p:tgtEl>
                          </p:cBhvr>
                        </p:animEffect>
                      </p:childTnLst>
                    </p:cTn>
                  </p:par>
                  <p:par>
                    <p:cTn id="99" presetID="10" presetClass="entr" presetSubtype="0" fill="hold" grpId="32" nodeType="withEffect">
                      <p:stCondLst>
                        <p:cond delay="2240"/>
                      </p:stCondLst>
                      <p:childTnLst>
                        <p:set>
                          <p:cBhvr>
                            <p:cTn id="100" dur="1" fill="hold"/>
                            <p:tgtEl>
                              <p:spTgt spid="22"/>
                            </p:tgtEl>
                            <p:attrNameLst>
                              <p:attrName>style.visibility</p:attrName>
                            </p:attrNameLst>
                          </p:cBhvr>
                          <p:to>
                            <p:strVal val="visible"/>
                          </p:to>
                        </p:set>
                        <p:animEffect transition="in" filter="fade">
                          <p:cBhvr>
                            <p:cTn id="101" dur="350"/>
                            <p:tgtEl>
                              <p:spTgt spid="22"/>
                            </p:tgtEl>
                          </p:cBhvr>
                        </p:animEffect>
                      </p:childTnLst>
                    </p:cTn>
                  </p:par>
                  <p:par>
                    <p:cTn id="102" presetID="10" presetClass="entr" presetSubtype="0" fill="hold" grpId="33" nodeType="withEffect">
                      <p:stCondLst>
                        <p:cond delay="2310"/>
                      </p:stCondLst>
                      <p:childTnLst>
                        <p:set>
                          <p:cBhvr>
                            <p:cTn id="103" dur="1" fill="hold"/>
                            <p:tgtEl>
                              <p:spTgt spid="23"/>
                            </p:tgtEl>
                            <p:attrNameLst>
                              <p:attrName>style.visibility</p:attrName>
                            </p:attrNameLst>
                          </p:cBhvr>
                          <p:to>
                            <p:strVal val="visible"/>
                          </p:to>
                        </p:set>
                        <p:animEffect transition="in" filter="fade">
                          <p:cBhvr>
                            <p:cTn id="104" dur="350"/>
                            <p:tgtEl>
                              <p:spTgt spid="23"/>
                            </p:tgtEl>
                          </p:cBhvr>
                        </p:animEffect>
                      </p:childTnLst>
                    </p:cTn>
                  </p:par>
                  <p:par>
                    <p:cTn id="105" presetID="10" presetClass="entr" presetSubtype="0" fill="hold" grpId="34" nodeType="withEffect">
                      <p:stCondLst>
                        <p:cond delay="2380"/>
                      </p:stCondLst>
                      <p:childTnLst>
                        <p:set>
                          <p:cBhvr>
                            <p:cTn id="106" dur="1" fill="hold"/>
                            <p:tgtEl>
                              <p:spTgt spid="24"/>
                            </p:tgtEl>
                            <p:attrNameLst>
                              <p:attrName>style.visibility</p:attrName>
                            </p:attrNameLst>
                          </p:cBhvr>
                          <p:to>
                            <p:strVal val="visible"/>
                          </p:to>
                        </p:set>
                        <p:animEffect transition="in" filter="fade">
                          <p:cBhvr>
                            <p:cTn id="107" dur="350"/>
                            <p:tgtEl>
                              <p:spTgt spid="24"/>
                            </p:tgtEl>
                          </p:cBhvr>
                        </p:animEffect>
                      </p:childTnLst>
                    </p:cTn>
                  </p:par>
                  <p:par>
                    <p:cTn id="108" presetID="10" presetClass="entr" presetSubtype="0" fill="hold" grpId="35" nodeType="withEffect">
                      <p:stCondLst>
                        <p:cond delay="2450"/>
                      </p:stCondLst>
                      <p:childTnLst>
                        <p:set>
                          <p:cBhvr>
                            <p:cTn id="109" dur="1" fill="hold"/>
                            <p:tgtEl>
                              <p:spTgt spid="25"/>
                            </p:tgtEl>
                            <p:attrNameLst>
                              <p:attrName>style.visibility</p:attrName>
                            </p:attrNameLst>
                          </p:cBhvr>
                          <p:to>
                            <p:strVal val="visible"/>
                          </p:to>
                        </p:set>
                        <p:animEffect transition="in" filter="fade">
                          <p:cBhvr>
                            <p:cTn id="110" dur="350"/>
                            <p:tgtEl>
                              <p:spTgt spid="25"/>
                            </p:tgtEl>
                          </p:cBhvr>
                        </p:animEffect>
                      </p:childTnLst>
                    </p:cTn>
                  </p:par>
                  <p:par>
                    <p:cTn id="111" presetID="10" presetClass="entr" presetSubtype="0" fill="hold" grpId="36" nodeType="withEffect">
                      <p:stCondLst>
                        <p:cond delay="2520"/>
                      </p:stCondLst>
                      <p:childTnLst>
                        <p:set>
                          <p:cBhvr>
                            <p:cTn id="112" dur="1" fill="hold"/>
                            <p:tgtEl>
                              <p:spTgt spid="26"/>
                            </p:tgtEl>
                            <p:attrNameLst>
                              <p:attrName>style.visibility</p:attrName>
                            </p:attrNameLst>
                          </p:cBhvr>
                          <p:to>
                            <p:strVal val="visible"/>
                          </p:to>
                        </p:set>
                        <p:animEffect transition="in" filter="fade">
                          <p:cBhvr>
                            <p:cTn id="113" dur="350"/>
                            <p:tgtEl>
                              <p:spTgt spid="26"/>
                            </p:tgtEl>
                          </p:cBhvr>
                        </p:animEffect>
                      </p:childTnLst>
                    </p:cTn>
                  </p:par>
                  <p:par>
                    <p:cTn id="114" presetID="10" presetClass="entr" presetSubtype="0" fill="hold" grpId="37" nodeType="withEffect">
                      <p:stCondLst>
                        <p:cond delay="2590"/>
                      </p:stCondLst>
                      <p:childTnLst>
                        <p:set>
                          <p:cBhvr>
                            <p:cTn id="115" dur="1" fill="hold"/>
                            <p:tgtEl>
                              <p:spTgt spid="27"/>
                            </p:tgtEl>
                            <p:attrNameLst>
                              <p:attrName>style.visibility</p:attrName>
                            </p:attrNameLst>
                          </p:cBhvr>
                          <p:to>
                            <p:strVal val="visible"/>
                          </p:to>
                        </p:set>
                        <p:animEffect transition="in" filter="fade">
                          <p:cBhvr>
                            <p:cTn id="116" dur="350"/>
                            <p:tgtEl>
                              <p:spTgt spid="27"/>
                            </p:tgtEl>
                          </p:cBhvr>
                        </p:animEffect>
                      </p:childTnLst>
                    </p:cTn>
                  </p:par>
                  <p:par>
                    <p:cTn id="117" presetID="10" presetClass="entr" presetSubtype="0" fill="hold" grpId="38" nodeType="withEffect">
                      <p:stCondLst>
                        <p:cond delay="2660"/>
                      </p:stCondLst>
                      <p:childTnLst>
                        <p:set>
                          <p:cBhvr>
                            <p:cTn id="118" dur="1" fill="hold"/>
                            <p:tgtEl>
                              <p:spTgt spid="28"/>
                            </p:tgtEl>
                            <p:attrNameLst>
                              <p:attrName>style.visibility</p:attrName>
                            </p:attrNameLst>
                          </p:cBhvr>
                          <p:to>
                            <p:strVal val="visible"/>
                          </p:to>
                        </p:set>
                        <p:animEffect transition="in" filter="fade">
                          <p:cBhvr>
                            <p:cTn id="119" dur="350"/>
                            <p:tgtEl>
                              <p:spTgt spid="28"/>
                            </p:tgtEl>
                          </p:cBhvr>
                        </p:animEffect>
                      </p:childTnLst>
                    </p:cTn>
                  </p:par>
                  <p:par>
                    <p:cTn id="120" presetID="10" presetClass="entr" presetSubtype="0" fill="hold" grpId="39" nodeType="withEffect">
                      <p:stCondLst>
                        <p:cond delay="2730"/>
                      </p:stCondLst>
                      <p:childTnLst>
                        <p:set>
                          <p:cBhvr>
                            <p:cTn id="121" dur="1" fill="hold"/>
                            <p:tgtEl>
                              <p:spTgt spid="29"/>
                            </p:tgtEl>
                            <p:attrNameLst>
                              <p:attrName>style.visibility</p:attrName>
                            </p:attrNameLst>
                          </p:cBhvr>
                          <p:to>
                            <p:strVal val="visible"/>
                          </p:to>
                        </p:set>
                        <p:animEffect transition="in" filter="fade">
                          <p:cBhvr>
                            <p:cTn id="122" dur="350"/>
                            <p:tgtEl>
                              <p:spTgt spid="29"/>
                            </p:tgtEl>
                          </p:cBhvr>
                        </p:animEffect>
                      </p:childTnLst>
                    </p:cTn>
                  </p:par>
                  <p:par>
                    <p:cTn id="123" presetID="10" presetClass="entr" presetSubtype="0" fill="hold" grpId="40" nodeType="withEffect">
                      <p:stCondLst>
                        <p:cond delay="2800"/>
                      </p:stCondLst>
                      <p:childTnLst>
                        <p:set>
                          <p:cBhvr>
                            <p:cTn id="124" dur="1" fill="hold"/>
                            <p:tgtEl>
                              <p:spTgt spid="30"/>
                            </p:tgtEl>
                            <p:attrNameLst>
                              <p:attrName>style.visibility</p:attrName>
                            </p:attrNameLst>
                          </p:cBhvr>
                          <p:to>
                            <p:strVal val="visible"/>
                          </p:to>
                        </p:set>
                        <p:animEffect transition="in" filter="fade">
                          <p:cBhvr>
                            <p:cTn id="125" dur="350"/>
                            <p:tgtEl>
                              <p:spTgt spid="30"/>
                            </p:tgtEl>
                          </p:cBhvr>
                        </p:animEffect>
                      </p:childTnLst>
                    </p:cTn>
                  </p:par>
                  <p:par>
                    <p:cTn id="126" presetID="10" presetClass="entr" presetSubtype="0" fill="hold" grpId="41" nodeType="withEffect">
                      <p:stCondLst>
                        <p:cond delay="2870"/>
                      </p:stCondLst>
                      <p:childTnLst>
                        <p:set>
                          <p:cBhvr>
                            <p:cTn id="127" dur="1" fill="hold"/>
                            <p:tgtEl>
                              <p:spTgt spid="31"/>
                            </p:tgtEl>
                            <p:attrNameLst>
                              <p:attrName>style.visibility</p:attrName>
                            </p:attrNameLst>
                          </p:cBhvr>
                          <p:to>
                            <p:strVal val="visible"/>
                          </p:to>
                        </p:set>
                        <p:animEffect transition="in" filter="fade">
                          <p:cBhvr>
                            <p:cTn id="128" dur="350"/>
                            <p:tgtEl>
                              <p:spTgt spid="31"/>
                            </p:tgtEl>
                          </p:cBhvr>
                        </p:animEffect>
                      </p:childTnLst>
                    </p:cTn>
                  </p:par>
                  <p:par>
                    <p:cTn id="129" presetID="10" presetClass="entr" presetSubtype="0" fill="hold" grpId="42" nodeType="withEffect">
                      <p:stCondLst>
                        <p:cond delay="2940"/>
                      </p:stCondLst>
                      <p:childTnLst>
                        <p:set>
                          <p:cBhvr>
                            <p:cTn id="130" dur="1" fill="hold"/>
                            <p:tgtEl>
                              <p:spTgt spid="32"/>
                            </p:tgtEl>
                            <p:attrNameLst>
                              <p:attrName>style.visibility</p:attrName>
                            </p:attrNameLst>
                          </p:cBhvr>
                          <p:to>
                            <p:strVal val="visible"/>
                          </p:to>
                        </p:set>
                        <p:animEffect transition="in" filter="fade">
                          <p:cBhvr>
                            <p:cTn id="131" dur="350"/>
                            <p:tgtEl>
                              <p:spTgt spid="32"/>
                            </p:tgtEl>
                          </p:cBhvr>
                        </p:animEffect>
                      </p:childTnLst>
                    </p:cTn>
                  </p:par>
                  <p:par>
                    <p:cTn id="132" presetID="10" presetClass="entr" presetSubtype="0" fill="hold" grpId="43" nodeType="withEffect">
                      <p:stCondLst>
                        <p:cond delay="3010"/>
                      </p:stCondLst>
                      <p:childTnLst>
                        <p:set>
                          <p:cBhvr>
                            <p:cTn id="133" dur="1" fill="hold"/>
                            <p:tgtEl>
                              <p:spTgt spid="33"/>
                            </p:tgtEl>
                            <p:attrNameLst>
                              <p:attrName>style.visibility</p:attrName>
                            </p:attrNameLst>
                          </p:cBhvr>
                          <p:to>
                            <p:strVal val="visible"/>
                          </p:to>
                        </p:set>
                        <p:animEffect transition="in" filter="fade">
                          <p:cBhvr>
                            <p:cTn id="134" dur="350"/>
                            <p:tgtEl>
                              <p:spTgt spid="33"/>
                            </p:tgtEl>
                          </p:cBhvr>
                        </p:animEffect>
                      </p:childTnLst>
                    </p:cTn>
                  </p:par>
                  <p:par>
                    <p:cTn id="135" presetID="10" presetClass="entr" presetSubtype="0" fill="hold" grpId="44" nodeType="withEffect">
                      <p:stCondLst>
                        <p:cond delay="3080"/>
                      </p:stCondLst>
                      <p:childTnLst>
                        <p:set>
                          <p:cBhvr>
                            <p:cTn id="136" dur="1" fill="hold"/>
                            <p:tgtEl>
                              <p:spTgt spid="34"/>
                            </p:tgtEl>
                            <p:attrNameLst>
                              <p:attrName>style.visibility</p:attrName>
                            </p:attrNameLst>
                          </p:cBhvr>
                          <p:to>
                            <p:strVal val="visible"/>
                          </p:to>
                        </p:set>
                        <p:animEffect transition="in" filter="fade">
                          <p:cBhvr>
                            <p:cTn id="137" dur="350"/>
                            <p:tgtEl>
                              <p:spTgt spid="34"/>
                            </p:tgtEl>
                          </p:cBhvr>
                        </p:animEffect>
                      </p:childTnLst>
                    </p:cTn>
                  </p:par>
                  <p:par>
                    <p:cTn id="138" presetID="10" presetClass="entr" presetSubtype="0" fill="hold" grpId="45" nodeType="withEffect">
                      <p:stCondLst>
                        <p:cond delay="3150"/>
                      </p:stCondLst>
                      <p:childTnLst>
                        <p:set>
                          <p:cBhvr>
                            <p:cTn id="139" dur="1" fill="hold"/>
                            <p:tgtEl>
                              <p:spTgt spid="35"/>
                            </p:tgtEl>
                            <p:attrNameLst>
                              <p:attrName>style.visibility</p:attrName>
                            </p:attrNameLst>
                          </p:cBhvr>
                          <p:to>
                            <p:strVal val="visible"/>
                          </p:to>
                        </p:set>
                        <p:animEffect transition="in" filter="fade">
                          <p:cBhvr>
                            <p:cTn id="140" dur="350"/>
                            <p:tgtEl>
                              <p:spTgt spid="35"/>
                            </p:tgtEl>
                          </p:cBhvr>
                        </p:animEffect>
                      </p:childTnLst>
                    </p:cTn>
                  </p:par>
                </p:childTnLst>
              </p:cTn>
            </p:par>
          </p:childTnLst>
        </p:cTn>
      </p:par>
    </p:tnLst>
    <p:bldLst>
      <p:bldP spid="500" grpId="0" uiExpand="1" build="p"/>
      <p:bldP spid="501" grpId="1" uiExpand="1" build="p"/>
      <p:bldP spid="502" grpId="2" uiExpand="1" build="p"/>
      <p:bldP spid="503" grpId="3" uiExpand="1" build="p"/>
      <p:bldP spid="504" grpId="4" uiExpand="1" build="p"/>
      <p:bldP spid="505" grpId="5" uiExpand="1" build="p"/>
      <p:bldP spid="506" grpId="6" uiExpand="1" build="p"/>
      <p:bldP spid="507" grpId="7" uiExpand="1" build="p"/>
      <p:bldP spid="508" grpId="8" uiExpand="1" build="p"/>
      <p:bldP spid="509" grpId="9" uiExpand="1" build="p"/>
      <p:bldP spid="510" grpId="10" uiExpand="1" build="p"/>
      <p:bldP spid="511" grpId="11" uiExpand="1" build="p"/>
      <p:bldP spid="512" grpId="12" uiExpand="1" build="p"/>
      <p:bldP spid="513" grpId="13" uiExpand="1" build="p"/>
      <p:bldP spid="514" grpId="14" uiExpand="1" build="p"/>
      <p:bldP spid="515" grpId="15" uiExpand="1" build="p"/>
      <p:bldP spid="2" grpId="16" uiExpand="1" build="p"/>
      <p:bldP spid="3" grpId="17" uiExpand="1" build="p"/>
      <p:bldP spid="4" grpId="18" uiExpand="1" build="p"/>
      <p:bldP spid="5" grpId="19" uiExpand="1" build="p"/>
      <p:bldP spid="6" grpId="20" uiExpand="1" build="p"/>
      <p:bldP spid="7" grpId="21" uiExpand="1" build="p"/>
      <p:bldP spid="8" grpId="22" uiExpand="1" build="p"/>
      <p:bldP spid="9" grpId="23" uiExpand="1" build="p"/>
      <p:bldP spid="10" grpId="24" uiExpand="1" build="p"/>
      <p:bldP spid="11" grpId="25" uiExpand="1" build="p"/>
      <p:bldP spid="16" grpId="26" uiExpand="1" build="p"/>
      <p:bldP spid="17" grpId="27" uiExpand="1" build="p"/>
      <p:bldP spid="18" grpId="28" uiExpand="1" build="p"/>
      <p:bldP spid="19" grpId="29" uiExpand="1" build="p"/>
      <p:bldP spid="20" grpId="30" uiExpand="1" build="p"/>
      <p:bldP spid="21" grpId="31" uiExpand="1" build="p"/>
      <p:bldP spid="22" grpId="32" uiExpand="1" build="p"/>
      <p:bldP spid="23" grpId="33" uiExpand="1" build="p"/>
      <p:bldP spid="24" grpId="34" uiExpand="1" build="p"/>
      <p:bldP spid="25" grpId="35" uiExpand="1" build="p"/>
      <p:bldP spid="26" grpId="36" uiExpand="1" build="p"/>
      <p:bldP spid="27" grpId="37" uiExpand="1" build="p"/>
      <p:bldP spid="28" grpId="38" uiExpand="1" build="p"/>
      <p:bldP spid="29" grpId="39" uiExpand="1" build="p"/>
      <p:bldP spid="30" grpId="40" uiExpand="1" build="p"/>
      <p:bldP spid="31" grpId="41" uiExpand="1" build="p"/>
      <p:bldP spid="32" grpId="42" uiExpand="1" build="p"/>
      <p:bldP spid="33" grpId="43" uiExpand="1" build="p"/>
      <p:bldP spid="34" grpId="44" uiExpand="1" build="p"/>
      <p:bldP spid="35" grpId="45"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9C27B0">
                <a:alpha val="6000"/>
              </a:srgbClr>
            </a:solidFill>
          </a:ln>
        </p:spPr>
      </p:sp>
      <p:sp>
        <p:nvSpPr>
          <p:cNvPr id="501" name="d501"/>
          <p:cNvSpPr/>
          <p:nvPr/>
        </p:nvSpPr>
        <p:spPr>
          <a:xfrm>
            <a:off x="3472000" y="1471750"/>
            <a:ext cx="2200000" cy="2200000"/>
          </a:xfrm>
          <a:prstGeom prst="ellipse">
            <a:avLst/>
          </a:prstGeom>
          <a:noFill/>
          <a:ln w="20000">
            <a:solidFill>
              <a:srgbClr val="FF6D00">
                <a:alpha val="3000"/>
              </a:srgbClr>
            </a:solidFill>
          </a:ln>
        </p:spPr>
      </p:sp>
      <p:sp>
        <p:nvSpPr>
          <p:cNvPr id="502" name="d502"/>
          <p:cNvSpPr/>
          <p:nvPr/>
        </p:nvSpPr>
        <p:spPr>
          <a:xfrm>
            <a:off x="0" y="0"/>
            <a:ext cx="9144000" cy="642937"/>
          </a:xfrm>
          <a:prstGeom prst="rect">
            <a:avLst/>
          </a:prstGeom>
          <a:solidFill>
            <a:srgbClr val="9C27B0">
              <a:alpha val="5000"/>
            </a:srgbClr>
          </a:solidFill>
          <a:ln>
            <a:noFill/>
          </a:ln>
        </p:spPr>
      </p:sp>
      <p:sp>
        <p:nvSpPr>
          <p:cNvPr id="503" name="d503"/>
          <p:cNvSpPr/>
          <p:nvPr/>
        </p:nvSpPr>
        <p:spPr>
          <a:xfrm>
            <a:off x="0" y="4500563"/>
            <a:ext cx="9144000" cy="642937"/>
          </a:xfrm>
          <a:prstGeom prst="rect">
            <a:avLst/>
          </a:prstGeom>
          <a:solidFill>
            <a:srgbClr val="00E676">
              <a:alpha val="5000"/>
            </a:srgbClr>
          </a:solidFill>
          <a:ln>
            <a:noFill/>
          </a:ln>
        </p:spPr>
      </p:sp>
      <p:sp>
        <p:nvSpPr>
          <p:cNvPr id="504" name="d504"/>
          <p:cNvSpPr/>
          <p:nvPr/>
        </p:nvSpPr>
        <p:spPr>
          <a:xfrm>
            <a:off x="0" y="514350"/>
            <a:ext cx="200000" cy="200000"/>
          </a:xfrm>
          <a:prstGeom prst="ellipse">
            <a:avLst/>
          </a:prstGeom>
          <a:solidFill>
            <a:srgbClr val="9C27B0">
              <a:alpha val="10000"/>
            </a:srgbClr>
          </a:solidFill>
          <a:ln>
            <a:noFill/>
          </a:ln>
        </p:spPr>
      </p:sp>
      <p:sp>
        <p:nvSpPr>
          <p:cNvPr id="505" name="d505"/>
          <p:cNvSpPr/>
          <p:nvPr/>
        </p:nvSpPr>
        <p:spPr>
          <a:xfrm>
            <a:off x="1828800" y="514350"/>
            <a:ext cx="200000" cy="200000"/>
          </a:xfrm>
          <a:prstGeom prst="ellipse">
            <a:avLst/>
          </a:prstGeom>
          <a:solidFill>
            <a:srgbClr val="9C27B0">
              <a:alpha val="10000"/>
            </a:srgbClr>
          </a:solidFill>
          <a:ln>
            <a:noFill/>
          </a:ln>
        </p:spPr>
      </p:sp>
      <p:sp>
        <p:nvSpPr>
          <p:cNvPr id="506" name="d506"/>
          <p:cNvSpPr/>
          <p:nvPr/>
        </p:nvSpPr>
        <p:spPr>
          <a:xfrm>
            <a:off x="3657600" y="514350"/>
            <a:ext cx="200000" cy="200000"/>
          </a:xfrm>
          <a:prstGeom prst="ellipse">
            <a:avLst/>
          </a:prstGeom>
          <a:solidFill>
            <a:srgbClr val="9C27B0">
              <a:alpha val="10000"/>
            </a:srgbClr>
          </a:solidFill>
          <a:ln>
            <a:noFill/>
          </a:ln>
        </p:spPr>
      </p:sp>
      <p:sp>
        <p:nvSpPr>
          <p:cNvPr id="507" name="d507"/>
          <p:cNvSpPr/>
          <p:nvPr/>
        </p:nvSpPr>
        <p:spPr>
          <a:xfrm>
            <a:off x="5486400" y="514350"/>
            <a:ext cx="200000" cy="200000"/>
          </a:xfrm>
          <a:prstGeom prst="ellipse">
            <a:avLst/>
          </a:prstGeom>
          <a:solidFill>
            <a:srgbClr val="9C27B0">
              <a:alpha val="10000"/>
            </a:srgbClr>
          </a:solidFill>
          <a:ln>
            <a:noFill/>
          </a:ln>
        </p:spPr>
      </p:sp>
      <p:sp>
        <p:nvSpPr>
          <p:cNvPr id="508" name="d508"/>
          <p:cNvSpPr/>
          <p:nvPr/>
        </p:nvSpPr>
        <p:spPr>
          <a:xfrm>
            <a:off x="7315200" y="514350"/>
            <a:ext cx="200000" cy="200000"/>
          </a:xfrm>
          <a:prstGeom prst="ellipse">
            <a:avLst/>
          </a:prstGeom>
          <a:solidFill>
            <a:srgbClr val="9C27B0">
              <a:alpha val="10000"/>
            </a:srgbClr>
          </a:solidFill>
          <a:ln>
            <a:noFill/>
          </a:ln>
        </p:spPr>
      </p:sp>
      <p:sp>
        <p:nvSpPr>
          <p:cNvPr id="509" name="d509"/>
          <p:cNvSpPr/>
          <p:nvPr/>
        </p:nvSpPr>
        <p:spPr>
          <a:xfrm>
            <a:off x="914400" y="4371975"/>
            <a:ext cx="150000" cy="150000"/>
          </a:xfrm>
          <a:prstGeom prst="ellipse">
            <a:avLst/>
          </a:prstGeom>
          <a:solidFill>
            <a:srgbClr val="2196F3">
              <a:alpha val="10000"/>
            </a:srgbClr>
          </a:solidFill>
          <a:ln>
            <a:noFill/>
          </a:ln>
        </p:spPr>
      </p:sp>
      <p:sp>
        <p:nvSpPr>
          <p:cNvPr id="510" name="d510"/>
          <p:cNvSpPr/>
          <p:nvPr/>
        </p:nvSpPr>
        <p:spPr>
          <a:xfrm>
            <a:off x="2743200" y="4371975"/>
            <a:ext cx="150000" cy="150000"/>
          </a:xfrm>
          <a:prstGeom prst="ellipse">
            <a:avLst/>
          </a:prstGeom>
          <a:solidFill>
            <a:srgbClr val="2196F3">
              <a:alpha val="10000"/>
            </a:srgbClr>
          </a:solidFill>
          <a:ln>
            <a:noFill/>
          </a:ln>
        </p:spPr>
      </p:sp>
      <p:sp>
        <p:nvSpPr>
          <p:cNvPr id="511" name="d511"/>
          <p:cNvSpPr/>
          <p:nvPr/>
        </p:nvSpPr>
        <p:spPr>
          <a:xfrm>
            <a:off x="4572000" y="4371975"/>
            <a:ext cx="150000" cy="150000"/>
          </a:xfrm>
          <a:prstGeom prst="ellipse">
            <a:avLst/>
          </a:prstGeom>
          <a:solidFill>
            <a:srgbClr val="2196F3">
              <a:alpha val="10000"/>
            </a:srgbClr>
          </a:solidFill>
          <a:ln>
            <a:noFill/>
          </a:ln>
        </p:spPr>
      </p:sp>
      <p:sp>
        <p:nvSpPr>
          <p:cNvPr id="512" name="d512"/>
          <p:cNvSpPr/>
          <p:nvPr/>
        </p:nvSpPr>
        <p:spPr>
          <a:xfrm>
            <a:off x="6400800" y="4371975"/>
            <a:ext cx="150000" cy="150000"/>
          </a:xfrm>
          <a:prstGeom prst="ellipse">
            <a:avLst/>
          </a:prstGeom>
          <a:solidFill>
            <a:srgbClr val="2196F3">
              <a:alpha val="10000"/>
            </a:srgbClr>
          </a:solidFill>
          <a:ln>
            <a:noFill/>
          </a:ln>
        </p:spPr>
      </p:sp>
      <p:sp>
        <p:nvSpPr>
          <p:cNvPr id="513" name="d513"/>
          <p:cNvSpPr/>
          <p:nvPr/>
        </p:nvSpPr>
        <p:spPr>
          <a:xfrm>
            <a:off x="8229600" y="4371975"/>
            <a:ext cx="150000" cy="150000"/>
          </a:xfrm>
          <a:prstGeom prst="ellipse">
            <a:avLst/>
          </a:prstGeom>
          <a:solidFill>
            <a:srgbClr val="2196F3">
              <a:alpha val="10000"/>
            </a:srgbClr>
          </a:solidFill>
          <a:ln>
            <a:noFill/>
          </a:ln>
        </p:spPr>
      </p:sp>
      <p:sp>
        <p:nvSpPr>
          <p:cNvPr id="514" name="d514"/>
          <p:cNvSpPr/>
          <p:nvPr/>
        </p:nvSpPr>
        <p:spPr>
          <a:xfrm>
            <a:off x="4272000" y="10000"/>
            <a:ext cx="600000" cy="300000"/>
          </a:xfrm>
          <a:prstGeom prst="diamond">
            <a:avLst/>
          </a:prstGeom>
          <a:solidFill>
            <a:srgbClr val="00E676">
              <a:alpha val="10000"/>
            </a:srgbClr>
          </a:solidFill>
          <a:ln>
            <a:noFill/>
          </a:ln>
        </p:spPr>
      </p:sp>
      <p:sp>
        <p:nvSpPr>
          <p:cNvPr id="515" name="d515"/>
          <p:cNvSpPr/>
          <p:nvPr/>
        </p:nvSpPr>
        <p:spPr>
          <a:xfrm>
            <a:off x="4272000" y="4833500"/>
            <a:ext cx="600000" cy="300000"/>
          </a:xfrm>
          <a:prstGeom prst="diamond">
            <a:avLst/>
          </a:prstGeom>
          <a:solidFill>
            <a:srgbClr val="9C27B0">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200" b="1">
                <a:solidFill>
                  <a:srgbClr val="FF6D00"/>
                </a:solidFill>
                <a:latin typeface="Arial"/>
                <a:ea typeface="Arial" pitchFamily="34" charset="-122"/>
                <a:cs typeface="Arial"/>
              </a:rPr>
              <a:t>THE 5 STAGES OF PLAYING </a:t>
            </a:r>
            <a:endParaRPr lang="en-US" sz="3200">
              <a:latin typeface="Arial"/>
              <a:cs typeface="Arial"/>
            </a:endParaRPr>
          </a:p>
        </p:txBody>
      </p:sp>
      <p:sp>
        <p:nvSpPr>
          <p:cNvPr id="3" name="Shape 1"/>
          <p:cNvSpPr/>
          <p:nvPr/>
        </p:nvSpPr>
        <p:spPr>
          <a:xfrm>
            <a:off x="457200" y="1143000"/>
            <a:ext cx="548640" cy="548640"/>
          </a:xfrm>
          <a:prstGeom prst="ellipse">
            <a:avLst/>
          </a:prstGeom>
          <a:solidFill>
            <a:srgbClr val="2196F3"/>
          </a:solidFill>
          <a:ln/>
        </p:spPr>
      </p:sp>
      <p:sp>
        <p:nvSpPr>
          <p:cNvPr id="4" name="Text 2"/>
          <p:cNvSpPr/>
          <p:nvPr/>
        </p:nvSpPr>
        <p:spPr>
          <a:xfrm>
            <a:off x="457200" y="114300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1</a:t>
            </a:r>
            <a:endParaRPr lang="en-US" sz="2200"/>
          </a:p>
        </p:txBody>
      </p:sp>
      <p:sp>
        <p:nvSpPr>
          <p:cNvPr id="5" name="Text 3"/>
          <p:cNvSpPr/>
          <p:nvPr/>
        </p:nvSpPr>
        <p:spPr>
          <a:xfrm>
            <a:off x="1188720" y="109728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DENIAL</a:t>
            </a:r>
            <a:endParaRPr lang="en-US" sz="1800"/>
          </a:p>
        </p:txBody>
      </p:sp>
      <p:sp>
        <p:nvSpPr>
          <p:cNvPr id="6" name="Text 4"/>
          <p:cNvSpPr/>
          <p:nvPr/>
        </p:nvSpPr>
        <p:spPr>
          <a:xfrm>
            <a:off x="1188720" y="1417320"/>
            <a:ext cx="7315200" cy="320040"/>
          </a:xfrm>
          <a:prstGeom prst="rect">
            <a:avLst/>
          </a:prstGeom>
          <a:noFill/>
          <a:ln/>
        </p:spPr>
        <p:txBody>
          <a:bodyPr wrap="square" lIns="0" tIns="0" rIns="0" bIns="0" rtlCol="0" anchor="ctr"/>
          <a:lstStyle/>
          <a:p>
            <a:r>
              <a:rPr lang="en-US" sz="1300" i="1">
                <a:solidFill>
                  <a:srgbClr val="B0BEC5"/>
                </a:solidFill>
                <a:latin typeface="Arial"/>
                <a:ea typeface="Arial" pitchFamily="34" charset="-122"/>
                <a:cs typeface="Arial"/>
              </a:rPr>
              <a:t>"I'll get better,"</a:t>
            </a:r>
            <a:endParaRPr lang="en-US" sz="1300">
              <a:latin typeface="Arial"/>
              <a:cs typeface="Arial"/>
            </a:endParaRPr>
          </a:p>
        </p:txBody>
      </p:sp>
      <p:sp>
        <p:nvSpPr>
          <p:cNvPr id="7" name="Shape 5"/>
          <p:cNvSpPr/>
          <p:nvPr/>
        </p:nvSpPr>
        <p:spPr>
          <a:xfrm>
            <a:off x="457200" y="1920240"/>
            <a:ext cx="548640" cy="548640"/>
          </a:xfrm>
          <a:prstGeom prst="ellipse">
            <a:avLst/>
          </a:prstGeom>
          <a:solidFill>
            <a:srgbClr val="2196F3"/>
          </a:solidFill>
          <a:ln/>
        </p:spPr>
      </p:sp>
      <p:sp>
        <p:nvSpPr>
          <p:cNvPr id="8" name="Text 6"/>
          <p:cNvSpPr/>
          <p:nvPr/>
        </p:nvSpPr>
        <p:spPr>
          <a:xfrm>
            <a:off x="457200" y="192024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2</a:t>
            </a:r>
            <a:endParaRPr lang="en-US" sz="2200"/>
          </a:p>
        </p:txBody>
      </p:sp>
      <p:sp>
        <p:nvSpPr>
          <p:cNvPr id="9" name="Text 7"/>
          <p:cNvSpPr/>
          <p:nvPr/>
        </p:nvSpPr>
        <p:spPr>
          <a:xfrm>
            <a:off x="1188720" y="187452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ANGER</a:t>
            </a:r>
            <a:endParaRPr lang="en-US" sz="1800"/>
          </a:p>
        </p:txBody>
      </p:sp>
      <p:sp>
        <p:nvSpPr>
          <p:cNvPr id="10" name="Text 8"/>
          <p:cNvSpPr/>
          <p:nvPr/>
        </p:nvSpPr>
        <p:spPr>
          <a:xfrm>
            <a:off x="1188720" y="2194560"/>
            <a:ext cx="7315200" cy="320040"/>
          </a:xfrm>
          <a:prstGeom prst="rect">
            <a:avLst/>
          </a:prstGeom>
          <a:noFill/>
          <a:ln/>
        </p:spPr>
        <p:txBody>
          <a:bodyPr wrap="square" lIns="0" tIns="0" rIns="0" bIns="0" rtlCol="0" anchor="ctr"/>
          <a:lstStyle/>
          <a:p>
            <a:pPr marL="0" indent="0" algn="l">
              <a:buNone/>
            </a:pPr>
            <a:r>
              <a:rPr lang="en-US" sz="1300" i="1">
                <a:solidFill>
                  <a:srgbClr val="B0BEC5"/>
                </a:solidFill>
                <a:latin typeface="Arial" pitchFamily="34" charset="0"/>
                <a:ea typeface="Arial" pitchFamily="34" charset="-122"/>
                <a:cs typeface="Arial" pitchFamily="34" charset="-120"/>
              </a:rPr>
              <a:t>"WHY ARE YOU HITTING IT TOWARDS OUR GOAL"</a:t>
            </a:r>
            <a:endParaRPr lang="en-US" sz="1300"/>
          </a:p>
        </p:txBody>
      </p:sp>
      <p:sp>
        <p:nvSpPr>
          <p:cNvPr id="11" name="Shape 9"/>
          <p:cNvSpPr/>
          <p:nvPr/>
        </p:nvSpPr>
        <p:spPr>
          <a:xfrm>
            <a:off x="457200" y="2697480"/>
            <a:ext cx="548640" cy="548640"/>
          </a:xfrm>
          <a:prstGeom prst="ellipse">
            <a:avLst/>
          </a:prstGeom>
          <a:solidFill>
            <a:srgbClr val="2196F3"/>
          </a:solidFill>
          <a:ln/>
        </p:spPr>
      </p:sp>
      <p:sp>
        <p:nvSpPr>
          <p:cNvPr id="12" name="Text 10"/>
          <p:cNvSpPr/>
          <p:nvPr/>
        </p:nvSpPr>
        <p:spPr>
          <a:xfrm>
            <a:off x="457200" y="269748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3</a:t>
            </a:r>
            <a:endParaRPr lang="en-US" sz="2200"/>
          </a:p>
        </p:txBody>
      </p:sp>
      <p:sp>
        <p:nvSpPr>
          <p:cNvPr id="15" name="Shape 13"/>
          <p:cNvSpPr/>
          <p:nvPr/>
        </p:nvSpPr>
        <p:spPr>
          <a:xfrm>
            <a:off x="457200" y="3474720"/>
            <a:ext cx="548640" cy="548640"/>
          </a:xfrm>
          <a:prstGeom prst="ellipse">
            <a:avLst/>
          </a:prstGeom>
          <a:solidFill>
            <a:srgbClr val="2196F3"/>
          </a:solidFill>
          <a:ln/>
        </p:spPr>
      </p:sp>
      <p:sp>
        <p:nvSpPr>
          <p:cNvPr id="16" name="Text 14"/>
          <p:cNvSpPr/>
          <p:nvPr/>
        </p:nvSpPr>
        <p:spPr>
          <a:xfrm>
            <a:off x="457200" y="347472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4</a:t>
            </a:r>
            <a:endParaRPr lang="en-US" sz="2200"/>
          </a:p>
        </p:txBody>
      </p:sp>
      <p:sp>
        <p:nvSpPr>
          <p:cNvPr id="17" name="Text 15"/>
          <p:cNvSpPr/>
          <p:nvPr/>
        </p:nvSpPr>
        <p:spPr>
          <a:xfrm>
            <a:off x="1188720" y="342900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DEPRESSION</a:t>
            </a:r>
            <a:endParaRPr lang="en-US" sz="1800"/>
          </a:p>
        </p:txBody>
      </p:sp>
      <p:sp>
        <p:nvSpPr>
          <p:cNvPr id="18" name="Text 16"/>
          <p:cNvSpPr/>
          <p:nvPr/>
        </p:nvSpPr>
        <p:spPr>
          <a:xfrm>
            <a:off x="1188720" y="3749040"/>
            <a:ext cx="7315200" cy="320040"/>
          </a:xfrm>
          <a:prstGeom prst="rect">
            <a:avLst/>
          </a:prstGeom>
          <a:noFill/>
          <a:ln/>
        </p:spPr>
        <p:txBody>
          <a:bodyPr wrap="square" lIns="0" tIns="0" rIns="0" bIns="0" rtlCol="0" anchor="ctr"/>
          <a:lstStyle/>
          <a:p>
            <a:pPr marL="0" indent="0" algn="l">
              <a:buNone/>
            </a:pPr>
            <a:r>
              <a:rPr lang="en-US" sz="1300" i="1">
                <a:solidFill>
                  <a:srgbClr val="B0BEC5"/>
                </a:solidFill>
                <a:latin typeface="Arial" pitchFamily="34" charset="0"/>
                <a:ea typeface="Arial" pitchFamily="34" charset="-122"/>
                <a:cs typeface="Arial" pitchFamily="34" charset="-120"/>
              </a:rPr>
              <a:t>3-game losing streak. Silence in voice chat.</a:t>
            </a:r>
            <a:endParaRPr lang="en-US" sz="1300"/>
          </a:p>
        </p:txBody>
      </p:sp>
      <p:sp>
        <p:nvSpPr>
          <p:cNvPr id="19" name="Shape 17"/>
          <p:cNvSpPr/>
          <p:nvPr/>
        </p:nvSpPr>
        <p:spPr>
          <a:xfrm>
            <a:off x="457200" y="4251960"/>
            <a:ext cx="548640" cy="548640"/>
          </a:xfrm>
          <a:prstGeom prst="ellipse">
            <a:avLst/>
          </a:prstGeom>
          <a:solidFill>
            <a:srgbClr val="FF6D00"/>
          </a:solidFill>
          <a:ln/>
        </p:spPr>
      </p:sp>
      <p:sp>
        <p:nvSpPr>
          <p:cNvPr id="20" name="Text 18"/>
          <p:cNvSpPr/>
          <p:nvPr/>
        </p:nvSpPr>
        <p:spPr>
          <a:xfrm>
            <a:off x="457200" y="425196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5</a:t>
            </a:r>
            <a:endParaRPr lang="en-US" sz="2200"/>
          </a:p>
        </p:txBody>
      </p:sp>
      <p:sp>
        <p:nvSpPr>
          <p:cNvPr id="21" name="Text 19"/>
          <p:cNvSpPr/>
          <p:nvPr/>
        </p:nvSpPr>
        <p:spPr>
          <a:xfrm>
            <a:off x="1188720" y="420624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ACCEPTANCE</a:t>
            </a:r>
            <a:endParaRPr lang="en-US" sz="1800"/>
          </a:p>
        </p:txBody>
      </p:sp>
      <p:sp>
        <p:nvSpPr>
          <p:cNvPr id="22" name="Text 20"/>
          <p:cNvSpPr/>
          <p:nvPr/>
        </p:nvSpPr>
        <p:spPr>
          <a:xfrm>
            <a:off x="1188720" y="4526280"/>
            <a:ext cx="7315200" cy="320040"/>
          </a:xfrm>
          <a:prstGeom prst="rect">
            <a:avLst/>
          </a:prstGeom>
          <a:noFill/>
          <a:ln/>
        </p:spPr>
        <p:txBody>
          <a:bodyPr wrap="square" lIns="0" tIns="0" rIns="0" bIns="0" rtlCol="0" anchor="ctr"/>
          <a:lstStyle/>
          <a:p>
            <a:pPr marL="0" indent="0" algn="l">
              <a:buNone/>
            </a:pPr>
            <a:r>
              <a:rPr lang="en-US" sz="1300" i="1">
                <a:solidFill>
                  <a:srgbClr val="B0BEC5"/>
                </a:solidFill>
                <a:latin typeface="Arial" pitchFamily="34" charset="0"/>
                <a:ea typeface="Arial" pitchFamily="34" charset="-122"/>
                <a:cs typeface="Arial" pitchFamily="34" charset="-120"/>
              </a:rPr>
              <a:t>"He's getting married. At least that's one W."</a:t>
            </a:r>
            <a:endParaRPr lang="en-US" sz="1300"/>
          </a:p>
        </p:txBody>
      </p:sp>
      <p:pic>
        <p:nvPicPr>
          <p:cNvPr id="23" name="Picture 22">
            <a:extLst>
              <a:ext uri="{FF2B5EF4-FFF2-40B4-BE49-F238E27FC236}">
                <a16:creationId xmlns:a16="http://schemas.microsoft.com/office/drawing/2014/main" id="{9AD4D43D-8D59-A27B-2666-F486CC189803}"/>
              </a:ext>
            </a:extLst>
          </p:cNvPr>
          <p:cNvPicPr>
            <a:picLocks noChangeAspect="1"/>
          </p:cNvPicPr>
          <p:nvPr/>
        </p:nvPicPr>
        <p:blipFill>
          <a:blip r:embed="rId3"/>
          <a:stretch>
            <a:fillRect/>
          </a:stretch>
        </p:blipFill>
        <p:spPr>
          <a:xfrm>
            <a:off x="6378276" y="734785"/>
            <a:ext cx="2216748" cy="3951515"/>
          </a:xfrm>
          <a:prstGeom prst="rect">
            <a:avLst/>
          </a:prstGeom>
        </p:spPr>
      </p:pic>
    </p:spTree>
  </p:cSld>
  <p:clrMapOvr>
    <a:masterClrMapping/>
  </p:clrMapOvr>
  <p:transition spd="fast">
    <p:blinds dir="vert"/>
  </p:transition>
  <p:timing>
    <p:tnLst>
      <p:par>
        <p:cTn id="1" dur="indefinite" restart="whenNotActive" nodeType="tmRoot">
          <p:childTnLst>
            <p:par>
              <p:cTn id="2" fill="hold">
                <p:stCondLst>
                  <p:cond delay="300"/>
                </p:stCondLst>
                <p:childTnLst>
                  <p:par>
                    <p:cTn id="3" presetID="10" presetClass="entr" presetSubtype="0" fill="hold" grpId="0" nodeType="withEffect">
                      <p:stCondLst>
                        <p:cond delay="0"/>
                      </p:stCondLst>
                      <p:childTnLst>
                        <p:set>
                          <p:cBhvr>
                            <p:cTn id="4" dur="1" fill="hold"/>
                            <p:tgtEl>
                              <p:spTgt spid="500"/>
                            </p:tgtEl>
                            <p:attrNameLst>
                              <p:attrName>style.visibility</p:attrName>
                            </p:attrNameLst>
                          </p:cBhvr>
                          <p:to>
                            <p:strVal val="visible"/>
                          </p:to>
                        </p:set>
                        <p:animEffect transition="in" filter="fade">
                          <p:cBhvr>
                            <p:cTn id="5" dur="600"/>
                            <p:tgtEl>
                              <p:spTgt spid="500"/>
                            </p:tgtEl>
                          </p:cBhvr>
                        </p:animEffect>
                      </p:childTnLst>
                    </p:cTn>
                  </p:par>
                  <p:par>
                    <p:cTn id="6" presetID="10" presetClass="entr" presetSubtype="0" fill="hold" grpId="1" nodeType="withEffect">
                      <p:stCondLst>
                        <p:cond delay="110"/>
                      </p:stCondLst>
                      <p:childTnLst>
                        <p:set>
                          <p:cBhvr>
                            <p:cTn id="7" dur="1" fill="hold"/>
                            <p:tgtEl>
                              <p:spTgt spid="501"/>
                            </p:tgtEl>
                            <p:attrNameLst>
                              <p:attrName>style.visibility</p:attrName>
                            </p:attrNameLst>
                          </p:cBhvr>
                          <p:to>
                            <p:strVal val="visible"/>
                          </p:to>
                        </p:set>
                        <p:animEffect transition="in" filter="fade">
                          <p:cBhvr>
                            <p:cTn id="8" dur="600"/>
                            <p:tgtEl>
                              <p:spTgt spid="501"/>
                            </p:tgtEl>
                          </p:cBhvr>
                        </p:animEffect>
                      </p:childTnLst>
                    </p:cTn>
                  </p:par>
                  <p:par>
                    <p:cTn id="9" presetID="10" presetClass="entr" presetSubtype="0" fill="hold" grpId="2" nodeType="withEffect">
                      <p:stCondLst>
                        <p:cond delay="220"/>
                      </p:stCondLst>
                      <p:childTnLst>
                        <p:set>
                          <p:cBhvr>
                            <p:cTn id="10" dur="1" fill="hold"/>
                            <p:tgtEl>
                              <p:spTgt spid="502"/>
                            </p:tgtEl>
                            <p:attrNameLst>
                              <p:attrName>style.visibility</p:attrName>
                            </p:attrNameLst>
                          </p:cBhvr>
                          <p:to>
                            <p:strVal val="visible"/>
                          </p:to>
                        </p:set>
                        <p:animEffect transition="in" filter="fade">
                          <p:cBhvr>
                            <p:cTn id="11" dur="600"/>
                            <p:tgtEl>
                              <p:spTgt spid="502"/>
                            </p:tgtEl>
                          </p:cBhvr>
                        </p:animEffect>
                      </p:childTnLst>
                    </p:cTn>
                  </p:par>
                  <p:par>
                    <p:cTn id="12" presetID="10" presetClass="entr" presetSubtype="0" fill="hold" grpId="3" nodeType="withEffect">
                      <p:stCondLst>
                        <p:cond delay="330"/>
                      </p:stCondLst>
                      <p:childTnLst>
                        <p:set>
                          <p:cBhvr>
                            <p:cTn id="13" dur="1" fill="hold"/>
                            <p:tgtEl>
                              <p:spTgt spid="503"/>
                            </p:tgtEl>
                            <p:attrNameLst>
                              <p:attrName>style.visibility</p:attrName>
                            </p:attrNameLst>
                          </p:cBhvr>
                          <p:to>
                            <p:strVal val="visible"/>
                          </p:to>
                        </p:set>
                        <p:animEffect transition="in" filter="fade">
                          <p:cBhvr>
                            <p:cTn id="14" dur="600"/>
                            <p:tgtEl>
                              <p:spTgt spid="503"/>
                            </p:tgtEl>
                          </p:cBhvr>
                        </p:animEffect>
                      </p:childTnLst>
                    </p:cTn>
                  </p:par>
                  <p:par>
                    <p:cTn id="15" presetID="10" presetClass="entr" presetSubtype="0" fill="hold" grpId="4" nodeType="withEffect">
                      <p:stCondLst>
                        <p:cond delay="440"/>
                      </p:stCondLst>
                      <p:childTnLst>
                        <p:set>
                          <p:cBhvr>
                            <p:cTn id="16" dur="1" fill="hold"/>
                            <p:tgtEl>
                              <p:spTgt spid="504"/>
                            </p:tgtEl>
                            <p:attrNameLst>
                              <p:attrName>style.visibility</p:attrName>
                            </p:attrNameLst>
                          </p:cBhvr>
                          <p:to>
                            <p:strVal val="visible"/>
                          </p:to>
                        </p:set>
                        <p:animEffect transition="in" filter="fade">
                          <p:cBhvr>
                            <p:cTn id="17" dur="600"/>
                            <p:tgtEl>
                              <p:spTgt spid="504"/>
                            </p:tgtEl>
                          </p:cBhvr>
                        </p:animEffect>
                      </p:childTnLst>
                    </p:cTn>
                  </p:par>
                  <p:par>
                    <p:cTn id="18" presetID="10" presetClass="entr" presetSubtype="0" fill="hold" grpId="5" nodeType="withEffect">
                      <p:stCondLst>
                        <p:cond delay="550"/>
                      </p:stCondLst>
                      <p:childTnLst>
                        <p:set>
                          <p:cBhvr>
                            <p:cTn id="19" dur="1" fill="hold"/>
                            <p:tgtEl>
                              <p:spTgt spid="505"/>
                            </p:tgtEl>
                            <p:attrNameLst>
                              <p:attrName>style.visibility</p:attrName>
                            </p:attrNameLst>
                          </p:cBhvr>
                          <p:to>
                            <p:strVal val="visible"/>
                          </p:to>
                        </p:set>
                        <p:animEffect transition="in" filter="fade">
                          <p:cBhvr>
                            <p:cTn id="20" dur="600"/>
                            <p:tgtEl>
                              <p:spTgt spid="505"/>
                            </p:tgtEl>
                          </p:cBhvr>
                        </p:animEffect>
                      </p:childTnLst>
                    </p:cTn>
                  </p:par>
                  <p:par>
                    <p:cTn id="21" presetID="10" presetClass="entr" presetSubtype="0" fill="hold" grpId="6" nodeType="withEffect">
                      <p:stCondLst>
                        <p:cond delay="660"/>
                      </p:stCondLst>
                      <p:childTnLst>
                        <p:set>
                          <p:cBhvr>
                            <p:cTn id="22" dur="1" fill="hold"/>
                            <p:tgtEl>
                              <p:spTgt spid="506"/>
                            </p:tgtEl>
                            <p:attrNameLst>
                              <p:attrName>style.visibility</p:attrName>
                            </p:attrNameLst>
                          </p:cBhvr>
                          <p:to>
                            <p:strVal val="visible"/>
                          </p:to>
                        </p:set>
                        <p:animEffect transition="in" filter="fade">
                          <p:cBhvr>
                            <p:cTn id="23" dur="600"/>
                            <p:tgtEl>
                              <p:spTgt spid="506"/>
                            </p:tgtEl>
                          </p:cBhvr>
                        </p:animEffect>
                      </p:childTnLst>
                    </p:cTn>
                  </p:par>
                  <p:par>
                    <p:cTn id="24" presetID="10" presetClass="entr" presetSubtype="0" fill="hold" grpId="7" nodeType="withEffect">
                      <p:stCondLst>
                        <p:cond delay="770"/>
                      </p:stCondLst>
                      <p:childTnLst>
                        <p:set>
                          <p:cBhvr>
                            <p:cTn id="25" dur="1" fill="hold"/>
                            <p:tgtEl>
                              <p:spTgt spid="507"/>
                            </p:tgtEl>
                            <p:attrNameLst>
                              <p:attrName>style.visibility</p:attrName>
                            </p:attrNameLst>
                          </p:cBhvr>
                          <p:to>
                            <p:strVal val="visible"/>
                          </p:to>
                        </p:set>
                        <p:animEffect transition="in" filter="fade">
                          <p:cBhvr>
                            <p:cTn id="26" dur="600"/>
                            <p:tgtEl>
                              <p:spTgt spid="507"/>
                            </p:tgtEl>
                          </p:cBhvr>
                        </p:animEffect>
                      </p:childTnLst>
                    </p:cTn>
                  </p:par>
                  <p:par>
                    <p:cTn id="27" presetID="10" presetClass="entr" presetSubtype="0" fill="hold" grpId="8" nodeType="withEffect">
                      <p:stCondLst>
                        <p:cond delay="880"/>
                      </p:stCondLst>
                      <p:childTnLst>
                        <p:set>
                          <p:cBhvr>
                            <p:cTn id="28" dur="1" fill="hold"/>
                            <p:tgtEl>
                              <p:spTgt spid="508"/>
                            </p:tgtEl>
                            <p:attrNameLst>
                              <p:attrName>style.visibility</p:attrName>
                            </p:attrNameLst>
                          </p:cBhvr>
                          <p:to>
                            <p:strVal val="visible"/>
                          </p:to>
                        </p:set>
                        <p:animEffect transition="in" filter="fade">
                          <p:cBhvr>
                            <p:cTn id="29" dur="600"/>
                            <p:tgtEl>
                              <p:spTgt spid="508"/>
                            </p:tgtEl>
                          </p:cBhvr>
                        </p:animEffect>
                      </p:childTnLst>
                    </p:cTn>
                  </p:par>
                  <p:par>
                    <p:cTn id="30" presetID="10" presetClass="entr" presetSubtype="0" fill="hold" grpId="9" nodeType="withEffect">
                      <p:stCondLst>
                        <p:cond delay="990"/>
                      </p:stCondLst>
                      <p:childTnLst>
                        <p:set>
                          <p:cBhvr>
                            <p:cTn id="31" dur="1" fill="hold"/>
                            <p:tgtEl>
                              <p:spTgt spid="509"/>
                            </p:tgtEl>
                            <p:attrNameLst>
                              <p:attrName>style.visibility</p:attrName>
                            </p:attrNameLst>
                          </p:cBhvr>
                          <p:to>
                            <p:strVal val="visible"/>
                          </p:to>
                        </p:set>
                        <p:animEffect transition="in" filter="fade">
                          <p:cBhvr>
                            <p:cTn id="32" dur="600"/>
                            <p:tgtEl>
                              <p:spTgt spid="509"/>
                            </p:tgtEl>
                          </p:cBhvr>
                        </p:animEffect>
                      </p:childTnLst>
                    </p:cTn>
                  </p:par>
                  <p:par>
                    <p:cTn id="33" presetID="10" presetClass="entr" presetSubtype="0" fill="hold" grpId="10" nodeType="withEffect">
                      <p:stCondLst>
                        <p:cond delay="1100"/>
                      </p:stCondLst>
                      <p:childTnLst>
                        <p:set>
                          <p:cBhvr>
                            <p:cTn id="34" dur="1" fill="hold"/>
                            <p:tgtEl>
                              <p:spTgt spid="510"/>
                            </p:tgtEl>
                            <p:attrNameLst>
                              <p:attrName>style.visibility</p:attrName>
                            </p:attrNameLst>
                          </p:cBhvr>
                          <p:to>
                            <p:strVal val="visible"/>
                          </p:to>
                        </p:set>
                        <p:animEffect transition="in" filter="fade">
                          <p:cBhvr>
                            <p:cTn id="35" dur="600"/>
                            <p:tgtEl>
                              <p:spTgt spid="510"/>
                            </p:tgtEl>
                          </p:cBhvr>
                        </p:animEffect>
                      </p:childTnLst>
                    </p:cTn>
                  </p:par>
                  <p:par>
                    <p:cTn id="36" presetID="10" presetClass="entr" presetSubtype="0" fill="hold" grpId="11" nodeType="withEffect">
                      <p:stCondLst>
                        <p:cond delay="1210"/>
                      </p:stCondLst>
                      <p:childTnLst>
                        <p:set>
                          <p:cBhvr>
                            <p:cTn id="37" dur="1" fill="hold"/>
                            <p:tgtEl>
                              <p:spTgt spid="511"/>
                            </p:tgtEl>
                            <p:attrNameLst>
                              <p:attrName>style.visibility</p:attrName>
                            </p:attrNameLst>
                          </p:cBhvr>
                          <p:to>
                            <p:strVal val="visible"/>
                          </p:to>
                        </p:set>
                        <p:animEffect transition="in" filter="fade">
                          <p:cBhvr>
                            <p:cTn id="38" dur="600"/>
                            <p:tgtEl>
                              <p:spTgt spid="511"/>
                            </p:tgtEl>
                          </p:cBhvr>
                        </p:animEffect>
                      </p:childTnLst>
                    </p:cTn>
                  </p:par>
                  <p:par>
                    <p:cTn id="39" presetID="10" presetClass="entr" presetSubtype="0" fill="hold" grpId="12" nodeType="withEffect">
                      <p:stCondLst>
                        <p:cond delay="1320"/>
                      </p:stCondLst>
                      <p:childTnLst>
                        <p:set>
                          <p:cBhvr>
                            <p:cTn id="40" dur="1" fill="hold"/>
                            <p:tgtEl>
                              <p:spTgt spid="512"/>
                            </p:tgtEl>
                            <p:attrNameLst>
                              <p:attrName>style.visibility</p:attrName>
                            </p:attrNameLst>
                          </p:cBhvr>
                          <p:to>
                            <p:strVal val="visible"/>
                          </p:to>
                        </p:set>
                        <p:animEffect transition="in" filter="fade">
                          <p:cBhvr>
                            <p:cTn id="41" dur="600"/>
                            <p:tgtEl>
                              <p:spTgt spid="512"/>
                            </p:tgtEl>
                          </p:cBhvr>
                        </p:animEffect>
                      </p:childTnLst>
                    </p:cTn>
                  </p:par>
                  <p:par>
                    <p:cTn id="42" presetID="10" presetClass="entr" presetSubtype="0" fill="hold" grpId="13" nodeType="withEffect">
                      <p:stCondLst>
                        <p:cond delay="1430"/>
                      </p:stCondLst>
                      <p:childTnLst>
                        <p:set>
                          <p:cBhvr>
                            <p:cTn id="43" dur="1" fill="hold"/>
                            <p:tgtEl>
                              <p:spTgt spid="513"/>
                            </p:tgtEl>
                            <p:attrNameLst>
                              <p:attrName>style.visibility</p:attrName>
                            </p:attrNameLst>
                          </p:cBhvr>
                          <p:to>
                            <p:strVal val="visible"/>
                          </p:to>
                        </p:set>
                        <p:animEffect transition="in" filter="fade">
                          <p:cBhvr>
                            <p:cTn id="44" dur="600"/>
                            <p:tgtEl>
                              <p:spTgt spid="513"/>
                            </p:tgtEl>
                          </p:cBhvr>
                        </p:animEffect>
                      </p:childTnLst>
                    </p:cTn>
                  </p:par>
                  <p:par>
                    <p:cTn id="45" presetID="10" presetClass="entr" presetSubtype="0" fill="hold" grpId="14" nodeType="withEffect">
                      <p:stCondLst>
                        <p:cond delay="1540"/>
                      </p:stCondLst>
                      <p:childTnLst>
                        <p:set>
                          <p:cBhvr>
                            <p:cTn id="46" dur="1" fill="hold"/>
                            <p:tgtEl>
                              <p:spTgt spid="514"/>
                            </p:tgtEl>
                            <p:attrNameLst>
                              <p:attrName>style.visibility</p:attrName>
                            </p:attrNameLst>
                          </p:cBhvr>
                          <p:to>
                            <p:strVal val="visible"/>
                          </p:to>
                        </p:set>
                        <p:animEffect transition="in" filter="fade">
                          <p:cBhvr>
                            <p:cTn id="47" dur="600"/>
                            <p:tgtEl>
                              <p:spTgt spid="514"/>
                            </p:tgtEl>
                          </p:cBhvr>
                        </p:animEffect>
                      </p:childTnLst>
                    </p:cTn>
                  </p:par>
                  <p:par>
                    <p:cTn id="48" presetID="10" presetClass="entr" presetSubtype="0" fill="hold" grpId="15" nodeType="withEffect">
                      <p:stCondLst>
                        <p:cond delay="1650"/>
                      </p:stCondLst>
                      <p:childTnLst>
                        <p:set>
                          <p:cBhvr>
                            <p:cTn id="49" dur="1" fill="hold"/>
                            <p:tgtEl>
                              <p:spTgt spid="515"/>
                            </p:tgtEl>
                            <p:attrNameLst>
                              <p:attrName>style.visibility</p:attrName>
                            </p:attrNameLst>
                          </p:cBhvr>
                          <p:to>
                            <p:strVal val="visible"/>
                          </p:to>
                        </p:set>
                        <p:animEffect transition="in" filter="fade">
                          <p:cBhvr>
                            <p:cTn id="50" dur="600"/>
                            <p:tgtEl>
                              <p:spTgt spid="515"/>
                            </p:tgtEl>
                          </p:cBhvr>
                        </p:animEffect>
                      </p:childTnLst>
                    </p:cTn>
                  </p:par>
                  <p:par>
                    <p:cTn id="51" presetID="10" presetClass="entr" presetSubtype="0" fill="hold" grpId="16" nodeType="withEffect">
                      <p:stCondLst>
                        <p:cond delay="1760"/>
                      </p:stCondLst>
                      <p:childTnLst>
                        <p:set>
                          <p:cBhvr>
                            <p:cTn id="52" dur="1" fill="hold"/>
                            <p:tgtEl>
                              <p:spTgt spid="2"/>
                            </p:tgtEl>
                            <p:attrNameLst>
                              <p:attrName>style.visibility</p:attrName>
                            </p:attrNameLst>
                          </p:cBhvr>
                          <p:to>
                            <p:strVal val="visible"/>
                          </p:to>
                        </p:set>
                        <p:animEffect transition="in" filter="fade">
                          <p:cBhvr>
                            <p:cTn id="53" dur="600"/>
                            <p:tgtEl>
                              <p:spTgt spid="2"/>
                            </p:tgtEl>
                          </p:cBhvr>
                        </p:animEffect>
                      </p:childTnLst>
                    </p:cTn>
                  </p:par>
                  <p:par>
                    <p:cTn id="54" presetID="10" presetClass="entr" presetSubtype="0" fill="hold" grpId="17" nodeType="withEffect">
                      <p:stCondLst>
                        <p:cond delay="1870"/>
                      </p:stCondLst>
                      <p:childTnLst>
                        <p:set>
                          <p:cBhvr>
                            <p:cTn id="55" dur="1" fill="hold"/>
                            <p:tgtEl>
                              <p:spTgt spid="3"/>
                            </p:tgtEl>
                            <p:attrNameLst>
                              <p:attrName>style.visibility</p:attrName>
                            </p:attrNameLst>
                          </p:cBhvr>
                          <p:to>
                            <p:strVal val="visible"/>
                          </p:to>
                        </p:set>
                        <p:animEffect transition="in" filter="fade">
                          <p:cBhvr>
                            <p:cTn id="56" dur="600"/>
                            <p:tgtEl>
                              <p:spTgt spid="3"/>
                            </p:tgtEl>
                          </p:cBhvr>
                        </p:animEffect>
                      </p:childTnLst>
                    </p:cTn>
                  </p:par>
                  <p:par>
                    <p:cTn id="57" presetID="10" presetClass="entr" presetSubtype="0" fill="hold" grpId="18" nodeType="withEffect">
                      <p:stCondLst>
                        <p:cond delay="1980"/>
                      </p:stCondLst>
                      <p:childTnLst>
                        <p:set>
                          <p:cBhvr>
                            <p:cTn id="58" dur="1" fill="hold"/>
                            <p:tgtEl>
                              <p:spTgt spid="4"/>
                            </p:tgtEl>
                            <p:attrNameLst>
                              <p:attrName>style.visibility</p:attrName>
                            </p:attrNameLst>
                          </p:cBhvr>
                          <p:to>
                            <p:strVal val="visible"/>
                          </p:to>
                        </p:set>
                        <p:animEffect transition="in" filter="fade">
                          <p:cBhvr>
                            <p:cTn id="59" dur="600"/>
                            <p:tgtEl>
                              <p:spTgt spid="4"/>
                            </p:tgtEl>
                          </p:cBhvr>
                        </p:animEffect>
                      </p:childTnLst>
                    </p:cTn>
                  </p:par>
                  <p:par>
                    <p:cTn id="60" presetID="10" presetClass="entr" presetSubtype="0" fill="hold" grpId="19" nodeType="withEffect">
                      <p:stCondLst>
                        <p:cond delay="2090"/>
                      </p:stCondLst>
                      <p:childTnLst>
                        <p:set>
                          <p:cBhvr>
                            <p:cTn id="61" dur="1" fill="hold"/>
                            <p:tgtEl>
                              <p:spTgt spid="5"/>
                            </p:tgtEl>
                            <p:attrNameLst>
                              <p:attrName>style.visibility</p:attrName>
                            </p:attrNameLst>
                          </p:cBhvr>
                          <p:to>
                            <p:strVal val="visible"/>
                          </p:to>
                        </p:set>
                        <p:animEffect transition="in" filter="fade">
                          <p:cBhvr>
                            <p:cTn id="62" dur="600"/>
                            <p:tgtEl>
                              <p:spTgt spid="5"/>
                            </p:tgtEl>
                          </p:cBhvr>
                        </p:animEffect>
                      </p:childTnLst>
                    </p:cTn>
                  </p:par>
                  <p:par>
                    <p:cTn id="63" presetID="10" presetClass="entr" presetSubtype="0" fill="hold" grpId="20" nodeType="withEffect">
                      <p:stCondLst>
                        <p:cond delay="2200"/>
                      </p:stCondLst>
                      <p:childTnLst>
                        <p:set>
                          <p:cBhvr>
                            <p:cTn id="64" dur="1" fill="hold"/>
                            <p:tgtEl>
                              <p:spTgt spid="6"/>
                            </p:tgtEl>
                            <p:attrNameLst>
                              <p:attrName>style.visibility</p:attrName>
                            </p:attrNameLst>
                          </p:cBhvr>
                          <p:to>
                            <p:strVal val="visible"/>
                          </p:to>
                        </p:set>
                        <p:animEffect transition="in" filter="fade">
                          <p:cBhvr>
                            <p:cTn id="65" dur="600"/>
                            <p:tgtEl>
                              <p:spTgt spid="6"/>
                            </p:tgtEl>
                          </p:cBhvr>
                        </p:animEffect>
                      </p:childTnLst>
                    </p:cTn>
                  </p:par>
                  <p:par>
                    <p:cTn id="66" presetID="10" presetClass="entr" presetSubtype="0" fill="hold" grpId="21" nodeType="withEffect">
                      <p:stCondLst>
                        <p:cond delay="2310"/>
                      </p:stCondLst>
                      <p:childTnLst>
                        <p:set>
                          <p:cBhvr>
                            <p:cTn id="67" dur="1" fill="hold"/>
                            <p:tgtEl>
                              <p:spTgt spid="7"/>
                            </p:tgtEl>
                            <p:attrNameLst>
                              <p:attrName>style.visibility</p:attrName>
                            </p:attrNameLst>
                          </p:cBhvr>
                          <p:to>
                            <p:strVal val="visible"/>
                          </p:to>
                        </p:set>
                        <p:animEffect transition="in" filter="fade">
                          <p:cBhvr>
                            <p:cTn id="68" dur="600"/>
                            <p:tgtEl>
                              <p:spTgt spid="7"/>
                            </p:tgtEl>
                          </p:cBhvr>
                        </p:animEffect>
                      </p:childTnLst>
                    </p:cTn>
                  </p:par>
                  <p:par>
                    <p:cTn id="69" presetID="10" presetClass="entr" presetSubtype="0" fill="hold" grpId="22" nodeType="withEffect">
                      <p:stCondLst>
                        <p:cond delay="2420"/>
                      </p:stCondLst>
                      <p:childTnLst>
                        <p:set>
                          <p:cBhvr>
                            <p:cTn id="70" dur="1" fill="hold"/>
                            <p:tgtEl>
                              <p:spTgt spid="8"/>
                            </p:tgtEl>
                            <p:attrNameLst>
                              <p:attrName>style.visibility</p:attrName>
                            </p:attrNameLst>
                          </p:cBhvr>
                          <p:to>
                            <p:strVal val="visible"/>
                          </p:to>
                        </p:set>
                        <p:animEffect transition="in" filter="fade">
                          <p:cBhvr>
                            <p:cTn id="71" dur="600"/>
                            <p:tgtEl>
                              <p:spTgt spid="8"/>
                            </p:tgtEl>
                          </p:cBhvr>
                        </p:animEffect>
                      </p:childTnLst>
                    </p:cTn>
                  </p:par>
                  <p:par>
                    <p:cTn id="72" presetID="10" presetClass="entr" presetSubtype="0" fill="hold" grpId="23" nodeType="withEffect">
                      <p:stCondLst>
                        <p:cond delay="2530"/>
                      </p:stCondLst>
                      <p:childTnLst>
                        <p:set>
                          <p:cBhvr>
                            <p:cTn id="73" dur="1" fill="hold"/>
                            <p:tgtEl>
                              <p:spTgt spid="9"/>
                            </p:tgtEl>
                            <p:attrNameLst>
                              <p:attrName>style.visibility</p:attrName>
                            </p:attrNameLst>
                          </p:cBhvr>
                          <p:to>
                            <p:strVal val="visible"/>
                          </p:to>
                        </p:set>
                        <p:animEffect transition="in" filter="fade">
                          <p:cBhvr>
                            <p:cTn id="74" dur="600"/>
                            <p:tgtEl>
                              <p:spTgt spid="9"/>
                            </p:tgtEl>
                          </p:cBhvr>
                        </p:animEffect>
                      </p:childTnLst>
                    </p:cTn>
                  </p:par>
                  <p:par>
                    <p:cTn id="75" presetID="10" presetClass="entr" presetSubtype="0" fill="hold" grpId="24" nodeType="withEffect">
                      <p:stCondLst>
                        <p:cond delay="2640"/>
                      </p:stCondLst>
                      <p:childTnLst>
                        <p:set>
                          <p:cBhvr>
                            <p:cTn id="76" dur="1" fill="hold"/>
                            <p:tgtEl>
                              <p:spTgt spid="10"/>
                            </p:tgtEl>
                            <p:attrNameLst>
                              <p:attrName>style.visibility</p:attrName>
                            </p:attrNameLst>
                          </p:cBhvr>
                          <p:to>
                            <p:strVal val="visible"/>
                          </p:to>
                        </p:set>
                        <p:animEffect transition="in" filter="fade">
                          <p:cBhvr>
                            <p:cTn id="77" dur="600"/>
                            <p:tgtEl>
                              <p:spTgt spid="10"/>
                            </p:tgtEl>
                          </p:cBhvr>
                        </p:animEffect>
                      </p:childTnLst>
                    </p:cTn>
                  </p:par>
                  <p:par>
                    <p:cTn id="78" presetID="10" presetClass="entr" presetSubtype="0" fill="hold" grpId="25" nodeType="withEffect">
                      <p:stCondLst>
                        <p:cond delay="2750"/>
                      </p:stCondLst>
                      <p:childTnLst>
                        <p:set>
                          <p:cBhvr>
                            <p:cTn id="79" dur="1" fill="hold"/>
                            <p:tgtEl>
                              <p:spTgt spid="11"/>
                            </p:tgtEl>
                            <p:attrNameLst>
                              <p:attrName>style.visibility</p:attrName>
                            </p:attrNameLst>
                          </p:cBhvr>
                          <p:to>
                            <p:strVal val="visible"/>
                          </p:to>
                        </p:set>
                        <p:animEffect transition="in" filter="fade">
                          <p:cBhvr>
                            <p:cTn id="80" dur="600"/>
                            <p:tgtEl>
                              <p:spTgt spid="11"/>
                            </p:tgtEl>
                          </p:cBhvr>
                        </p:animEffect>
                      </p:childTnLst>
                    </p:cTn>
                  </p:par>
                  <p:par>
                    <p:cTn id="81" presetID="10" presetClass="entr" presetSubtype="0" fill="hold" grpId="26" nodeType="withEffect">
                      <p:stCondLst>
                        <p:cond delay="2860"/>
                      </p:stCondLst>
                      <p:childTnLst>
                        <p:set>
                          <p:cBhvr>
                            <p:cTn id="82" dur="1" fill="hold"/>
                            <p:tgtEl>
                              <p:spTgt spid="12"/>
                            </p:tgtEl>
                            <p:attrNameLst>
                              <p:attrName>style.visibility</p:attrName>
                            </p:attrNameLst>
                          </p:cBhvr>
                          <p:to>
                            <p:strVal val="visible"/>
                          </p:to>
                        </p:set>
                        <p:animEffect transition="in" filter="fade">
                          <p:cBhvr>
                            <p:cTn id="83" dur="600"/>
                            <p:tgtEl>
                              <p:spTgt spid="12"/>
                            </p:tgtEl>
                          </p:cBhvr>
                        </p:animEffect>
                      </p:childTnLst>
                    </p:cTn>
                  </p:par>
                  <p:par>
                    <p:cTn id="84" presetID="10" presetClass="entr" presetSubtype="0" fill="hold" grpId="27" nodeType="withEffect">
                      <p:stCondLst>
                        <p:cond delay="2970"/>
                      </p:stCondLst>
                      <p:childTnLst>
                        <p:set>
                          <p:cBhvr>
                            <p:cTn id="85" dur="1" fill="hold"/>
                            <p:tgtEl>
                              <p:spTgt spid="15"/>
                            </p:tgtEl>
                            <p:attrNameLst>
                              <p:attrName>style.visibility</p:attrName>
                            </p:attrNameLst>
                          </p:cBhvr>
                          <p:to>
                            <p:strVal val="visible"/>
                          </p:to>
                        </p:set>
                        <p:animEffect transition="in" filter="fade">
                          <p:cBhvr>
                            <p:cTn id="86" dur="600"/>
                            <p:tgtEl>
                              <p:spTgt spid="15"/>
                            </p:tgtEl>
                          </p:cBhvr>
                        </p:animEffect>
                      </p:childTnLst>
                    </p:cTn>
                  </p:par>
                  <p:par>
                    <p:cTn id="87" presetID="10" presetClass="entr" presetSubtype="0" fill="hold" grpId="28" nodeType="withEffect">
                      <p:stCondLst>
                        <p:cond delay="3080"/>
                      </p:stCondLst>
                      <p:childTnLst>
                        <p:set>
                          <p:cBhvr>
                            <p:cTn id="88" dur="1" fill="hold"/>
                            <p:tgtEl>
                              <p:spTgt spid="16"/>
                            </p:tgtEl>
                            <p:attrNameLst>
                              <p:attrName>style.visibility</p:attrName>
                            </p:attrNameLst>
                          </p:cBhvr>
                          <p:to>
                            <p:strVal val="visible"/>
                          </p:to>
                        </p:set>
                        <p:animEffect transition="in" filter="fade">
                          <p:cBhvr>
                            <p:cTn id="89" dur="600"/>
                            <p:tgtEl>
                              <p:spTgt spid="16"/>
                            </p:tgtEl>
                          </p:cBhvr>
                        </p:animEffect>
                      </p:childTnLst>
                    </p:cTn>
                  </p:par>
                  <p:par>
                    <p:cTn id="90" presetID="10" presetClass="entr" presetSubtype="0" fill="hold" grpId="29" nodeType="withEffect">
                      <p:stCondLst>
                        <p:cond delay="3190"/>
                      </p:stCondLst>
                      <p:childTnLst>
                        <p:set>
                          <p:cBhvr>
                            <p:cTn id="91" dur="1" fill="hold"/>
                            <p:tgtEl>
                              <p:spTgt spid="17"/>
                            </p:tgtEl>
                            <p:attrNameLst>
                              <p:attrName>style.visibility</p:attrName>
                            </p:attrNameLst>
                          </p:cBhvr>
                          <p:to>
                            <p:strVal val="visible"/>
                          </p:to>
                        </p:set>
                        <p:animEffect transition="in" filter="fade">
                          <p:cBhvr>
                            <p:cTn id="92" dur="600"/>
                            <p:tgtEl>
                              <p:spTgt spid="17"/>
                            </p:tgtEl>
                          </p:cBhvr>
                        </p:animEffect>
                      </p:childTnLst>
                    </p:cTn>
                  </p:par>
                  <p:par>
                    <p:cTn id="93" presetID="10" presetClass="entr" presetSubtype="0" fill="hold" grpId="30" nodeType="withEffect">
                      <p:stCondLst>
                        <p:cond delay="3300"/>
                      </p:stCondLst>
                      <p:childTnLst>
                        <p:set>
                          <p:cBhvr>
                            <p:cTn id="94" dur="1" fill="hold"/>
                            <p:tgtEl>
                              <p:spTgt spid="18"/>
                            </p:tgtEl>
                            <p:attrNameLst>
                              <p:attrName>style.visibility</p:attrName>
                            </p:attrNameLst>
                          </p:cBhvr>
                          <p:to>
                            <p:strVal val="visible"/>
                          </p:to>
                        </p:set>
                        <p:animEffect transition="in" filter="fade">
                          <p:cBhvr>
                            <p:cTn id="95" dur="600"/>
                            <p:tgtEl>
                              <p:spTgt spid="18"/>
                            </p:tgtEl>
                          </p:cBhvr>
                        </p:animEffect>
                      </p:childTnLst>
                    </p:cTn>
                  </p:par>
                  <p:par>
                    <p:cTn id="96" presetID="10" presetClass="entr" presetSubtype="0" fill="hold" grpId="31" nodeType="withEffect">
                      <p:stCondLst>
                        <p:cond delay="3410"/>
                      </p:stCondLst>
                      <p:childTnLst>
                        <p:set>
                          <p:cBhvr>
                            <p:cTn id="97" dur="1" fill="hold"/>
                            <p:tgtEl>
                              <p:spTgt spid="19"/>
                            </p:tgtEl>
                            <p:attrNameLst>
                              <p:attrName>style.visibility</p:attrName>
                            </p:attrNameLst>
                          </p:cBhvr>
                          <p:to>
                            <p:strVal val="visible"/>
                          </p:to>
                        </p:set>
                        <p:animEffect transition="in" filter="fade">
                          <p:cBhvr>
                            <p:cTn id="98" dur="600"/>
                            <p:tgtEl>
                              <p:spTgt spid="19"/>
                            </p:tgtEl>
                          </p:cBhvr>
                        </p:animEffect>
                      </p:childTnLst>
                    </p:cTn>
                  </p:par>
                  <p:par>
                    <p:cTn id="99" presetID="10" presetClass="entr" presetSubtype="0" fill="hold" grpId="32" nodeType="withEffect">
                      <p:stCondLst>
                        <p:cond delay="3520"/>
                      </p:stCondLst>
                      <p:childTnLst>
                        <p:set>
                          <p:cBhvr>
                            <p:cTn id="100" dur="1" fill="hold"/>
                            <p:tgtEl>
                              <p:spTgt spid="20"/>
                            </p:tgtEl>
                            <p:attrNameLst>
                              <p:attrName>style.visibility</p:attrName>
                            </p:attrNameLst>
                          </p:cBhvr>
                          <p:to>
                            <p:strVal val="visible"/>
                          </p:to>
                        </p:set>
                        <p:animEffect transition="in" filter="fade">
                          <p:cBhvr>
                            <p:cTn id="101" dur="600"/>
                            <p:tgtEl>
                              <p:spTgt spid="20"/>
                            </p:tgtEl>
                          </p:cBhvr>
                        </p:animEffect>
                      </p:childTnLst>
                    </p:cTn>
                  </p:par>
                  <p:par>
                    <p:cTn id="102" presetID="10" presetClass="entr" presetSubtype="0" fill="hold" grpId="33" nodeType="withEffect">
                      <p:stCondLst>
                        <p:cond delay="3630"/>
                      </p:stCondLst>
                      <p:childTnLst>
                        <p:set>
                          <p:cBhvr>
                            <p:cTn id="103" dur="1" fill="hold"/>
                            <p:tgtEl>
                              <p:spTgt spid="21"/>
                            </p:tgtEl>
                            <p:attrNameLst>
                              <p:attrName>style.visibility</p:attrName>
                            </p:attrNameLst>
                          </p:cBhvr>
                          <p:to>
                            <p:strVal val="visible"/>
                          </p:to>
                        </p:set>
                        <p:animEffect transition="in" filter="fade">
                          <p:cBhvr>
                            <p:cTn id="104" dur="600"/>
                            <p:tgtEl>
                              <p:spTgt spid="21"/>
                            </p:tgtEl>
                          </p:cBhvr>
                        </p:animEffect>
                      </p:childTnLst>
                    </p:cTn>
                  </p:par>
                  <p:par>
                    <p:cTn id="105" presetID="10" presetClass="entr" presetSubtype="0" fill="hold" grpId="34" nodeType="withEffect">
                      <p:stCondLst>
                        <p:cond delay="3740"/>
                      </p:stCondLst>
                      <p:childTnLst>
                        <p:set>
                          <p:cBhvr>
                            <p:cTn id="106" dur="1" fill="hold"/>
                            <p:tgtEl>
                              <p:spTgt spid="22"/>
                            </p:tgtEl>
                            <p:attrNameLst>
                              <p:attrName>style.visibility</p:attrName>
                            </p:attrNameLst>
                          </p:cBhvr>
                          <p:to>
                            <p:strVal val="visible"/>
                          </p:to>
                        </p:set>
                        <p:animEffect transition="in" filter="fade">
                          <p:cBhvr>
                            <p:cTn id="107" dur="600"/>
                            <p:tgtEl>
                              <p:spTgt spid="22"/>
                            </p:tgtEl>
                          </p:cBhvr>
                        </p:animEffect>
                      </p:childTnLst>
                    </p:cTn>
                  </p:par>
                  <p:par>
                    <p:cTn id="108" presetID="10" presetClass="entr" presetSubtype="0" fill="hold" grpId="35" nodeType="withEffect">
                      <p:stCondLst>
                        <p:cond delay="3850"/>
                      </p:stCondLst>
                      <p:childTnLst>
                        <p:set>
                          <p:cBhvr>
                            <p:cTn id="109" dur="1" fill="hold"/>
                            <p:tgtEl>
                              <p:spTgt spid="23"/>
                            </p:tgtEl>
                            <p:attrNameLst>
                              <p:attrName>style.visibility</p:attrName>
                            </p:attrNameLst>
                          </p:cBhvr>
                          <p:to>
                            <p:strVal val="visible"/>
                          </p:to>
                        </p:set>
                        <p:animEffect transition="in" filter="fade">
                          <p:cBhvr>
                            <p:cTn id="110" dur="600"/>
                            <p:tgtEl>
                              <p:spTgt spid="23"/>
                            </p:tgtEl>
                          </p:cBhvr>
                        </p:animEffect>
                      </p:childTnLst>
                    </p:cTn>
                  </p:par>
                </p:childTnLst>
              </p:cTn>
            </p:par>
          </p:childTnLst>
        </p:cTn>
      </p:par>
    </p:tnLst>
    <p:bldLst>
      <p:bldP spid="500" grpId="0" uiExpand="1" build="p"/>
      <p:bldP spid="501" grpId="1" uiExpand="1" build="p"/>
      <p:bldP spid="502" grpId="2" uiExpand="1" build="p"/>
      <p:bldP spid="503" grpId="3" uiExpand="1" build="p"/>
      <p:bldP spid="504" grpId="4" uiExpand="1" build="p"/>
      <p:bldP spid="505" grpId="5" uiExpand="1" build="p"/>
      <p:bldP spid="506" grpId="6" uiExpand="1" build="p"/>
      <p:bldP spid="507" grpId="7" uiExpand="1" build="p"/>
      <p:bldP spid="508" grpId="8" uiExpand="1" build="p"/>
      <p:bldP spid="509" grpId="9" uiExpand="1" build="p"/>
      <p:bldP spid="510" grpId="10" uiExpand="1" build="p"/>
      <p:bldP spid="511" grpId="11" uiExpand="1" build="p"/>
      <p:bldP spid="512" grpId="12" uiExpand="1" build="p"/>
      <p:bldP spid="513" grpId="13" uiExpand="1" build="p"/>
      <p:bldP spid="514" grpId="14" uiExpand="1" build="p"/>
      <p:bldP spid="515" grpId="15" uiExpand="1" build="p"/>
      <p:bldP spid="2" grpId="16" uiExpand="1" build="p"/>
      <p:bldP spid="3" grpId="17" uiExpand="1" build="p"/>
      <p:bldP spid="4" grpId="18" uiExpand="1" build="p"/>
      <p:bldP spid="5" grpId="19" uiExpand="1" build="p"/>
      <p:bldP spid="6" grpId="20" uiExpand="1" build="p"/>
      <p:bldP spid="7" grpId="21" uiExpand="1" build="p"/>
      <p:bldP spid="8" grpId="22" uiExpand="1" build="p"/>
      <p:bldP spid="9" grpId="23" uiExpand="1" build="p"/>
      <p:bldP spid="10" grpId="24" uiExpand="1" build="p"/>
      <p:bldP spid="11" grpId="25" uiExpand="1" build="p"/>
      <p:bldP spid="12" grpId="26" uiExpand="1" build="p"/>
      <p:bldP spid="15" grpId="27" uiExpand="1" build="p"/>
      <p:bldP spid="16" grpId="28" uiExpand="1" build="p"/>
      <p:bldP spid="17" grpId="29" uiExpand="1" build="p"/>
      <p:bldP spid="18" grpId="30" uiExpand="1" build="p"/>
      <p:bldP spid="19" grpId="31" uiExpand="1" build="p"/>
      <p:bldP spid="20" grpId="32" uiExpand="1" build="p"/>
      <p:bldP spid="21" grpId="33" uiExpand="1" build="p"/>
      <p:bldP spid="22" grpId="34" uiExpand="1" build="p"/>
      <p:bldP spid="23" grpId="35"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00E676">
                <a:alpha val="7000"/>
              </a:srgbClr>
            </a:solidFill>
          </a:ln>
        </p:spPr>
      </p:sp>
      <p:sp>
        <p:nvSpPr>
          <p:cNvPr id="501" name="d501"/>
          <p:cNvSpPr/>
          <p:nvPr/>
        </p:nvSpPr>
        <p:spPr>
          <a:xfrm>
            <a:off x="3372000" y="1371750"/>
            <a:ext cx="2400000" cy="2400000"/>
          </a:xfrm>
          <a:prstGeom prst="ellipse">
            <a:avLst/>
          </a:prstGeom>
          <a:noFill/>
          <a:ln w="25400">
            <a:solidFill>
              <a:srgbClr val="2196F3">
                <a:alpha val="4000"/>
              </a:srgbClr>
            </a:solidFill>
          </a:ln>
        </p:spPr>
      </p:sp>
      <p:sp>
        <p:nvSpPr>
          <p:cNvPr id="502" name="d502"/>
          <p:cNvSpPr/>
          <p:nvPr/>
        </p:nvSpPr>
        <p:spPr>
          <a:xfrm>
            <a:off x="0" y="0"/>
            <a:ext cx="9144000" cy="642937"/>
          </a:xfrm>
          <a:prstGeom prst="rect">
            <a:avLst/>
          </a:prstGeom>
          <a:solidFill>
            <a:srgbClr val="00E676">
              <a:alpha val="5000"/>
            </a:srgbClr>
          </a:solidFill>
          <a:ln>
            <a:noFill/>
          </a:ln>
        </p:spPr>
      </p:sp>
      <p:sp>
        <p:nvSpPr>
          <p:cNvPr id="503" name="d503"/>
          <p:cNvSpPr/>
          <p:nvPr/>
        </p:nvSpPr>
        <p:spPr>
          <a:xfrm>
            <a:off x="0" y="4500563"/>
            <a:ext cx="9144000" cy="642937"/>
          </a:xfrm>
          <a:prstGeom prst="rect">
            <a:avLst/>
          </a:prstGeom>
          <a:solidFill>
            <a:srgbClr val="00BCD4">
              <a:alpha val="5000"/>
            </a:srgbClr>
          </a:solidFill>
          <a:ln>
            <a:noFill/>
          </a:ln>
        </p:spPr>
      </p:sp>
      <p:sp>
        <p:nvSpPr>
          <p:cNvPr id="504" name="d504"/>
          <p:cNvSpPr/>
          <p:nvPr/>
        </p:nvSpPr>
        <p:spPr>
          <a:xfrm>
            <a:off x="0" y="514350"/>
            <a:ext cx="200000" cy="200000"/>
          </a:xfrm>
          <a:prstGeom prst="ellipse">
            <a:avLst/>
          </a:prstGeom>
          <a:solidFill>
            <a:srgbClr val="00E676">
              <a:alpha val="10000"/>
            </a:srgbClr>
          </a:solidFill>
          <a:ln>
            <a:noFill/>
          </a:ln>
        </p:spPr>
      </p:sp>
      <p:sp>
        <p:nvSpPr>
          <p:cNvPr id="505" name="d505"/>
          <p:cNvSpPr/>
          <p:nvPr/>
        </p:nvSpPr>
        <p:spPr>
          <a:xfrm>
            <a:off x="1828800" y="514350"/>
            <a:ext cx="200000" cy="200000"/>
          </a:xfrm>
          <a:prstGeom prst="ellipse">
            <a:avLst/>
          </a:prstGeom>
          <a:solidFill>
            <a:srgbClr val="00E676">
              <a:alpha val="10000"/>
            </a:srgbClr>
          </a:solidFill>
          <a:ln>
            <a:noFill/>
          </a:ln>
        </p:spPr>
      </p:sp>
      <p:sp>
        <p:nvSpPr>
          <p:cNvPr id="506" name="d506"/>
          <p:cNvSpPr/>
          <p:nvPr/>
        </p:nvSpPr>
        <p:spPr>
          <a:xfrm>
            <a:off x="3657600" y="514350"/>
            <a:ext cx="200000" cy="200000"/>
          </a:xfrm>
          <a:prstGeom prst="ellipse">
            <a:avLst/>
          </a:prstGeom>
          <a:solidFill>
            <a:srgbClr val="00E676">
              <a:alpha val="10000"/>
            </a:srgbClr>
          </a:solidFill>
          <a:ln>
            <a:noFill/>
          </a:ln>
        </p:spPr>
      </p:sp>
      <p:sp>
        <p:nvSpPr>
          <p:cNvPr id="507" name="d507"/>
          <p:cNvSpPr/>
          <p:nvPr/>
        </p:nvSpPr>
        <p:spPr>
          <a:xfrm>
            <a:off x="5486400" y="514350"/>
            <a:ext cx="200000" cy="200000"/>
          </a:xfrm>
          <a:prstGeom prst="ellipse">
            <a:avLst/>
          </a:prstGeom>
          <a:solidFill>
            <a:srgbClr val="00E676">
              <a:alpha val="10000"/>
            </a:srgbClr>
          </a:solidFill>
          <a:ln>
            <a:noFill/>
          </a:ln>
        </p:spPr>
      </p:sp>
      <p:sp>
        <p:nvSpPr>
          <p:cNvPr id="508" name="d508"/>
          <p:cNvSpPr/>
          <p:nvPr/>
        </p:nvSpPr>
        <p:spPr>
          <a:xfrm>
            <a:off x="7315200" y="514350"/>
            <a:ext cx="200000" cy="200000"/>
          </a:xfrm>
          <a:prstGeom prst="ellipse">
            <a:avLst/>
          </a:prstGeom>
          <a:solidFill>
            <a:srgbClr val="00E676">
              <a:alpha val="10000"/>
            </a:srgbClr>
          </a:solidFill>
          <a:ln>
            <a:noFill/>
          </a:ln>
        </p:spPr>
      </p:sp>
      <p:sp>
        <p:nvSpPr>
          <p:cNvPr id="509" name="d509"/>
          <p:cNvSpPr/>
          <p:nvPr/>
        </p:nvSpPr>
        <p:spPr>
          <a:xfrm>
            <a:off x="914400" y="4371975"/>
            <a:ext cx="150000" cy="150000"/>
          </a:xfrm>
          <a:prstGeom prst="ellipse">
            <a:avLst/>
          </a:prstGeom>
          <a:solidFill>
            <a:srgbClr val="FF6D00">
              <a:alpha val="10000"/>
            </a:srgbClr>
          </a:solidFill>
          <a:ln>
            <a:noFill/>
          </a:ln>
        </p:spPr>
      </p:sp>
      <p:sp>
        <p:nvSpPr>
          <p:cNvPr id="510" name="d510"/>
          <p:cNvSpPr/>
          <p:nvPr/>
        </p:nvSpPr>
        <p:spPr>
          <a:xfrm>
            <a:off x="2743200" y="4371975"/>
            <a:ext cx="150000" cy="150000"/>
          </a:xfrm>
          <a:prstGeom prst="ellipse">
            <a:avLst/>
          </a:prstGeom>
          <a:solidFill>
            <a:srgbClr val="FF6D00">
              <a:alpha val="10000"/>
            </a:srgbClr>
          </a:solidFill>
          <a:ln>
            <a:noFill/>
          </a:ln>
        </p:spPr>
      </p:sp>
      <p:sp>
        <p:nvSpPr>
          <p:cNvPr id="511" name="d511"/>
          <p:cNvSpPr/>
          <p:nvPr/>
        </p:nvSpPr>
        <p:spPr>
          <a:xfrm>
            <a:off x="4572000" y="4371975"/>
            <a:ext cx="150000" cy="150000"/>
          </a:xfrm>
          <a:prstGeom prst="ellipse">
            <a:avLst/>
          </a:prstGeom>
          <a:solidFill>
            <a:srgbClr val="FF6D00">
              <a:alpha val="10000"/>
            </a:srgbClr>
          </a:solidFill>
          <a:ln>
            <a:noFill/>
          </a:ln>
        </p:spPr>
      </p:sp>
      <p:sp>
        <p:nvSpPr>
          <p:cNvPr id="512" name="d512"/>
          <p:cNvSpPr/>
          <p:nvPr/>
        </p:nvSpPr>
        <p:spPr>
          <a:xfrm>
            <a:off x="6400800" y="4371975"/>
            <a:ext cx="150000" cy="150000"/>
          </a:xfrm>
          <a:prstGeom prst="ellipse">
            <a:avLst/>
          </a:prstGeom>
          <a:solidFill>
            <a:srgbClr val="FF6D00">
              <a:alpha val="10000"/>
            </a:srgbClr>
          </a:solidFill>
          <a:ln>
            <a:noFill/>
          </a:ln>
        </p:spPr>
      </p:sp>
      <p:sp>
        <p:nvSpPr>
          <p:cNvPr id="513" name="d513"/>
          <p:cNvSpPr/>
          <p:nvPr/>
        </p:nvSpPr>
        <p:spPr>
          <a:xfrm>
            <a:off x="8229600" y="4371975"/>
            <a:ext cx="150000" cy="150000"/>
          </a:xfrm>
          <a:prstGeom prst="ellipse">
            <a:avLst/>
          </a:prstGeom>
          <a:solidFill>
            <a:srgbClr val="FF6D00">
              <a:alpha val="10000"/>
            </a:srgbClr>
          </a:solidFill>
          <a:ln>
            <a:noFill/>
          </a:ln>
        </p:spPr>
      </p:sp>
      <p:sp>
        <p:nvSpPr>
          <p:cNvPr id="514" name="d514"/>
          <p:cNvSpPr/>
          <p:nvPr/>
        </p:nvSpPr>
        <p:spPr>
          <a:xfrm>
            <a:off x="4272000" y="10000"/>
            <a:ext cx="600000" cy="300000"/>
          </a:xfrm>
          <a:prstGeom prst="diamond">
            <a:avLst/>
          </a:prstGeom>
          <a:solidFill>
            <a:srgbClr val="00BCD4">
              <a:alpha val="10000"/>
            </a:srgbClr>
          </a:solidFill>
          <a:ln>
            <a:noFill/>
          </a:ln>
        </p:spPr>
      </p:sp>
      <p:sp>
        <p:nvSpPr>
          <p:cNvPr id="515" name="d515"/>
          <p:cNvSpPr/>
          <p:nvPr/>
        </p:nvSpPr>
        <p:spPr>
          <a:xfrm>
            <a:off x="4272000" y="4833500"/>
            <a:ext cx="600000" cy="300000"/>
          </a:xfrm>
          <a:prstGeom prst="diamond">
            <a:avLst/>
          </a:prstGeom>
          <a:solidFill>
            <a:srgbClr val="00E676">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600" b="1">
                <a:solidFill>
                  <a:srgbClr val="FF6D00"/>
                </a:solidFill>
                <a:latin typeface="Arial" pitchFamily="34" charset="0"/>
                <a:ea typeface="Arial" pitchFamily="34" charset="-122"/>
                <a:cs typeface="Arial" pitchFamily="34" charset="-120"/>
              </a:rPr>
              <a:t>HIS GAMEPLAY SUMMARIZED</a:t>
            </a:r>
            <a:endParaRPr lang="en-US" sz="3600"/>
          </a:p>
        </p:txBody>
      </p:sp>
      <p:sp>
        <p:nvSpPr>
          <p:cNvPr id="3" name="Shape 1"/>
          <p:cNvSpPr/>
          <p:nvPr/>
        </p:nvSpPr>
        <p:spPr>
          <a:xfrm>
            <a:off x="1371600" y="1188720"/>
            <a:ext cx="6400800" cy="3200400"/>
          </a:xfrm>
          <a:prstGeom prst="roundRect">
            <a:avLst>
              <a:gd name="adj" fmla="val 4286"/>
            </a:avLst>
          </a:prstGeom>
          <a:solidFill>
            <a:srgbClr val="1A2332"/>
          </a:solidFill>
          <a:ln/>
          <a:effectLst>
            <a:outerShdw blurRad="152400" dist="50800" dir="2700000" algn="bl" rotWithShape="0">
              <a:srgbClr val="000000">
                <a:alpha val="40000"/>
              </a:srgbClr>
            </a:outerShdw>
          </a:effectLst>
        </p:spPr>
      </p:sp>
      <p:sp>
        <p:nvSpPr>
          <p:cNvPr id="4" name="Text 2"/>
          <p:cNvSpPr/>
          <p:nvPr/>
        </p:nvSpPr>
        <p:spPr>
          <a:xfrm>
            <a:off x="1371600" y="1371600"/>
            <a:ext cx="6400800" cy="1097280"/>
          </a:xfrm>
          <a:prstGeom prst="rect">
            <a:avLst/>
          </a:prstGeom>
          <a:noFill/>
          <a:ln/>
        </p:spPr>
        <p:txBody>
          <a:bodyPr wrap="square" lIns="0" tIns="0" rIns="0" bIns="0" rtlCol="0" anchor="ctr"/>
          <a:lstStyle/>
          <a:p>
            <a:pPr marL="0" indent="0" algn="ctr">
              <a:buNone/>
            </a:pPr>
            <a:r>
              <a:rPr lang="en-US" sz="6000">
                <a:solidFill>
                  <a:srgbClr val="000000"/>
                </a:solidFill>
              </a:rPr>
              <a:t>🚗💨</a:t>
            </a:r>
            <a:endParaRPr lang="en-US" sz="6000"/>
          </a:p>
        </p:txBody>
      </p:sp>
      <p:sp>
        <p:nvSpPr>
          <p:cNvPr id="5" name="Text 3"/>
          <p:cNvSpPr/>
          <p:nvPr/>
        </p:nvSpPr>
        <p:spPr>
          <a:xfrm>
            <a:off x="1371600" y="2286000"/>
            <a:ext cx="6400800" cy="914400"/>
          </a:xfrm>
          <a:prstGeom prst="rect">
            <a:avLst/>
          </a:prstGeom>
          <a:noFill/>
          <a:ln/>
        </p:spPr>
        <p:txBody>
          <a:bodyPr wrap="square" lIns="0" tIns="0" rIns="0" bIns="0" rtlCol="0" anchor="ctr"/>
          <a:lstStyle/>
          <a:p>
            <a:pPr marL="0" indent="0" algn="ctr">
              <a:lnSpc>
                <a:spcPct val="120000"/>
              </a:lnSpc>
              <a:buNone/>
            </a:pPr>
            <a:r>
              <a:rPr lang="en-US" sz="3600" b="1">
                <a:solidFill>
                  <a:srgbClr val="FFFFFF"/>
                </a:solidFill>
                <a:latin typeface="Courier New" pitchFamily="34" charset="0"/>
                <a:ea typeface="Courier New" pitchFamily="34" charset="-122"/>
                <a:cs typeface="Courier New" pitchFamily="34" charset="-120"/>
              </a:rPr>
              <a:t>BALL: →</a:t>
            </a:r>
            <a:endParaRPr lang="en-US" sz="3600"/>
          </a:p>
          <a:p>
            <a:pPr marL="0" indent="0" algn="ctr">
              <a:lnSpc>
                <a:spcPct val="120000"/>
              </a:lnSpc>
              <a:buNone/>
            </a:pPr>
            <a:r>
              <a:rPr lang="en-US" sz="3600" b="1">
                <a:solidFill>
                  <a:srgbClr val="FFFFFF"/>
                </a:solidFill>
                <a:latin typeface="Courier New" pitchFamily="34" charset="0"/>
                <a:ea typeface="Courier New" pitchFamily="34" charset="-122"/>
                <a:cs typeface="Courier New" pitchFamily="34" charset="-120"/>
              </a:rPr>
              <a:t>HIM: ←</a:t>
            </a:r>
            <a:endParaRPr lang="en-US" sz="3600"/>
          </a:p>
        </p:txBody>
      </p:sp>
      <p:sp>
        <p:nvSpPr>
          <p:cNvPr id="6" name="Text 4"/>
          <p:cNvSpPr/>
          <p:nvPr/>
        </p:nvSpPr>
        <p:spPr>
          <a:xfrm>
            <a:off x="1371600" y="3291840"/>
            <a:ext cx="6400800" cy="548640"/>
          </a:xfrm>
          <a:prstGeom prst="rect">
            <a:avLst/>
          </a:prstGeom>
          <a:noFill/>
          <a:ln/>
        </p:spPr>
        <p:txBody>
          <a:bodyPr wrap="square" lIns="0" tIns="0" rIns="0" bIns="0" rtlCol="0" anchor="ctr"/>
          <a:lstStyle/>
          <a:p>
            <a:pPr marL="0" indent="0" algn="ctr">
              <a:buNone/>
            </a:pPr>
            <a:r>
              <a:rPr lang="en-US" sz="2000" i="1">
                <a:solidFill>
                  <a:srgbClr val="B0BEC5"/>
                </a:solidFill>
                <a:latin typeface="Arial"/>
                <a:ea typeface="Arial" pitchFamily="34" charset="-122"/>
                <a:cs typeface="Arial"/>
              </a:rPr>
              <a:t>"I </a:t>
            </a:r>
            <a:r>
              <a:rPr lang="en-US" sz="2000" i="1" err="1">
                <a:solidFill>
                  <a:srgbClr val="B0BEC5"/>
                </a:solidFill>
                <a:latin typeface="Arial"/>
                <a:ea typeface="Arial" pitchFamily="34" charset="-122"/>
                <a:cs typeface="Arial"/>
              </a:rPr>
              <a:t>nee</a:t>
            </a:r>
            <a:r>
              <a:rPr lang="en-US" sz="2000" i="1">
                <a:solidFill>
                  <a:srgbClr val="B0BEC5"/>
                </a:solidFill>
                <a:latin typeface="Arial"/>
                <a:ea typeface="Arial" pitchFamily="34" charset="-122"/>
                <a:cs typeface="Arial"/>
              </a:rPr>
              <a:t>d boost"</a:t>
            </a:r>
            <a:endParaRPr lang="en-US" sz="2000">
              <a:latin typeface="Arial"/>
              <a:cs typeface="Arial"/>
            </a:endParaRPr>
          </a:p>
        </p:txBody>
      </p:sp>
      <p:sp>
        <p:nvSpPr>
          <p:cNvPr id="7" name="Text 5"/>
          <p:cNvSpPr/>
          <p:nvPr/>
        </p:nvSpPr>
        <p:spPr>
          <a:xfrm>
            <a:off x="1371600" y="3794760"/>
            <a:ext cx="6400800" cy="457200"/>
          </a:xfrm>
          <a:prstGeom prst="rect">
            <a:avLst/>
          </a:prstGeom>
          <a:noFill/>
          <a:ln/>
        </p:spPr>
        <p:txBody>
          <a:bodyPr wrap="square" lIns="0" tIns="0" rIns="0" bIns="0" rtlCol="0" anchor="ctr"/>
          <a:lstStyle/>
          <a:p>
            <a:pPr marL="0" indent="0" algn="ctr">
              <a:buNone/>
            </a:pPr>
            <a:r>
              <a:rPr lang="en-US" sz="1400" i="1">
                <a:solidFill>
                  <a:srgbClr val="00BCD4"/>
                </a:solidFill>
                <a:latin typeface="Arial"/>
                <a:ea typeface="Arial" pitchFamily="34" charset="-122"/>
                <a:cs typeface="Arial"/>
              </a:rPr>
              <a:t> He did not need boost.</a:t>
            </a:r>
            <a:endParaRPr lang="en-US" sz="1400">
              <a:latin typeface="Arial"/>
              <a:cs typeface="Arial"/>
            </a:endParaRPr>
          </a:p>
        </p:txBody>
      </p:sp>
    </p:spTree>
  </p:cSld>
  <p:clrMapOvr>
    <a:masterClrMapping/>
  </p:clrMapOvr>
  <p:transition spd="fast">
    <p:newsflash/>
  </p:transition>
  <p:timing>
    <p:tnLst>
      <p:par>
        <p:cTn id="1" dur="indefinite" restart="whenNotActive" nodeType="tmRoot">
          <p:childTnLst>
            <p:par>
              <p:cTn id="2" fill="hold">
                <p:stCondLst>
                  <p:cond delay="250"/>
                </p:stCondLst>
                <p:childTnLst>
                  <p:par>
                    <p:cTn id="3" presetID="10" presetClass="entr" presetSubtype="0" fill="hold" grpId="0" nodeType="withEffect">
                      <p:stCondLst>
                        <p:cond delay="0"/>
                      </p:stCondLst>
                      <p:childTnLst>
                        <p:set>
                          <p:cBhvr>
                            <p:cTn id="4" dur="1" fill="hold"/>
                            <p:tgtEl>
                              <p:spTgt spid="500"/>
                            </p:tgtEl>
                            <p:attrNameLst>
                              <p:attrName>style.visibility</p:attrName>
                            </p:attrNameLst>
                          </p:cBhvr>
                          <p:to>
                            <p:strVal val="visible"/>
                          </p:to>
                        </p:set>
                        <p:animEffect transition="in" filter="fade">
                          <p:cBhvr>
                            <p:cTn id="5" dur="600"/>
                            <p:tgtEl>
                              <p:spTgt spid="500"/>
                            </p:tgtEl>
                          </p:cBhvr>
                        </p:animEffect>
                      </p:childTnLst>
                    </p:cTn>
                  </p:par>
                  <p:par>
                    <p:cTn id="6" presetID="10" presetClass="entr" presetSubtype="0" fill="hold" grpId="1" nodeType="withEffect">
                      <p:stCondLst>
                        <p:cond delay="120"/>
                      </p:stCondLst>
                      <p:childTnLst>
                        <p:set>
                          <p:cBhvr>
                            <p:cTn id="7" dur="1" fill="hold"/>
                            <p:tgtEl>
                              <p:spTgt spid="501"/>
                            </p:tgtEl>
                            <p:attrNameLst>
                              <p:attrName>style.visibility</p:attrName>
                            </p:attrNameLst>
                          </p:cBhvr>
                          <p:to>
                            <p:strVal val="visible"/>
                          </p:to>
                        </p:set>
                        <p:animEffect transition="in" filter="fade">
                          <p:cBhvr>
                            <p:cTn id="8" dur="600"/>
                            <p:tgtEl>
                              <p:spTgt spid="501"/>
                            </p:tgtEl>
                          </p:cBhvr>
                        </p:animEffect>
                      </p:childTnLst>
                    </p:cTn>
                  </p:par>
                  <p:par>
                    <p:cTn id="9" presetID="10" presetClass="entr" presetSubtype="0" fill="hold" grpId="2" nodeType="withEffect">
                      <p:stCondLst>
                        <p:cond delay="240"/>
                      </p:stCondLst>
                      <p:childTnLst>
                        <p:set>
                          <p:cBhvr>
                            <p:cTn id="10" dur="1" fill="hold"/>
                            <p:tgtEl>
                              <p:spTgt spid="502"/>
                            </p:tgtEl>
                            <p:attrNameLst>
                              <p:attrName>style.visibility</p:attrName>
                            </p:attrNameLst>
                          </p:cBhvr>
                          <p:to>
                            <p:strVal val="visible"/>
                          </p:to>
                        </p:set>
                        <p:animEffect transition="in" filter="fade">
                          <p:cBhvr>
                            <p:cTn id="11" dur="600"/>
                            <p:tgtEl>
                              <p:spTgt spid="502"/>
                            </p:tgtEl>
                          </p:cBhvr>
                        </p:animEffect>
                      </p:childTnLst>
                    </p:cTn>
                  </p:par>
                  <p:par>
                    <p:cTn id="12" presetID="10" presetClass="entr" presetSubtype="0" fill="hold" grpId="3" nodeType="withEffect">
                      <p:stCondLst>
                        <p:cond delay="360"/>
                      </p:stCondLst>
                      <p:childTnLst>
                        <p:set>
                          <p:cBhvr>
                            <p:cTn id="13" dur="1" fill="hold"/>
                            <p:tgtEl>
                              <p:spTgt spid="503"/>
                            </p:tgtEl>
                            <p:attrNameLst>
                              <p:attrName>style.visibility</p:attrName>
                            </p:attrNameLst>
                          </p:cBhvr>
                          <p:to>
                            <p:strVal val="visible"/>
                          </p:to>
                        </p:set>
                        <p:animEffect transition="in" filter="fade">
                          <p:cBhvr>
                            <p:cTn id="14" dur="600"/>
                            <p:tgtEl>
                              <p:spTgt spid="503"/>
                            </p:tgtEl>
                          </p:cBhvr>
                        </p:animEffect>
                      </p:childTnLst>
                    </p:cTn>
                  </p:par>
                  <p:par>
                    <p:cTn id="15" presetID="10" presetClass="entr" presetSubtype="0" fill="hold" grpId="4" nodeType="withEffect">
                      <p:stCondLst>
                        <p:cond delay="480"/>
                      </p:stCondLst>
                      <p:childTnLst>
                        <p:set>
                          <p:cBhvr>
                            <p:cTn id="16" dur="1" fill="hold"/>
                            <p:tgtEl>
                              <p:spTgt spid="504"/>
                            </p:tgtEl>
                            <p:attrNameLst>
                              <p:attrName>style.visibility</p:attrName>
                            </p:attrNameLst>
                          </p:cBhvr>
                          <p:to>
                            <p:strVal val="visible"/>
                          </p:to>
                        </p:set>
                        <p:animEffect transition="in" filter="fade">
                          <p:cBhvr>
                            <p:cTn id="17" dur="600"/>
                            <p:tgtEl>
                              <p:spTgt spid="504"/>
                            </p:tgtEl>
                          </p:cBhvr>
                        </p:animEffect>
                      </p:childTnLst>
                    </p:cTn>
                  </p:par>
                  <p:par>
                    <p:cTn id="18" presetID="10" presetClass="entr" presetSubtype="0" fill="hold" grpId="5" nodeType="withEffect">
                      <p:stCondLst>
                        <p:cond delay="600"/>
                      </p:stCondLst>
                      <p:childTnLst>
                        <p:set>
                          <p:cBhvr>
                            <p:cTn id="19" dur="1" fill="hold"/>
                            <p:tgtEl>
                              <p:spTgt spid="505"/>
                            </p:tgtEl>
                            <p:attrNameLst>
                              <p:attrName>style.visibility</p:attrName>
                            </p:attrNameLst>
                          </p:cBhvr>
                          <p:to>
                            <p:strVal val="visible"/>
                          </p:to>
                        </p:set>
                        <p:animEffect transition="in" filter="fade">
                          <p:cBhvr>
                            <p:cTn id="20" dur="600"/>
                            <p:tgtEl>
                              <p:spTgt spid="505"/>
                            </p:tgtEl>
                          </p:cBhvr>
                        </p:animEffect>
                      </p:childTnLst>
                    </p:cTn>
                  </p:par>
                  <p:par>
                    <p:cTn id="21" presetID="10" presetClass="entr" presetSubtype="0" fill="hold" grpId="6" nodeType="withEffect">
                      <p:stCondLst>
                        <p:cond delay="720"/>
                      </p:stCondLst>
                      <p:childTnLst>
                        <p:set>
                          <p:cBhvr>
                            <p:cTn id="22" dur="1" fill="hold"/>
                            <p:tgtEl>
                              <p:spTgt spid="506"/>
                            </p:tgtEl>
                            <p:attrNameLst>
                              <p:attrName>style.visibility</p:attrName>
                            </p:attrNameLst>
                          </p:cBhvr>
                          <p:to>
                            <p:strVal val="visible"/>
                          </p:to>
                        </p:set>
                        <p:animEffect transition="in" filter="fade">
                          <p:cBhvr>
                            <p:cTn id="23" dur="600"/>
                            <p:tgtEl>
                              <p:spTgt spid="506"/>
                            </p:tgtEl>
                          </p:cBhvr>
                        </p:animEffect>
                      </p:childTnLst>
                    </p:cTn>
                  </p:par>
                  <p:par>
                    <p:cTn id="24" presetID="10" presetClass="entr" presetSubtype="0" fill="hold" grpId="7" nodeType="withEffect">
                      <p:stCondLst>
                        <p:cond delay="840"/>
                      </p:stCondLst>
                      <p:childTnLst>
                        <p:set>
                          <p:cBhvr>
                            <p:cTn id="25" dur="1" fill="hold"/>
                            <p:tgtEl>
                              <p:spTgt spid="507"/>
                            </p:tgtEl>
                            <p:attrNameLst>
                              <p:attrName>style.visibility</p:attrName>
                            </p:attrNameLst>
                          </p:cBhvr>
                          <p:to>
                            <p:strVal val="visible"/>
                          </p:to>
                        </p:set>
                        <p:animEffect transition="in" filter="fade">
                          <p:cBhvr>
                            <p:cTn id="26" dur="600"/>
                            <p:tgtEl>
                              <p:spTgt spid="507"/>
                            </p:tgtEl>
                          </p:cBhvr>
                        </p:animEffect>
                      </p:childTnLst>
                    </p:cTn>
                  </p:par>
                  <p:par>
                    <p:cTn id="27" presetID="10" presetClass="entr" presetSubtype="0" fill="hold" grpId="8" nodeType="withEffect">
                      <p:stCondLst>
                        <p:cond delay="960"/>
                      </p:stCondLst>
                      <p:childTnLst>
                        <p:set>
                          <p:cBhvr>
                            <p:cTn id="28" dur="1" fill="hold"/>
                            <p:tgtEl>
                              <p:spTgt spid="508"/>
                            </p:tgtEl>
                            <p:attrNameLst>
                              <p:attrName>style.visibility</p:attrName>
                            </p:attrNameLst>
                          </p:cBhvr>
                          <p:to>
                            <p:strVal val="visible"/>
                          </p:to>
                        </p:set>
                        <p:animEffect transition="in" filter="fade">
                          <p:cBhvr>
                            <p:cTn id="29" dur="600"/>
                            <p:tgtEl>
                              <p:spTgt spid="508"/>
                            </p:tgtEl>
                          </p:cBhvr>
                        </p:animEffect>
                      </p:childTnLst>
                    </p:cTn>
                  </p:par>
                  <p:par>
                    <p:cTn id="30" presetID="10" presetClass="entr" presetSubtype="0" fill="hold" grpId="9" nodeType="withEffect">
                      <p:stCondLst>
                        <p:cond delay="1080"/>
                      </p:stCondLst>
                      <p:childTnLst>
                        <p:set>
                          <p:cBhvr>
                            <p:cTn id="31" dur="1" fill="hold"/>
                            <p:tgtEl>
                              <p:spTgt spid="509"/>
                            </p:tgtEl>
                            <p:attrNameLst>
                              <p:attrName>style.visibility</p:attrName>
                            </p:attrNameLst>
                          </p:cBhvr>
                          <p:to>
                            <p:strVal val="visible"/>
                          </p:to>
                        </p:set>
                        <p:animEffect transition="in" filter="fade">
                          <p:cBhvr>
                            <p:cTn id="32" dur="600"/>
                            <p:tgtEl>
                              <p:spTgt spid="509"/>
                            </p:tgtEl>
                          </p:cBhvr>
                        </p:animEffect>
                      </p:childTnLst>
                    </p:cTn>
                  </p:par>
                  <p:par>
                    <p:cTn id="33" presetID="10" presetClass="entr" presetSubtype="0" fill="hold" grpId="10" nodeType="withEffect">
                      <p:stCondLst>
                        <p:cond delay="1200"/>
                      </p:stCondLst>
                      <p:childTnLst>
                        <p:set>
                          <p:cBhvr>
                            <p:cTn id="34" dur="1" fill="hold"/>
                            <p:tgtEl>
                              <p:spTgt spid="510"/>
                            </p:tgtEl>
                            <p:attrNameLst>
                              <p:attrName>style.visibility</p:attrName>
                            </p:attrNameLst>
                          </p:cBhvr>
                          <p:to>
                            <p:strVal val="visible"/>
                          </p:to>
                        </p:set>
                        <p:animEffect transition="in" filter="fade">
                          <p:cBhvr>
                            <p:cTn id="35" dur="600"/>
                            <p:tgtEl>
                              <p:spTgt spid="510"/>
                            </p:tgtEl>
                          </p:cBhvr>
                        </p:animEffect>
                      </p:childTnLst>
                    </p:cTn>
                  </p:par>
                  <p:par>
                    <p:cTn id="36" presetID="10" presetClass="entr" presetSubtype="0" fill="hold" grpId="11" nodeType="withEffect">
                      <p:stCondLst>
                        <p:cond delay="1320"/>
                      </p:stCondLst>
                      <p:childTnLst>
                        <p:set>
                          <p:cBhvr>
                            <p:cTn id="37" dur="1" fill="hold"/>
                            <p:tgtEl>
                              <p:spTgt spid="511"/>
                            </p:tgtEl>
                            <p:attrNameLst>
                              <p:attrName>style.visibility</p:attrName>
                            </p:attrNameLst>
                          </p:cBhvr>
                          <p:to>
                            <p:strVal val="visible"/>
                          </p:to>
                        </p:set>
                        <p:animEffect transition="in" filter="fade">
                          <p:cBhvr>
                            <p:cTn id="38" dur="600"/>
                            <p:tgtEl>
                              <p:spTgt spid="511"/>
                            </p:tgtEl>
                          </p:cBhvr>
                        </p:animEffect>
                      </p:childTnLst>
                    </p:cTn>
                  </p:par>
                  <p:par>
                    <p:cTn id="39" presetID="10" presetClass="entr" presetSubtype="0" fill="hold" grpId="12" nodeType="withEffect">
                      <p:stCondLst>
                        <p:cond delay="1440"/>
                      </p:stCondLst>
                      <p:childTnLst>
                        <p:set>
                          <p:cBhvr>
                            <p:cTn id="40" dur="1" fill="hold"/>
                            <p:tgtEl>
                              <p:spTgt spid="512"/>
                            </p:tgtEl>
                            <p:attrNameLst>
                              <p:attrName>style.visibility</p:attrName>
                            </p:attrNameLst>
                          </p:cBhvr>
                          <p:to>
                            <p:strVal val="visible"/>
                          </p:to>
                        </p:set>
                        <p:animEffect transition="in" filter="fade">
                          <p:cBhvr>
                            <p:cTn id="41" dur="600"/>
                            <p:tgtEl>
                              <p:spTgt spid="512"/>
                            </p:tgtEl>
                          </p:cBhvr>
                        </p:animEffect>
                      </p:childTnLst>
                    </p:cTn>
                  </p:par>
                  <p:par>
                    <p:cTn id="42" presetID="10" presetClass="entr" presetSubtype="0" fill="hold" grpId="13" nodeType="withEffect">
                      <p:stCondLst>
                        <p:cond delay="1560"/>
                      </p:stCondLst>
                      <p:childTnLst>
                        <p:set>
                          <p:cBhvr>
                            <p:cTn id="43" dur="1" fill="hold"/>
                            <p:tgtEl>
                              <p:spTgt spid="513"/>
                            </p:tgtEl>
                            <p:attrNameLst>
                              <p:attrName>style.visibility</p:attrName>
                            </p:attrNameLst>
                          </p:cBhvr>
                          <p:to>
                            <p:strVal val="visible"/>
                          </p:to>
                        </p:set>
                        <p:animEffect transition="in" filter="fade">
                          <p:cBhvr>
                            <p:cTn id="44" dur="600"/>
                            <p:tgtEl>
                              <p:spTgt spid="513"/>
                            </p:tgtEl>
                          </p:cBhvr>
                        </p:animEffect>
                      </p:childTnLst>
                    </p:cTn>
                  </p:par>
                  <p:par>
                    <p:cTn id="45" presetID="10" presetClass="entr" presetSubtype="0" fill="hold" grpId="14" nodeType="withEffect">
                      <p:stCondLst>
                        <p:cond delay="1680"/>
                      </p:stCondLst>
                      <p:childTnLst>
                        <p:set>
                          <p:cBhvr>
                            <p:cTn id="46" dur="1" fill="hold"/>
                            <p:tgtEl>
                              <p:spTgt spid="514"/>
                            </p:tgtEl>
                            <p:attrNameLst>
                              <p:attrName>style.visibility</p:attrName>
                            </p:attrNameLst>
                          </p:cBhvr>
                          <p:to>
                            <p:strVal val="visible"/>
                          </p:to>
                        </p:set>
                        <p:animEffect transition="in" filter="fade">
                          <p:cBhvr>
                            <p:cTn id="47" dur="600"/>
                            <p:tgtEl>
                              <p:spTgt spid="514"/>
                            </p:tgtEl>
                          </p:cBhvr>
                        </p:animEffect>
                      </p:childTnLst>
                    </p:cTn>
                  </p:par>
                  <p:par>
                    <p:cTn id="48" presetID="10" presetClass="entr" presetSubtype="0" fill="hold" grpId="15" nodeType="withEffect">
                      <p:stCondLst>
                        <p:cond delay="1800"/>
                      </p:stCondLst>
                      <p:childTnLst>
                        <p:set>
                          <p:cBhvr>
                            <p:cTn id="49" dur="1" fill="hold"/>
                            <p:tgtEl>
                              <p:spTgt spid="515"/>
                            </p:tgtEl>
                            <p:attrNameLst>
                              <p:attrName>style.visibility</p:attrName>
                            </p:attrNameLst>
                          </p:cBhvr>
                          <p:to>
                            <p:strVal val="visible"/>
                          </p:to>
                        </p:set>
                        <p:animEffect transition="in" filter="fade">
                          <p:cBhvr>
                            <p:cTn id="50" dur="600"/>
                            <p:tgtEl>
                              <p:spTgt spid="515"/>
                            </p:tgtEl>
                          </p:cBhvr>
                        </p:animEffect>
                      </p:childTnLst>
                    </p:cTn>
                  </p:par>
                  <p:par>
                    <p:cTn id="51" presetID="10" presetClass="entr" presetSubtype="0" fill="hold" grpId="16" nodeType="withEffect">
                      <p:stCondLst>
                        <p:cond delay="1920"/>
                      </p:stCondLst>
                      <p:childTnLst>
                        <p:set>
                          <p:cBhvr>
                            <p:cTn id="52" dur="1" fill="hold"/>
                            <p:tgtEl>
                              <p:spTgt spid="2"/>
                            </p:tgtEl>
                            <p:attrNameLst>
                              <p:attrName>style.visibility</p:attrName>
                            </p:attrNameLst>
                          </p:cBhvr>
                          <p:to>
                            <p:strVal val="visible"/>
                          </p:to>
                        </p:set>
                        <p:animEffect transition="in" filter="fade">
                          <p:cBhvr>
                            <p:cTn id="53" dur="600"/>
                            <p:tgtEl>
                              <p:spTgt spid="2"/>
                            </p:tgtEl>
                          </p:cBhvr>
                        </p:animEffect>
                      </p:childTnLst>
                    </p:cTn>
                  </p:par>
                  <p:par>
                    <p:cTn id="54" presetID="10" presetClass="entr" presetSubtype="0" fill="hold" grpId="17" nodeType="withEffect">
                      <p:stCondLst>
                        <p:cond delay="2040"/>
                      </p:stCondLst>
                      <p:childTnLst>
                        <p:set>
                          <p:cBhvr>
                            <p:cTn id="55" dur="1" fill="hold"/>
                            <p:tgtEl>
                              <p:spTgt spid="3"/>
                            </p:tgtEl>
                            <p:attrNameLst>
                              <p:attrName>style.visibility</p:attrName>
                            </p:attrNameLst>
                          </p:cBhvr>
                          <p:to>
                            <p:strVal val="visible"/>
                          </p:to>
                        </p:set>
                        <p:animEffect transition="in" filter="fade">
                          <p:cBhvr>
                            <p:cTn id="56" dur="600"/>
                            <p:tgtEl>
                              <p:spTgt spid="3"/>
                            </p:tgtEl>
                          </p:cBhvr>
                        </p:animEffect>
                      </p:childTnLst>
                    </p:cTn>
                  </p:par>
                  <p:par>
                    <p:cTn id="57" presetID="10" presetClass="entr" presetSubtype="0" fill="hold" grpId="18" nodeType="withEffect">
                      <p:stCondLst>
                        <p:cond delay="2160"/>
                      </p:stCondLst>
                      <p:childTnLst>
                        <p:set>
                          <p:cBhvr>
                            <p:cTn id="58" dur="1" fill="hold"/>
                            <p:tgtEl>
                              <p:spTgt spid="4"/>
                            </p:tgtEl>
                            <p:attrNameLst>
                              <p:attrName>style.visibility</p:attrName>
                            </p:attrNameLst>
                          </p:cBhvr>
                          <p:to>
                            <p:strVal val="visible"/>
                          </p:to>
                        </p:set>
                        <p:animEffect transition="in" filter="fade">
                          <p:cBhvr>
                            <p:cTn id="59" dur="600"/>
                            <p:tgtEl>
                              <p:spTgt spid="4"/>
                            </p:tgtEl>
                          </p:cBhvr>
                        </p:animEffect>
                      </p:childTnLst>
                    </p:cTn>
                  </p:par>
                  <p:par>
                    <p:cTn id="60" presetID="10" presetClass="entr" presetSubtype="0" fill="hold" grpId="19" nodeType="withEffect">
                      <p:stCondLst>
                        <p:cond delay="2280"/>
                      </p:stCondLst>
                      <p:childTnLst>
                        <p:set>
                          <p:cBhvr>
                            <p:cTn id="61" dur="1" fill="hold"/>
                            <p:tgtEl>
                              <p:spTgt spid="5"/>
                            </p:tgtEl>
                            <p:attrNameLst>
                              <p:attrName>style.visibility</p:attrName>
                            </p:attrNameLst>
                          </p:cBhvr>
                          <p:to>
                            <p:strVal val="visible"/>
                          </p:to>
                        </p:set>
                        <p:animEffect transition="in" filter="fade">
                          <p:cBhvr>
                            <p:cTn id="62" dur="600"/>
                            <p:tgtEl>
                              <p:spTgt spid="5"/>
                            </p:tgtEl>
                          </p:cBhvr>
                        </p:animEffect>
                      </p:childTnLst>
                    </p:cTn>
                  </p:par>
                  <p:par>
                    <p:cTn id="63" presetID="10" presetClass="entr" presetSubtype="0" fill="hold" grpId="20" nodeType="withEffect">
                      <p:stCondLst>
                        <p:cond delay="2400"/>
                      </p:stCondLst>
                      <p:childTnLst>
                        <p:set>
                          <p:cBhvr>
                            <p:cTn id="64" dur="1" fill="hold"/>
                            <p:tgtEl>
                              <p:spTgt spid="6"/>
                            </p:tgtEl>
                            <p:attrNameLst>
                              <p:attrName>style.visibility</p:attrName>
                            </p:attrNameLst>
                          </p:cBhvr>
                          <p:to>
                            <p:strVal val="visible"/>
                          </p:to>
                        </p:set>
                        <p:animEffect transition="in" filter="fade">
                          <p:cBhvr>
                            <p:cTn id="65" dur="600"/>
                            <p:tgtEl>
                              <p:spTgt spid="6"/>
                            </p:tgtEl>
                          </p:cBhvr>
                        </p:animEffect>
                      </p:childTnLst>
                    </p:cTn>
                  </p:par>
                  <p:par>
                    <p:cTn id="66" presetID="10" presetClass="entr" presetSubtype="0" fill="hold" grpId="21" nodeType="withEffect">
                      <p:stCondLst>
                        <p:cond delay="2520"/>
                      </p:stCondLst>
                      <p:childTnLst>
                        <p:set>
                          <p:cBhvr>
                            <p:cTn id="67" dur="1" fill="hold"/>
                            <p:tgtEl>
                              <p:spTgt spid="7"/>
                            </p:tgtEl>
                            <p:attrNameLst>
                              <p:attrName>style.visibility</p:attrName>
                            </p:attrNameLst>
                          </p:cBhvr>
                          <p:to>
                            <p:strVal val="visible"/>
                          </p:to>
                        </p:set>
                        <p:animEffect transition="in" filter="fade">
                          <p:cBhvr>
                            <p:cTn id="68" dur="600"/>
                            <p:tgtEl>
                              <p:spTgt spid="7"/>
                            </p:tgtEl>
                          </p:cBhvr>
                        </p:animEffect>
                      </p:childTnLst>
                    </p:cTn>
                  </p:par>
                </p:childTnLst>
              </p:cTn>
            </p:par>
          </p:childTnLst>
        </p:cTn>
      </p:par>
    </p:tnLst>
    <p:bldLst>
      <p:bldP spid="500" grpId="0" uiExpand="1" build="p"/>
      <p:bldP spid="501" grpId="1" uiExpand="1" build="p"/>
      <p:bldP spid="502" grpId="2" uiExpand="1" build="p"/>
      <p:bldP spid="503" grpId="3" uiExpand="1" build="p"/>
      <p:bldP spid="504" grpId="4" uiExpand="1" build="p"/>
      <p:bldP spid="505" grpId="5" uiExpand="1" build="p"/>
      <p:bldP spid="506" grpId="6" uiExpand="1" build="p"/>
      <p:bldP spid="507" grpId="7" uiExpand="1" build="p"/>
      <p:bldP spid="508" grpId="8" uiExpand="1" build="p"/>
      <p:bldP spid="509" grpId="9" uiExpand="1" build="p"/>
      <p:bldP spid="510" grpId="10" uiExpand="1" build="p"/>
      <p:bldP spid="511" grpId="11" uiExpand="1" build="p"/>
      <p:bldP spid="512" grpId="12" uiExpand="1" build="p"/>
      <p:bldP spid="513" grpId="13" uiExpand="1" build="p"/>
      <p:bldP spid="514" grpId="14" uiExpand="1" build="p"/>
      <p:bldP spid="515" grpId="15" uiExpand="1" build="p"/>
      <p:bldP spid="2" grpId="16" uiExpand="1" build="p"/>
      <p:bldP spid="3" grpId="17" uiExpand="1" build="p"/>
      <p:bldP spid="4" grpId="18" uiExpand="1" build="p"/>
      <p:bldP spid="5" grpId="19" uiExpand="1" build="p"/>
      <p:bldP spid="6" grpId="20" uiExpand="1" build="p"/>
      <p:bldP spid="7" grpId="21"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FF1744">
                <a:alpha val="7000"/>
              </a:srgbClr>
            </a:solidFill>
          </a:ln>
        </p:spPr>
      </p:sp>
      <p:sp>
        <p:nvSpPr>
          <p:cNvPr id="501" name="d501"/>
          <p:cNvSpPr/>
          <p:nvPr/>
        </p:nvSpPr>
        <p:spPr>
          <a:xfrm>
            <a:off x="3372000" y="1371750"/>
            <a:ext cx="2400000" cy="2400000"/>
          </a:xfrm>
          <a:prstGeom prst="ellipse">
            <a:avLst/>
          </a:prstGeom>
          <a:noFill/>
          <a:ln w="25400">
            <a:solidFill>
              <a:srgbClr val="00BCD4">
                <a:alpha val="4000"/>
              </a:srgbClr>
            </a:solidFill>
          </a:ln>
        </p:spPr>
      </p:sp>
      <p:sp>
        <p:nvSpPr>
          <p:cNvPr id="502" name="d502"/>
          <p:cNvSpPr/>
          <p:nvPr/>
        </p:nvSpPr>
        <p:spPr>
          <a:xfrm>
            <a:off x="0" y="0"/>
            <a:ext cx="9144000" cy="642937"/>
          </a:xfrm>
          <a:prstGeom prst="rect">
            <a:avLst/>
          </a:prstGeom>
          <a:solidFill>
            <a:srgbClr val="FF1744">
              <a:alpha val="5000"/>
            </a:srgbClr>
          </a:solidFill>
          <a:ln>
            <a:noFill/>
          </a:ln>
        </p:spPr>
      </p:sp>
      <p:sp>
        <p:nvSpPr>
          <p:cNvPr id="503" name="d503"/>
          <p:cNvSpPr/>
          <p:nvPr/>
        </p:nvSpPr>
        <p:spPr>
          <a:xfrm>
            <a:off x="0" y="4500563"/>
            <a:ext cx="9144000" cy="642937"/>
          </a:xfrm>
          <a:prstGeom prst="rect">
            <a:avLst/>
          </a:prstGeom>
          <a:solidFill>
            <a:srgbClr val="2196F3">
              <a:alpha val="5000"/>
            </a:srgbClr>
          </a:solidFill>
          <a:ln>
            <a:noFill/>
          </a:ln>
        </p:spPr>
      </p:sp>
      <p:sp>
        <p:nvSpPr>
          <p:cNvPr id="504" name="d504"/>
          <p:cNvSpPr/>
          <p:nvPr/>
        </p:nvSpPr>
        <p:spPr>
          <a:xfrm>
            <a:off x="0" y="514350"/>
            <a:ext cx="200000" cy="200000"/>
          </a:xfrm>
          <a:prstGeom prst="ellipse">
            <a:avLst/>
          </a:prstGeom>
          <a:solidFill>
            <a:srgbClr val="FF1744">
              <a:alpha val="10000"/>
            </a:srgbClr>
          </a:solidFill>
          <a:ln>
            <a:noFill/>
          </a:ln>
        </p:spPr>
      </p:sp>
      <p:sp>
        <p:nvSpPr>
          <p:cNvPr id="505" name="d505"/>
          <p:cNvSpPr/>
          <p:nvPr/>
        </p:nvSpPr>
        <p:spPr>
          <a:xfrm>
            <a:off x="1828800" y="514350"/>
            <a:ext cx="200000" cy="200000"/>
          </a:xfrm>
          <a:prstGeom prst="ellipse">
            <a:avLst/>
          </a:prstGeom>
          <a:solidFill>
            <a:srgbClr val="FF1744">
              <a:alpha val="10000"/>
            </a:srgbClr>
          </a:solidFill>
          <a:ln>
            <a:noFill/>
          </a:ln>
        </p:spPr>
      </p:sp>
      <p:sp>
        <p:nvSpPr>
          <p:cNvPr id="506" name="d506"/>
          <p:cNvSpPr/>
          <p:nvPr/>
        </p:nvSpPr>
        <p:spPr>
          <a:xfrm>
            <a:off x="3657600" y="514350"/>
            <a:ext cx="200000" cy="200000"/>
          </a:xfrm>
          <a:prstGeom prst="ellipse">
            <a:avLst/>
          </a:prstGeom>
          <a:solidFill>
            <a:srgbClr val="FF1744">
              <a:alpha val="10000"/>
            </a:srgbClr>
          </a:solidFill>
          <a:ln>
            <a:noFill/>
          </a:ln>
        </p:spPr>
      </p:sp>
      <p:sp>
        <p:nvSpPr>
          <p:cNvPr id="507" name="d507"/>
          <p:cNvSpPr/>
          <p:nvPr/>
        </p:nvSpPr>
        <p:spPr>
          <a:xfrm>
            <a:off x="5486400" y="514350"/>
            <a:ext cx="200000" cy="200000"/>
          </a:xfrm>
          <a:prstGeom prst="ellipse">
            <a:avLst/>
          </a:prstGeom>
          <a:solidFill>
            <a:srgbClr val="FF1744">
              <a:alpha val="10000"/>
            </a:srgbClr>
          </a:solidFill>
          <a:ln>
            <a:noFill/>
          </a:ln>
        </p:spPr>
      </p:sp>
      <p:sp>
        <p:nvSpPr>
          <p:cNvPr id="508" name="d508"/>
          <p:cNvSpPr/>
          <p:nvPr/>
        </p:nvSpPr>
        <p:spPr>
          <a:xfrm>
            <a:off x="7315200" y="514350"/>
            <a:ext cx="200000" cy="200000"/>
          </a:xfrm>
          <a:prstGeom prst="ellipse">
            <a:avLst/>
          </a:prstGeom>
          <a:solidFill>
            <a:srgbClr val="FF1744">
              <a:alpha val="10000"/>
            </a:srgbClr>
          </a:solidFill>
          <a:ln>
            <a:noFill/>
          </a:ln>
        </p:spPr>
      </p:sp>
      <p:sp>
        <p:nvSpPr>
          <p:cNvPr id="509" name="d509"/>
          <p:cNvSpPr/>
          <p:nvPr/>
        </p:nvSpPr>
        <p:spPr>
          <a:xfrm>
            <a:off x="914400" y="4371975"/>
            <a:ext cx="150000" cy="150000"/>
          </a:xfrm>
          <a:prstGeom prst="ellipse">
            <a:avLst/>
          </a:prstGeom>
          <a:solidFill>
            <a:srgbClr val="FF6D00">
              <a:alpha val="10000"/>
            </a:srgbClr>
          </a:solidFill>
          <a:ln>
            <a:noFill/>
          </a:ln>
        </p:spPr>
      </p:sp>
      <p:sp>
        <p:nvSpPr>
          <p:cNvPr id="510" name="d510"/>
          <p:cNvSpPr/>
          <p:nvPr/>
        </p:nvSpPr>
        <p:spPr>
          <a:xfrm>
            <a:off x="2743200" y="4371975"/>
            <a:ext cx="150000" cy="150000"/>
          </a:xfrm>
          <a:prstGeom prst="ellipse">
            <a:avLst/>
          </a:prstGeom>
          <a:solidFill>
            <a:srgbClr val="FF6D00">
              <a:alpha val="10000"/>
            </a:srgbClr>
          </a:solidFill>
          <a:ln>
            <a:noFill/>
          </a:ln>
        </p:spPr>
      </p:sp>
      <p:sp>
        <p:nvSpPr>
          <p:cNvPr id="511" name="d511"/>
          <p:cNvSpPr/>
          <p:nvPr/>
        </p:nvSpPr>
        <p:spPr>
          <a:xfrm>
            <a:off x="4572000" y="4371975"/>
            <a:ext cx="150000" cy="150000"/>
          </a:xfrm>
          <a:prstGeom prst="ellipse">
            <a:avLst/>
          </a:prstGeom>
          <a:solidFill>
            <a:srgbClr val="FF6D00">
              <a:alpha val="10000"/>
            </a:srgbClr>
          </a:solidFill>
          <a:ln>
            <a:noFill/>
          </a:ln>
        </p:spPr>
      </p:sp>
      <p:sp>
        <p:nvSpPr>
          <p:cNvPr id="512" name="d512"/>
          <p:cNvSpPr/>
          <p:nvPr/>
        </p:nvSpPr>
        <p:spPr>
          <a:xfrm>
            <a:off x="6400800" y="4371975"/>
            <a:ext cx="150000" cy="150000"/>
          </a:xfrm>
          <a:prstGeom prst="ellipse">
            <a:avLst/>
          </a:prstGeom>
          <a:solidFill>
            <a:srgbClr val="FF6D00">
              <a:alpha val="10000"/>
            </a:srgbClr>
          </a:solidFill>
          <a:ln>
            <a:noFill/>
          </a:ln>
        </p:spPr>
      </p:sp>
      <p:sp>
        <p:nvSpPr>
          <p:cNvPr id="513" name="d513"/>
          <p:cNvSpPr/>
          <p:nvPr/>
        </p:nvSpPr>
        <p:spPr>
          <a:xfrm>
            <a:off x="8229600" y="4371975"/>
            <a:ext cx="150000" cy="150000"/>
          </a:xfrm>
          <a:prstGeom prst="ellipse">
            <a:avLst/>
          </a:prstGeom>
          <a:solidFill>
            <a:srgbClr val="FF6D00">
              <a:alpha val="10000"/>
            </a:srgbClr>
          </a:solidFill>
          <a:ln>
            <a:noFill/>
          </a:ln>
        </p:spPr>
      </p:sp>
      <p:sp>
        <p:nvSpPr>
          <p:cNvPr id="514" name="d514"/>
          <p:cNvSpPr/>
          <p:nvPr/>
        </p:nvSpPr>
        <p:spPr>
          <a:xfrm>
            <a:off x="4272000" y="10000"/>
            <a:ext cx="600000" cy="300000"/>
          </a:xfrm>
          <a:prstGeom prst="diamond">
            <a:avLst/>
          </a:prstGeom>
          <a:solidFill>
            <a:srgbClr val="2196F3">
              <a:alpha val="10000"/>
            </a:srgbClr>
          </a:solidFill>
          <a:ln>
            <a:noFill/>
          </a:ln>
        </p:spPr>
      </p:sp>
      <p:sp>
        <p:nvSpPr>
          <p:cNvPr id="515" name="d515"/>
          <p:cNvSpPr/>
          <p:nvPr/>
        </p:nvSpPr>
        <p:spPr>
          <a:xfrm>
            <a:off x="4272000" y="4833500"/>
            <a:ext cx="600000" cy="300000"/>
          </a:xfrm>
          <a:prstGeom prst="diamond">
            <a:avLst/>
          </a:prstGeom>
          <a:solidFill>
            <a:srgbClr val="FF1744">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400" b="1">
                <a:solidFill>
                  <a:srgbClr val="FF6D00"/>
                </a:solidFill>
                <a:latin typeface="Arial" pitchFamily="34" charset="0"/>
                <a:ea typeface="Arial" pitchFamily="34" charset="-122"/>
                <a:cs typeface="Arial" pitchFamily="34" charset="-120"/>
              </a:rPr>
              <a:t>OFFICIAL SCOUTING REPORT</a:t>
            </a:r>
            <a:endParaRPr lang="en-US" sz="3400"/>
          </a:p>
        </p:txBody>
      </p:sp>
      <p:sp>
        <p:nvSpPr>
          <p:cNvPr id="3" name="Text 1"/>
          <p:cNvSpPr/>
          <p:nvPr/>
        </p:nvSpPr>
        <p:spPr>
          <a:xfrm>
            <a:off x="457200" y="1097280"/>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Speed</a:t>
            </a:r>
            <a:endParaRPr lang="en-US" sz="1300"/>
          </a:p>
        </p:txBody>
      </p:sp>
      <p:sp>
        <p:nvSpPr>
          <p:cNvPr id="4" name="Shape 2"/>
          <p:cNvSpPr/>
          <p:nvPr/>
        </p:nvSpPr>
        <p:spPr>
          <a:xfrm>
            <a:off x="3200400" y="1143000"/>
            <a:ext cx="5029200" cy="292608"/>
          </a:xfrm>
          <a:prstGeom prst="roundRect">
            <a:avLst>
              <a:gd name="adj" fmla="val 12500"/>
            </a:avLst>
          </a:prstGeom>
          <a:solidFill>
            <a:srgbClr val="2A3A4E"/>
          </a:solidFill>
          <a:ln/>
        </p:spPr>
      </p:sp>
      <p:sp>
        <p:nvSpPr>
          <p:cNvPr id="5" name="Shape 3"/>
          <p:cNvSpPr/>
          <p:nvPr/>
        </p:nvSpPr>
        <p:spPr>
          <a:xfrm>
            <a:off x="3200400" y="1143000"/>
            <a:ext cx="4274820" cy="292608"/>
          </a:xfrm>
          <a:prstGeom prst="roundRect">
            <a:avLst>
              <a:gd name="adj" fmla="val 12500"/>
            </a:avLst>
          </a:prstGeom>
          <a:solidFill>
            <a:srgbClr val="2196F3"/>
          </a:solidFill>
          <a:ln/>
        </p:spPr>
      </p:sp>
      <p:sp>
        <p:nvSpPr>
          <p:cNvPr id="6" name="Text 4"/>
          <p:cNvSpPr/>
          <p:nvPr/>
        </p:nvSpPr>
        <p:spPr>
          <a:xfrm>
            <a:off x="3200400" y="1143000"/>
            <a:ext cx="427482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85%</a:t>
            </a:r>
            <a:endParaRPr lang="en-US" sz="1000"/>
          </a:p>
        </p:txBody>
      </p:sp>
      <p:sp>
        <p:nvSpPr>
          <p:cNvPr id="7" name="Text 5"/>
          <p:cNvSpPr/>
          <p:nvPr/>
        </p:nvSpPr>
        <p:spPr>
          <a:xfrm>
            <a:off x="457200" y="1572768"/>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Accuracy</a:t>
            </a:r>
            <a:endParaRPr lang="en-US" sz="1300"/>
          </a:p>
        </p:txBody>
      </p:sp>
      <p:sp>
        <p:nvSpPr>
          <p:cNvPr id="8" name="Shape 6"/>
          <p:cNvSpPr/>
          <p:nvPr/>
        </p:nvSpPr>
        <p:spPr>
          <a:xfrm>
            <a:off x="3200400" y="1618488"/>
            <a:ext cx="5029200" cy="292608"/>
          </a:xfrm>
          <a:prstGeom prst="roundRect">
            <a:avLst>
              <a:gd name="adj" fmla="val 12500"/>
            </a:avLst>
          </a:prstGeom>
          <a:solidFill>
            <a:srgbClr val="2A3A4E"/>
          </a:solidFill>
          <a:ln/>
        </p:spPr>
      </p:sp>
      <p:sp>
        <p:nvSpPr>
          <p:cNvPr id="9" name="Shape 7"/>
          <p:cNvSpPr/>
          <p:nvPr/>
        </p:nvSpPr>
        <p:spPr>
          <a:xfrm>
            <a:off x="3200400" y="1618488"/>
            <a:ext cx="402336" cy="292608"/>
          </a:xfrm>
          <a:prstGeom prst="roundRect">
            <a:avLst>
              <a:gd name="adj" fmla="val 12500"/>
            </a:avLst>
          </a:prstGeom>
          <a:solidFill>
            <a:srgbClr val="2196F3"/>
          </a:solidFill>
          <a:ln/>
        </p:spPr>
      </p:sp>
      <p:sp>
        <p:nvSpPr>
          <p:cNvPr id="10" name="Text 8"/>
          <p:cNvSpPr/>
          <p:nvPr/>
        </p:nvSpPr>
        <p:spPr>
          <a:xfrm>
            <a:off x="3200400" y="1618488"/>
            <a:ext cx="64008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8%</a:t>
            </a:r>
            <a:endParaRPr lang="en-US" sz="1000"/>
          </a:p>
        </p:txBody>
      </p:sp>
      <p:sp>
        <p:nvSpPr>
          <p:cNvPr id="11" name="Text 9"/>
          <p:cNvSpPr/>
          <p:nvPr/>
        </p:nvSpPr>
        <p:spPr>
          <a:xfrm>
            <a:off x="457200" y="2048256"/>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Ball Chasing</a:t>
            </a:r>
            <a:endParaRPr lang="en-US" sz="1300"/>
          </a:p>
        </p:txBody>
      </p:sp>
      <p:sp>
        <p:nvSpPr>
          <p:cNvPr id="12" name="Shape 10"/>
          <p:cNvSpPr/>
          <p:nvPr/>
        </p:nvSpPr>
        <p:spPr>
          <a:xfrm>
            <a:off x="3200400" y="2093976"/>
            <a:ext cx="5029200" cy="292608"/>
          </a:xfrm>
          <a:prstGeom prst="roundRect">
            <a:avLst>
              <a:gd name="adj" fmla="val 12500"/>
            </a:avLst>
          </a:prstGeom>
          <a:solidFill>
            <a:srgbClr val="2A3A4E"/>
          </a:solidFill>
          <a:ln/>
        </p:spPr>
      </p:sp>
      <p:sp>
        <p:nvSpPr>
          <p:cNvPr id="13" name="Shape 11"/>
          <p:cNvSpPr/>
          <p:nvPr/>
        </p:nvSpPr>
        <p:spPr>
          <a:xfrm>
            <a:off x="3200400" y="2093976"/>
            <a:ext cx="4978908" cy="292608"/>
          </a:xfrm>
          <a:prstGeom prst="roundRect">
            <a:avLst>
              <a:gd name="adj" fmla="val 12500"/>
            </a:avLst>
          </a:prstGeom>
          <a:solidFill>
            <a:srgbClr val="FF6D00"/>
          </a:solidFill>
          <a:ln/>
        </p:spPr>
      </p:sp>
      <p:sp>
        <p:nvSpPr>
          <p:cNvPr id="14" name="Text 12"/>
          <p:cNvSpPr/>
          <p:nvPr/>
        </p:nvSpPr>
        <p:spPr>
          <a:xfrm>
            <a:off x="3200400" y="2093976"/>
            <a:ext cx="4978908"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99%</a:t>
            </a:r>
            <a:endParaRPr lang="en-US" sz="1000"/>
          </a:p>
        </p:txBody>
      </p:sp>
      <p:sp>
        <p:nvSpPr>
          <p:cNvPr id="15" name="Text 13"/>
          <p:cNvSpPr/>
          <p:nvPr/>
        </p:nvSpPr>
        <p:spPr>
          <a:xfrm>
            <a:off x="457200" y="2523744"/>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Rotation</a:t>
            </a:r>
            <a:endParaRPr lang="en-US" sz="1300"/>
          </a:p>
        </p:txBody>
      </p:sp>
      <p:sp>
        <p:nvSpPr>
          <p:cNvPr id="16" name="Shape 14"/>
          <p:cNvSpPr/>
          <p:nvPr/>
        </p:nvSpPr>
        <p:spPr>
          <a:xfrm>
            <a:off x="3200400" y="2569464"/>
            <a:ext cx="5029200" cy="292608"/>
          </a:xfrm>
          <a:prstGeom prst="roundRect">
            <a:avLst>
              <a:gd name="adj" fmla="val 12500"/>
            </a:avLst>
          </a:prstGeom>
          <a:solidFill>
            <a:srgbClr val="2A3A4E"/>
          </a:solidFill>
          <a:ln/>
        </p:spPr>
      </p:sp>
      <p:sp>
        <p:nvSpPr>
          <p:cNvPr id="17" name="Shape 15"/>
          <p:cNvSpPr/>
          <p:nvPr/>
        </p:nvSpPr>
        <p:spPr>
          <a:xfrm>
            <a:off x="3200400" y="2569464"/>
            <a:ext cx="251460" cy="292608"/>
          </a:xfrm>
          <a:prstGeom prst="roundRect">
            <a:avLst>
              <a:gd name="adj" fmla="val 14545"/>
            </a:avLst>
          </a:prstGeom>
          <a:solidFill>
            <a:srgbClr val="2196F3"/>
          </a:solidFill>
          <a:ln/>
        </p:spPr>
      </p:sp>
      <p:sp>
        <p:nvSpPr>
          <p:cNvPr id="18" name="Text 16"/>
          <p:cNvSpPr/>
          <p:nvPr/>
        </p:nvSpPr>
        <p:spPr>
          <a:xfrm>
            <a:off x="3200400" y="2569464"/>
            <a:ext cx="64008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5%</a:t>
            </a:r>
            <a:endParaRPr lang="en-US" sz="1000"/>
          </a:p>
        </p:txBody>
      </p:sp>
      <p:sp>
        <p:nvSpPr>
          <p:cNvPr id="19" name="Text 17"/>
          <p:cNvSpPr/>
          <p:nvPr/>
        </p:nvSpPr>
        <p:spPr>
          <a:xfrm>
            <a:off x="457200" y="2999232"/>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Toxicity</a:t>
            </a:r>
            <a:endParaRPr lang="en-US" sz="1300"/>
          </a:p>
        </p:txBody>
      </p:sp>
      <p:sp>
        <p:nvSpPr>
          <p:cNvPr id="20" name="Shape 18"/>
          <p:cNvSpPr/>
          <p:nvPr/>
        </p:nvSpPr>
        <p:spPr>
          <a:xfrm>
            <a:off x="3200400" y="3044952"/>
            <a:ext cx="5029200" cy="292608"/>
          </a:xfrm>
          <a:prstGeom prst="roundRect">
            <a:avLst>
              <a:gd name="adj" fmla="val 12500"/>
            </a:avLst>
          </a:prstGeom>
          <a:solidFill>
            <a:srgbClr val="2A3A4E"/>
          </a:solidFill>
          <a:ln/>
        </p:spPr>
      </p:sp>
      <p:sp>
        <p:nvSpPr>
          <p:cNvPr id="21" name="Shape 19"/>
          <p:cNvSpPr/>
          <p:nvPr/>
        </p:nvSpPr>
        <p:spPr>
          <a:xfrm>
            <a:off x="3200400" y="3044952"/>
            <a:ext cx="4626864" cy="292608"/>
          </a:xfrm>
          <a:prstGeom prst="roundRect">
            <a:avLst>
              <a:gd name="adj" fmla="val 12500"/>
            </a:avLst>
          </a:prstGeom>
          <a:solidFill>
            <a:srgbClr val="FF6D00"/>
          </a:solidFill>
          <a:ln/>
        </p:spPr>
      </p:sp>
      <p:sp>
        <p:nvSpPr>
          <p:cNvPr id="22" name="Text 20"/>
          <p:cNvSpPr/>
          <p:nvPr/>
        </p:nvSpPr>
        <p:spPr>
          <a:xfrm>
            <a:off x="3200400" y="3044952"/>
            <a:ext cx="4626864"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92%</a:t>
            </a:r>
            <a:endParaRPr lang="en-US" sz="1000"/>
          </a:p>
        </p:txBody>
      </p:sp>
      <p:sp>
        <p:nvSpPr>
          <p:cNvPr id="23" name="Text 21"/>
          <p:cNvSpPr/>
          <p:nvPr/>
        </p:nvSpPr>
        <p:spPr>
          <a:xfrm>
            <a:off x="457200" y="3474720"/>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Blaming Teammates</a:t>
            </a:r>
            <a:endParaRPr lang="en-US" sz="1300"/>
          </a:p>
        </p:txBody>
      </p:sp>
      <p:sp>
        <p:nvSpPr>
          <p:cNvPr id="24" name="Shape 22"/>
          <p:cNvSpPr/>
          <p:nvPr/>
        </p:nvSpPr>
        <p:spPr>
          <a:xfrm>
            <a:off x="3200400" y="3520440"/>
            <a:ext cx="5029200" cy="292608"/>
          </a:xfrm>
          <a:prstGeom prst="roundRect">
            <a:avLst>
              <a:gd name="adj" fmla="val 12500"/>
            </a:avLst>
          </a:prstGeom>
          <a:solidFill>
            <a:srgbClr val="2A3A4E"/>
          </a:solidFill>
          <a:ln/>
        </p:spPr>
      </p:sp>
      <p:sp>
        <p:nvSpPr>
          <p:cNvPr id="25" name="Shape 23"/>
          <p:cNvSpPr/>
          <p:nvPr/>
        </p:nvSpPr>
        <p:spPr>
          <a:xfrm>
            <a:off x="3200400" y="3520440"/>
            <a:ext cx="4878324" cy="292608"/>
          </a:xfrm>
          <a:prstGeom prst="roundRect">
            <a:avLst>
              <a:gd name="adj" fmla="val 12500"/>
            </a:avLst>
          </a:prstGeom>
          <a:solidFill>
            <a:srgbClr val="FF6D00"/>
          </a:solidFill>
          <a:ln/>
        </p:spPr>
      </p:sp>
      <p:sp>
        <p:nvSpPr>
          <p:cNvPr id="26" name="Text 24"/>
          <p:cNvSpPr/>
          <p:nvPr/>
        </p:nvSpPr>
        <p:spPr>
          <a:xfrm>
            <a:off x="3200400" y="3520440"/>
            <a:ext cx="4878324"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97%</a:t>
            </a:r>
            <a:endParaRPr lang="en-US" sz="1000"/>
          </a:p>
        </p:txBody>
      </p:sp>
      <p:sp>
        <p:nvSpPr>
          <p:cNvPr id="27" name="Text 25"/>
          <p:cNvSpPr/>
          <p:nvPr/>
        </p:nvSpPr>
        <p:spPr>
          <a:xfrm>
            <a:off x="457200" y="3950208"/>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Actual Skill</a:t>
            </a:r>
            <a:endParaRPr lang="en-US" sz="1300"/>
          </a:p>
        </p:txBody>
      </p:sp>
      <p:sp>
        <p:nvSpPr>
          <p:cNvPr id="28" name="Shape 26"/>
          <p:cNvSpPr/>
          <p:nvPr/>
        </p:nvSpPr>
        <p:spPr>
          <a:xfrm>
            <a:off x="3200400" y="3995928"/>
            <a:ext cx="5029200" cy="292608"/>
          </a:xfrm>
          <a:prstGeom prst="roundRect">
            <a:avLst>
              <a:gd name="adj" fmla="val 12500"/>
            </a:avLst>
          </a:prstGeom>
          <a:solidFill>
            <a:srgbClr val="2A3A4E"/>
          </a:solidFill>
          <a:ln/>
        </p:spPr>
      </p:sp>
      <p:sp>
        <p:nvSpPr>
          <p:cNvPr id="29" name="Shape 27"/>
          <p:cNvSpPr/>
          <p:nvPr/>
        </p:nvSpPr>
        <p:spPr>
          <a:xfrm>
            <a:off x="3200400" y="3995928"/>
            <a:ext cx="182880" cy="292608"/>
          </a:xfrm>
          <a:prstGeom prst="roundRect">
            <a:avLst>
              <a:gd name="adj" fmla="val 20000"/>
            </a:avLst>
          </a:prstGeom>
          <a:solidFill>
            <a:srgbClr val="2196F3"/>
          </a:solidFill>
          <a:ln/>
        </p:spPr>
      </p:sp>
      <p:sp>
        <p:nvSpPr>
          <p:cNvPr id="30" name="Text 28"/>
          <p:cNvSpPr/>
          <p:nvPr/>
        </p:nvSpPr>
        <p:spPr>
          <a:xfrm>
            <a:off x="3200400" y="3995928"/>
            <a:ext cx="64008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3%</a:t>
            </a:r>
            <a:endParaRPr lang="en-US" sz="1000"/>
          </a:p>
        </p:txBody>
      </p:sp>
      <p:sp>
        <p:nvSpPr>
          <p:cNvPr id="31" name="Text 29"/>
          <p:cNvSpPr/>
          <p:nvPr/>
        </p:nvSpPr>
        <p:spPr>
          <a:xfrm>
            <a:off x="457200" y="4425696"/>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Heart &amp; Passion</a:t>
            </a:r>
            <a:endParaRPr lang="en-US" sz="1300"/>
          </a:p>
        </p:txBody>
      </p:sp>
      <p:sp>
        <p:nvSpPr>
          <p:cNvPr id="32" name="Shape 30"/>
          <p:cNvSpPr/>
          <p:nvPr/>
        </p:nvSpPr>
        <p:spPr>
          <a:xfrm>
            <a:off x="3200400" y="4471416"/>
            <a:ext cx="5029200" cy="292608"/>
          </a:xfrm>
          <a:prstGeom prst="roundRect">
            <a:avLst>
              <a:gd name="adj" fmla="val 12500"/>
            </a:avLst>
          </a:prstGeom>
          <a:solidFill>
            <a:srgbClr val="2A3A4E"/>
          </a:solidFill>
          <a:ln/>
        </p:spPr>
      </p:sp>
      <p:sp>
        <p:nvSpPr>
          <p:cNvPr id="33" name="Shape 31"/>
          <p:cNvSpPr/>
          <p:nvPr/>
        </p:nvSpPr>
        <p:spPr>
          <a:xfrm>
            <a:off x="3200400" y="4471416"/>
            <a:ext cx="5029200" cy="292608"/>
          </a:xfrm>
          <a:prstGeom prst="roundRect">
            <a:avLst>
              <a:gd name="adj" fmla="val 12500"/>
            </a:avLst>
          </a:prstGeom>
          <a:solidFill>
            <a:srgbClr val="00BCD4"/>
          </a:solidFill>
          <a:ln/>
        </p:spPr>
      </p:sp>
      <p:sp>
        <p:nvSpPr>
          <p:cNvPr id="34" name="Text 32"/>
          <p:cNvSpPr/>
          <p:nvPr/>
        </p:nvSpPr>
        <p:spPr>
          <a:xfrm>
            <a:off x="3200400" y="4471416"/>
            <a:ext cx="502920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100%</a:t>
            </a:r>
            <a:endParaRPr lang="en-US" sz="1000"/>
          </a:p>
        </p:txBody>
      </p:sp>
    </p:spTree>
  </p:cSld>
  <p:clrMapOvr>
    <a:masterClrMapping/>
  </p:clrMapOvr>
  <p:transition spd="med">
    <p:circle/>
  </p:transition>
  <p:timing>
    <p:tnLst>
      <p:par>
        <p:cTn id="1" dur="indefinite" restart="whenNotActive" nodeType="tmRoot">
          <p:childTnLst>
            <p:par>
              <p:cTn id="2" fill="hold">
                <p:stCondLst>
                  <p:cond delay="200"/>
                </p:stCondLst>
                <p:childTnLst>
                  <p:par>
                    <p:cTn id="3" presetID="10" presetClass="entr" presetSubtype="0" fill="hold" grpId="0" nodeType="withEffect">
                      <p:stCondLst>
                        <p:cond delay="0"/>
                      </p:stCondLst>
                      <p:childTnLst>
                        <p:set>
                          <p:cBhvr>
                            <p:cTn id="4" dur="1" fill="hold"/>
                            <p:tgtEl>
                              <p:spTgt spid="500"/>
                            </p:tgtEl>
                            <p:attrNameLst>
                              <p:attrName>style.visibility</p:attrName>
                            </p:attrNameLst>
                          </p:cBhvr>
                          <p:to>
                            <p:strVal val="visible"/>
                          </p:to>
                        </p:set>
                        <p:animEffect transition="in" filter="fade">
                          <p:cBhvr>
                            <p:cTn id="5" dur="350"/>
                            <p:tgtEl>
                              <p:spTgt spid="500"/>
                            </p:tgtEl>
                          </p:cBhvr>
                        </p:animEffect>
                      </p:childTnLst>
                    </p:cTn>
                  </p:par>
                  <p:par>
                    <p:cTn id="6" presetID="10" presetClass="entr" presetSubtype="0" fill="hold" grpId="1" nodeType="withEffect">
                      <p:stCondLst>
                        <p:cond delay="70"/>
                      </p:stCondLst>
                      <p:childTnLst>
                        <p:set>
                          <p:cBhvr>
                            <p:cTn id="7" dur="1" fill="hold"/>
                            <p:tgtEl>
                              <p:spTgt spid="501"/>
                            </p:tgtEl>
                            <p:attrNameLst>
                              <p:attrName>style.visibility</p:attrName>
                            </p:attrNameLst>
                          </p:cBhvr>
                          <p:to>
                            <p:strVal val="visible"/>
                          </p:to>
                        </p:set>
                        <p:animEffect transition="in" filter="fade">
                          <p:cBhvr>
                            <p:cTn id="8" dur="350"/>
                            <p:tgtEl>
                              <p:spTgt spid="501"/>
                            </p:tgtEl>
                          </p:cBhvr>
                        </p:animEffect>
                      </p:childTnLst>
                    </p:cTn>
                  </p:par>
                  <p:par>
                    <p:cTn id="9" presetID="10" presetClass="entr" presetSubtype="0" fill="hold" grpId="2" nodeType="withEffect">
                      <p:stCondLst>
                        <p:cond delay="140"/>
                      </p:stCondLst>
                      <p:childTnLst>
                        <p:set>
                          <p:cBhvr>
                            <p:cTn id="10" dur="1" fill="hold"/>
                            <p:tgtEl>
                              <p:spTgt spid="502"/>
                            </p:tgtEl>
                            <p:attrNameLst>
                              <p:attrName>style.visibility</p:attrName>
                            </p:attrNameLst>
                          </p:cBhvr>
                          <p:to>
                            <p:strVal val="visible"/>
                          </p:to>
                        </p:set>
                        <p:animEffect transition="in" filter="fade">
                          <p:cBhvr>
                            <p:cTn id="11" dur="350"/>
                            <p:tgtEl>
                              <p:spTgt spid="502"/>
                            </p:tgtEl>
                          </p:cBhvr>
                        </p:animEffect>
                      </p:childTnLst>
                    </p:cTn>
                  </p:par>
                  <p:par>
                    <p:cTn id="12" presetID="10" presetClass="entr" presetSubtype="0" fill="hold" grpId="3" nodeType="withEffect">
                      <p:stCondLst>
                        <p:cond delay="210"/>
                      </p:stCondLst>
                      <p:childTnLst>
                        <p:set>
                          <p:cBhvr>
                            <p:cTn id="13" dur="1" fill="hold"/>
                            <p:tgtEl>
                              <p:spTgt spid="503"/>
                            </p:tgtEl>
                            <p:attrNameLst>
                              <p:attrName>style.visibility</p:attrName>
                            </p:attrNameLst>
                          </p:cBhvr>
                          <p:to>
                            <p:strVal val="visible"/>
                          </p:to>
                        </p:set>
                        <p:animEffect transition="in" filter="fade">
                          <p:cBhvr>
                            <p:cTn id="14" dur="350"/>
                            <p:tgtEl>
                              <p:spTgt spid="503"/>
                            </p:tgtEl>
                          </p:cBhvr>
                        </p:animEffect>
                      </p:childTnLst>
                    </p:cTn>
                  </p:par>
                  <p:par>
                    <p:cTn id="15" presetID="10" presetClass="entr" presetSubtype="0" fill="hold" grpId="4" nodeType="withEffect">
                      <p:stCondLst>
                        <p:cond delay="280"/>
                      </p:stCondLst>
                      <p:childTnLst>
                        <p:set>
                          <p:cBhvr>
                            <p:cTn id="16" dur="1" fill="hold"/>
                            <p:tgtEl>
                              <p:spTgt spid="504"/>
                            </p:tgtEl>
                            <p:attrNameLst>
                              <p:attrName>style.visibility</p:attrName>
                            </p:attrNameLst>
                          </p:cBhvr>
                          <p:to>
                            <p:strVal val="visible"/>
                          </p:to>
                        </p:set>
                        <p:animEffect transition="in" filter="fade">
                          <p:cBhvr>
                            <p:cTn id="17" dur="350"/>
                            <p:tgtEl>
                              <p:spTgt spid="504"/>
                            </p:tgtEl>
                          </p:cBhvr>
                        </p:animEffect>
                      </p:childTnLst>
                    </p:cTn>
                  </p:par>
                  <p:par>
                    <p:cTn id="18" presetID="10" presetClass="entr" presetSubtype="0" fill="hold" grpId="5" nodeType="withEffect">
                      <p:stCondLst>
                        <p:cond delay="350"/>
                      </p:stCondLst>
                      <p:childTnLst>
                        <p:set>
                          <p:cBhvr>
                            <p:cTn id="19" dur="1" fill="hold"/>
                            <p:tgtEl>
                              <p:spTgt spid="505"/>
                            </p:tgtEl>
                            <p:attrNameLst>
                              <p:attrName>style.visibility</p:attrName>
                            </p:attrNameLst>
                          </p:cBhvr>
                          <p:to>
                            <p:strVal val="visible"/>
                          </p:to>
                        </p:set>
                        <p:animEffect transition="in" filter="fade">
                          <p:cBhvr>
                            <p:cTn id="20" dur="350"/>
                            <p:tgtEl>
                              <p:spTgt spid="505"/>
                            </p:tgtEl>
                          </p:cBhvr>
                        </p:animEffect>
                      </p:childTnLst>
                    </p:cTn>
                  </p:par>
                  <p:par>
                    <p:cTn id="21" presetID="10" presetClass="entr" presetSubtype="0" fill="hold" grpId="6" nodeType="withEffect">
                      <p:stCondLst>
                        <p:cond delay="420"/>
                      </p:stCondLst>
                      <p:childTnLst>
                        <p:set>
                          <p:cBhvr>
                            <p:cTn id="22" dur="1" fill="hold"/>
                            <p:tgtEl>
                              <p:spTgt spid="506"/>
                            </p:tgtEl>
                            <p:attrNameLst>
                              <p:attrName>style.visibility</p:attrName>
                            </p:attrNameLst>
                          </p:cBhvr>
                          <p:to>
                            <p:strVal val="visible"/>
                          </p:to>
                        </p:set>
                        <p:animEffect transition="in" filter="fade">
                          <p:cBhvr>
                            <p:cTn id="23" dur="350"/>
                            <p:tgtEl>
                              <p:spTgt spid="506"/>
                            </p:tgtEl>
                          </p:cBhvr>
                        </p:animEffect>
                      </p:childTnLst>
                    </p:cTn>
                  </p:par>
                  <p:par>
                    <p:cTn id="24" presetID="10" presetClass="entr" presetSubtype="0" fill="hold" grpId="7" nodeType="withEffect">
                      <p:stCondLst>
                        <p:cond delay="490"/>
                      </p:stCondLst>
                      <p:childTnLst>
                        <p:set>
                          <p:cBhvr>
                            <p:cTn id="25" dur="1" fill="hold"/>
                            <p:tgtEl>
                              <p:spTgt spid="507"/>
                            </p:tgtEl>
                            <p:attrNameLst>
                              <p:attrName>style.visibility</p:attrName>
                            </p:attrNameLst>
                          </p:cBhvr>
                          <p:to>
                            <p:strVal val="visible"/>
                          </p:to>
                        </p:set>
                        <p:animEffect transition="in" filter="fade">
                          <p:cBhvr>
                            <p:cTn id="26" dur="350"/>
                            <p:tgtEl>
                              <p:spTgt spid="507"/>
                            </p:tgtEl>
                          </p:cBhvr>
                        </p:animEffect>
                      </p:childTnLst>
                    </p:cTn>
                  </p:par>
                  <p:par>
                    <p:cTn id="27" presetID="10" presetClass="entr" presetSubtype="0" fill="hold" grpId="8" nodeType="withEffect">
                      <p:stCondLst>
                        <p:cond delay="560"/>
                      </p:stCondLst>
                      <p:childTnLst>
                        <p:set>
                          <p:cBhvr>
                            <p:cTn id="28" dur="1" fill="hold"/>
                            <p:tgtEl>
                              <p:spTgt spid="508"/>
                            </p:tgtEl>
                            <p:attrNameLst>
                              <p:attrName>style.visibility</p:attrName>
                            </p:attrNameLst>
                          </p:cBhvr>
                          <p:to>
                            <p:strVal val="visible"/>
                          </p:to>
                        </p:set>
                        <p:animEffect transition="in" filter="fade">
                          <p:cBhvr>
                            <p:cTn id="29" dur="350"/>
                            <p:tgtEl>
                              <p:spTgt spid="508"/>
                            </p:tgtEl>
                          </p:cBhvr>
                        </p:animEffect>
                      </p:childTnLst>
                    </p:cTn>
                  </p:par>
                  <p:par>
                    <p:cTn id="30" presetID="10" presetClass="entr" presetSubtype="0" fill="hold" grpId="9" nodeType="withEffect">
                      <p:stCondLst>
                        <p:cond delay="630"/>
                      </p:stCondLst>
                      <p:childTnLst>
                        <p:set>
                          <p:cBhvr>
                            <p:cTn id="31" dur="1" fill="hold"/>
                            <p:tgtEl>
                              <p:spTgt spid="509"/>
                            </p:tgtEl>
                            <p:attrNameLst>
                              <p:attrName>style.visibility</p:attrName>
                            </p:attrNameLst>
                          </p:cBhvr>
                          <p:to>
                            <p:strVal val="visible"/>
                          </p:to>
                        </p:set>
                        <p:animEffect transition="in" filter="fade">
                          <p:cBhvr>
                            <p:cTn id="32" dur="350"/>
                            <p:tgtEl>
                              <p:spTgt spid="509"/>
                            </p:tgtEl>
                          </p:cBhvr>
                        </p:animEffect>
                      </p:childTnLst>
                    </p:cTn>
                  </p:par>
                  <p:par>
                    <p:cTn id="33" presetID="10" presetClass="entr" presetSubtype="0" fill="hold" grpId="10" nodeType="withEffect">
                      <p:stCondLst>
                        <p:cond delay="700"/>
                      </p:stCondLst>
                      <p:childTnLst>
                        <p:set>
                          <p:cBhvr>
                            <p:cTn id="34" dur="1" fill="hold"/>
                            <p:tgtEl>
                              <p:spTgt spid="510"/>
                            </p:tgtEl>
                            <p:attrNameLst>
                              <p:attrName>style.visibility</p:attrName>
                            </p:attrNameLst>
                          </p:cBhvr>
                          <p:to>
                            <p:strVal val="visible"/>
                          </p:to>
                        </p:set>
                        <p:animEffect transition="in" filter="fade">
                          <p:cBhvr>
                            <p:cTn id="35" dur="350"/>
                            <p:tgtEl>
                              <p:spTgt spid="510"/>
                            </p:tgtEl>
                          </p:cBhvr>
                        </p:animEffect>
                      </p:childTnLst>
                    </p:cTn>
                  </p:par>
                  <p:par>
                    <p:cTn id="36" presetID="10" presetClass="entr" presetSubtype="0" fill="hold" grpId="11" nodeType="withEffect">
                      <p:stCondLst>
                        <p:cond delay="770"/>
                      </p:stCondLst>
                      <p:childTnLst>
                        <p:set>
                          <p:cBhvr>
                            <p:cTn id="37" dur="1" fill="hold"/>
                            <p:tgtEl>
                              <p:spTgt spid="511"/>
                            </p:tgtEl>
                            <p:attrNameLst>
                              <p:attrName>style.visibility</p:attrName>
                            </p:attrNameLst>
                          </p:cBhvr>
                          <p:to>
                            <p:strVal val="visible"/>
                          </p:to>
                        </p:set>
                        <p:animEffect transition="in" filter="fade">
                          <p:cBhvr>
                            <p:cTn id="38" dur="350"/>
                            <p:tgtEl>
                              <p:spTgt spid="511"/>
                            </p:tgtEl>
                          </p:cBhvr>
                        </p:animEffect>
                      </p:childTnLst>
                    </p:cTn>
                  </p:par>
                  <p:par>
                    <p:cTn id="39" presetID="10" presetClass="entr" presetSubtype="0" fill="hold" grpId="12" nodeType="withEffect">
                      <p:stCondLst>
                        <p:cond delay="840"/>
                      </p:stCondLst>
                      <p:childTnLst>
                        <p:set>
                          <p:cBhvr>
                            <p:cTn id="40" dur="1" fill="hold"/>
                            <p:tgtEl>
                              <p:spTgt spid="512"/>
                            </p:tgtEl>
                            <p:attrNameLst>
                              <p:attrName>style.visibility</p:attrName>
                            </p:attrNameLst>
                          </p:cBhvr>
                          <p:to>
                            <p:strVal val="visible"/>
                          </p:to>
                        </p:set>
                        <p:animEffect transition="in" filter="fade">
                          <p:cBhvr>
                            <p:cTn id="41" dur="350"/>
                            <p:tgtEl>
                              <p:spTgt spid="512"/>
                            </p:tgtEl>
                          </p:cBhvr>
                        </p:animEffect>
                      </p:childTnLst>
                    </p:cTn>
                  </p:par>
                  <p:par>
                    <p:cTn id="42" presetID="10" presetClass="entr" presetSubtype="0" fill="hold" grpId="13" nodeType="withEffect">
                      <p:stCondLst>
                        <p:cond delay="910"/>
                      </p:stCondLst>
                      <p:childTnLst>
                        <p:set>
                          <p:cBhvr>
                            <p:cTn id="43" dur="1" fill="hold"/>
                            <p:tgtEl>
                              <p:spTgt spid="513"/>
                            </p:tgtEl>
                            <p:attrNameLst>
                              <p:attrName>style.visibility</p:attrName>
                            </p:attrNameLst>
                          </p:cBhvr>
                          <p:to>
                            <p:strVal val="visible"/>
                          </p:to>
                        </p:set>
                        <p:animEffect transition="in" filter="fade">
                          <p:cBhvr>
                            <p:cTn id="44" dur="350"/>
                            <p:tgtEl>
                              <p:spTgt spid="513"/>
                            </p:tgtEl>
                          </p:cBhvr>
                        </p:animEffect>
                      </p:childTnLst>
                    </p:cTn>
                  </p:par>
                  <p:par>
                    <p:cTn id="45" presetID="10" presetClass="entr" presetSubtype="0" fill="hold" grpId="14" nodeType="withEffect">
                      <p:stCondLst>
                        <p:cond delay="980"/>
                      </p:stCondLst>
                      <p:childTnLst>
                        <p:set>
                          <p:cBhvr>
                            <p:cTn id="46" dur="1" fill="hold"/>
                            <p:tgtEl>
                              <p:spTgt spid="514"/>
                            </p:tgtEl>
                            <p:attrNameLst>
                              <p:attrName>style.visibility</p:attrName>
                            </p:attrNameLst>
                          </p:cBhvr>
                          <p:to>
                            <p:strVal val="visible"/>
                          </p:to>
                        </p:set>
                        <p:animEffect transition="in" filter="fade">
                          <p:cBhvr>
                            <p:cTn id="47" dur="350"/>
                            <p:tgtEl>
                              <p:spTgt spid="514"/>
                            </p:tgtEl>
                          </p:cBhvr>
                        </p:animEffect>
                      </p:childTnLst>
                    </p:cTn>
                  </p:par>
                  <p:par>
                    <p:cTn id="48" presetID="10" presetClass="entr" presetSubtype="0" fill="hold" grpId="15" nodeType="withEffect">
                      <p:stCondLst>
                        <p:cond delay="1050"/>
                      </p:stCondLst>
                      <p:childTnLst>
                        <p:set>
                          <p:cBhvr>
                            <p:cTn id="49" dur="1" fill="hold"/>
                            <p:tgtEl>
                              <p:spTgt spid="515"/>
                            </p:tgtEl>
                            <p:attrNameLst>
                              <p:attrName>style.visibility</p:attrName>
                            </p:attrNameLst>
                          </p:cBhvr>
                          <p:to>
                            <p:strVal val="visible"/>
                          </p:to>
                        </p:set>
                        <p:animEffect transition="in" filter="fade">
                          <p:cBhvr>
                            <p:cTn id="50" dur="350"/>
                            <p:tgtEl>
                              <p:spTgt spid="515"/>
                            </p:tgtEl>
                          </p:cBhvr>
                        </p:animEffect>
                      </p:childTnLst>
                    </p:cTn>
                  </p:par>
                  <p:par>
                    <p:cTn id="51" presetID="10" presetClass="entr" presetSubtype="0" fill="hold" grpId="16" nodeType="withEffect">
                      <p:stCondLst>
                        <p:cond delay="1120"/>
                      </p:stCondLst>
                      <p:childTnLst>
                        <p:set>
                          <p:cBhvr>
                            <p:cTn id="52" dur="1" fill="hold"/>
                            <p:tgtEl>
                              <p:spTgt spid="2"/>
                            </p:tgtEl>
                            <p:attrNameLst>
                              <p:attrName>style.visibility</p:attrName>
                            </p:attrNameLst>
                          </p:cBhvr>
                          <p:to>
                            <p:strVal val="visible"/>
                          </p:to>
                        </p:set>
                        <p:animEffect transition="in" filter="fade">
                          <p:cBhvr>
                            <p:cTn id="53" dur="350"/>
                            <p:tgtEl>
                              <p:spTgt spid="2"/>
                            </p:tgtEl>
                          </p:cBhvr>
                        </p:animEffect>
                      </p:childTnLst>
                    </p:cTn>
                  </p:par>
                  <p:par>
                    <p:cTn id="54" presetID="10" presetClass="entr" presetSubtype="0" fill="hold" grpId="17" nodeType="withEffect">
                      <p:stCondLst>
                        <p:cond delay="1190"/>
                      </p:stCondLst>
                      <p:childTnLst>
                        <p:set>
                          <p:cBhvr>
                            <p:cTn id="55" dur="1" fill="hold"/>
                            <p:tgtEl>
                              <p:spTgt spid="3"/>
                            </p:tgtEl>
                            <p:attrNameLst>
                              <p:attrName>style.visibility</p:attrName>
                            </p:attrNameLst>
                          </p:cBhvr>
                          <p:to>
                            <p:strVal val="visible"/>
                          </p:to>
                        </p:set>
                        <p:animEffect transition="in" filter="fade">
                          <p:cBhvr>
                            <p:cTn id="56" dur="350"/>
                            <p:tgtEl>
                              <p:spTgt spid="3"/>
                            </p:tgtEl>
                          </p:cBhvr>
                        </p:animEffect>
                      </p:childTnLst>
                    </p:cTn>
                  </p:par>
                  <p:par>
                    <p:cTn id="57" presetID="10" presetClass="entr" presetSubtype="0" fill="hold" grpId="18" nodeType="withEffect">
                      <p:stCondLst>
                        <p:cond delay="1260"/>
                      </p:stCondLst>
                      <p:childTnLst>
                        <p:set>
                          <p:cBhvr>
                            <p:cTn id="58" dur="1" fill="hold"/>
                            <p:tgtEl>
                              <p:spTgt spid="4"/>
                            </p:tgtEl>
                            <p:attrNameLst>
                              <p:attrName>style.visibility</p:attrName>
                            </p:attrNameLst>
                          </p:cBhvr>
                          <p:to>
                            <p:strVal val="visible"/>
                          </p:to>
                        </p:set>
                        <p:animEffect transition="in" filter="fade">
                          <p:cBhvr>
                            <p:cTn id="59" dur="350"/>
                            <p:tgtEl>
                              <p:spTgt spid="4"/>
                            </p:tgtEl>
                          </p:cBhvr>
                        </p:animEffect>
                      </p:childTnLst>
                    </p:cTn>
                  </p:par>
                  <p:par>
                    <p:cTn id="60" presetID="10" presetClass="entr" presetSubtype="0" fill="hold" grpId="19" nodeType="withEffect">
                      <p:stCondLst>
                        <p:cond delay="1330"/>
                      </p:stCondLst>
                      <p:childTnLst>
                        <p:set>
                          <p:cBhvr>
                            <p:cTn id="61" dur="1" fill="hold"/>
                            <p:tgtEl>
                              <p:spTgt spid="5"/>
                            </p:tgtEl>
                            <p:attrNameLst>
                              <p:attrName>style.visibility</p:attrName>
                            </p:attrNameLst>
                          </p:cBhvr>
                          <p:to>
                            <p:strVal val="visible"/>
                          </p:to>
                        </p:set>
                        <p:animEffect transition="in" filter="fade">
                          <p:cBhvr>
                            <p:cTn id="62" dur="350"/>
                            <p:tgtEl>
                              <p:spTgt spid="5"/>
                            </p:tgtEl>
                          </p:cBhvr>
                        </p:animEffect>
                      </p:childTnLst>
                    </p:cTn>
                  </p:par>
                  <p:par>
                    <p:cTn id="63" presetID="10" presetClass="entr" presetSubtype="0" fill="hold" grpId="20" nodeType="withEffect">
                      <p:stCondLst>
                        <p:cond delay="1400"/>
                      </p:stCondLst>
                      <p:childTnLst>
                        <p:set>
                          <p:cBhvr>
                            <p:cTn id="64" dur="1" fill="hold"/>
                            <p:tgtEl>
                              <p:spTgt spid="6"/>
                            </p:tgtEl>
                            <p:attrNameLst>
                              <p:attrName>style.visibility</p:attrName>
                            </p:attrNameLst>
                          </p:cBhvr>
                          <p:to>
                            <p:strVal val="visible"/>
                          </p:to>
                        </p:set>
                        <p:animEffect transition="in" filter="fade">
                          <p:cBhvr>
                            <p:cTn id="65" dur="350"/>
                            <p:tgtEl>
                              <p:spTgt spid="6"/>
                            </p:tgtEl>
                          </p:cBhvr>
                        </p:animEffect>
                      </p:childTnLst>
                    </p:cTn>
                  </p:par>
                  <p:par>
                    <p:cTn id="66" presetID="10" presetClass="entr" presetSubtype="0" fill="hold" grpId="21" nodeType="withEffect">
                      <p:stCondLst>
                        <p:cond delay="1470"/>
                      </p:stCondLst>
                      <p:childTnLst>
                        <p:set>
                          <p:cBhvr>
                            <p:cTn id="67" dur="1" fill="hold"/>
                            <p:tgtEl>
                              <p:spTgt spid="7"/>
                            </p:tgtEl>
                            <p:attrNameLst>
                              <p:attrName>style.visibility</p:attrName>
                            </p:attrNameLst>
                          </p:cBhvr>
                          <p:to>
                            <p:strVal val="visible"/>
                          </p:to>
                        </p:set>
                        <p:animEffect transition="in" filter="fade">
                          <p:cBhvr>
                            <p:cTn id="68" dur="350"/>
                            <p:tgtEl>
                              <p:spTgt spid="7"/>
                            </p:tgtEl>
                          </p:cBhvr>
                        </p:animEffect>
                      </p:childTnLst>
                    </p:cTn>
                  </p:par>
                  <p:par>
                    <p:cTn id="69" presetID="10" presetClass="entr" presetSubtype="0" fill="hold" grpId="22" nodeType="withEffect">
                      <p:stCondLst>
                        <p:cond delay="1540"/>
                      </p:stCondLst>
                      <p:childTnLst>
                        <p:set>
                          <p:cBhvr>
                            <p:cTn id="70" dur="1" fill="hold"/>
                            <p:tgtEl>
                              <p:spTgt spid="8"/>
                            </p:tgtEl>
                            <p:attrNameLst>
                              <p:attrName>style.visibility</p:attrName>
                            </p:attrNameLst>
                          </p:cBhvr>
                          <p:to>
                            <p:strVal val="visible"/>
                          </p:to>
                        </p:set>
                        <p:animEffect transition="in" filter="fade">
                          <p:cBhvr>
                            <p:cTn id="71" dur="350"/>
                            <p:tgtEl>
                              <p:spTgt spid="8"/>
                            </p:tgtEl>
                          </p:cBhvr>
                        </p:animEffect>
                      </p:childTnLst>
                    </p:cTn>
                  </p:par>
                  <p:par>
                    <p:cTn id="72" presetID="10" presetClass="entr" presetSubtype="0" fill="hold" grpId="23" nodeType="withEffect">
                      <p:stCondLst>
                        <p:cond delay="1610"/>
                      </p:stCondLst>
                      <p:childTnLst>
                        <p:set>
                          <p:cBhvr>
                            <p:cTn id="73" dur="1" fill="hold"/>
                            <p:tgtEl>
                              <p:spTgt spid="9"/>
                            </p:tgtEl>
                            <p:attrNameLst>
                              <p:attrName>style.visibility</p:attrName>
                            </p:attrNameLst>
                          </p:cBhvr>
                          <p:to>
                            <p:strVal val="visible"/>
                          </p:to>
                        </p:set>
                        <p:animEffect transition="in" filter="fade">
                          <p:cBhvr>
                            <p:cTn id="74" dur="350"/>
                            <p:tgtEl>
                              <p:spTgt spid="9"/>
                            </p:tgtEl>
                          </p:cBhvr>
                        </p:animEffect>
                      </p:childTnLst>
                    </p:cTn>
                  </p:par>
                  <p:par>
                    <p:cTn id="75" presetID="10" presetClass="entr" presetSubtype="0" fill="hold" grpId="24" nodeType="withEffect">
                      <p:stCondLst>
                        <p:cond delay="1680"/>
                      </p:stCondLst>
                      <p:childTnLst>
                        <p:set>
                          <p:cBhvr>
                            <p:cTn id="76" dur="1" fill="hold"/>
                            <p:tgtEl>
                              <p:spTgt spid="10"/>
                            </p:tgtEl>
                            <p:attrNameLst>
                              <p:attrName>style.visibility</p:attrName>
                            </p:attrNameLst>
                          </p:cBhvr>
                          <p:to>
                            <p:strVal val="visible"/>
                          </p:to>
                        </p:set>
                        <p:animEffect transition="in" filter="fade">
                          <p:cBhvr>
                            <p:cTn id="77" dur="350"/>
                            <p:tgtEl>
                              <p:spTgt spid="10"/>
                            </p:tgtEl>
                          </p:cBhvr>
                        </p:animEffect>
                      </p:childTnLst>
                    </p:cTn>
                  </p:par>
                  <p:par>
                    <p:cTn id="78" presetID="10" presetClass="entr" presetSubtype="0" fill="hold" grpId="25" nodeType="withEffect">
                      <p:stCondLst>
                        <p:cond delay="1750"/>
                      </p:stCondLst>
                      <p:childTnLst>
                        <p:set>
                          <p:cBhvr>
                            <p:cTn id="79" dur="1" fill="hold"/>
                            <p:tgtEl>
                              <p:spTgt spid="11"/>
                            </p:tgtEl>
                            <p:attrNameLst>
                              <p:attrName>style.visibility</p:attrName>
                            </p:attrNameLst>
                          </p:cBhvr>
                          <p:to>
                            <p:strVal val="visible"/>
                          </p:to>
                        </p:set>
                        <p:animEffect transition="in" filter="fade">
                          <p:cBhvr>
                            <p:cTn id="80" dur="350"/>
                            <p:tgtEl>
                              <p:spTgt spid="11"/>
                            </p:tgtEl>
                          </p:cBhvr>
                        </p:animEffect>
                      </p:childTnLst>
                    </p:cTn>
                  </p:par>
                  <p:par>
                    <p:cTn id="81" presetID="10" presetClass="entr" presetSubtype="0" fill="hold" grpId="26" nodeType="withEffect">
                      <p:stCondLst>
                        <p:cond delay="1820"/>
                      </p:stCondLst>
                      <p:childTnLst>
                        <p:set>
                          <p:cBhvr>
                            <p:cTn id="82" dur="1" fill="hold"/>
                            <p:tgtEl>
                              <p:spTgt spid="12"/>
                            </p:tgtEl>
                            <p:attrNameLst>
                              <p:attrName>style.visibility</p:attrName>
                            </p:attrNameLst>
                          </p:cBhvr>
                          <p:to>
                            <p:strVal val="visible"/>
                          </p:to>
                        </p:set>
                        <p:animEffect transition="in" filter="fade">
                          <p:cBhvr>
                            <p:cTn id="83" dur="350"/>
                            <p:tgtEl>
                              <p:spTgt spid="12"/>
                            </p:tgtEl>
                          </p:cBhvr>
                        </p:animEffect>
                      </p:childTnLst>
                    </p:cTn>
                  </p:par>
                  <p:par>
                    <p:cTn id="84" presetID="10" presetClass="entr" presetSubtype="0" fill="hold" grpId="27" nodeType="withEffect">
                      <p:stCondLst>
                        <p:cond delay="1890"/>
                      </p:stCondLst>
                      <p:childTnLst>
                        <p:set>
                          <p:cBhvr>
                            <p:cTn id="85" dur="1" fill="hold"/>
                            <p:tgtEl>
                              <p:spTgt spid="13"/>
                            </p:tgtEl>
                            <p:attrNameLst>
                              <p:attrName>style.visibility</p:attrName>
                            </p:attrNameLst>
                          </p:cBhvr>
                          <p:to>
                            <p:strVal val="visible"/>
                          </p:to>
                        </p:set>
                        <p:animEffect transition="in" filter="fade">
                          <p:cBhvr>
                            <p:cTn id="86" dur="350"/>
                            <p:tgtEl>
                              <p:spTgt spid="13"/>
                            </p:tgtEl>
                          </p:cBhvr>
                        </p:animEffect>
                      </p:childTnLst>
                    </p:cTn>
                  </p:par>
                  <p:par>
                    <p:cTn id="87" presetID="10" presetClass="entr" presetSubtype="0" fill="hold" grpId="28" nodeType="withEffect">
                      <p:stCondLst>
                        <p:cond delay="1960"/>
                      </p:stCondLst>
                      <p:childTnLst>
                        <p:set>
                          <p:cBhvr>
                            <p:cTn id="88" dur="1" fill="hold"/>
                            <p:tgtEl>
                              <p:spTgt spid="14"/>
                            </p:tgtEl>
                            <p:attrNameLst>
                              <p:attrName>style.visibility</p:attrName>
                            </p:attrNameLst>
                          </p:cBhvr>
                          <p:to>
                            <p:strVal val="visible"/>
                          </p:to>
                        </p:set>
                        <p:animEffect transition="in" filter="fade">
                          <p:cBhvr>
                            <p:cTn id="89" dur="350"/>
                            <p:tgtEl>
                              <p:spTgt spid="14"/>
                            </p:tgtEl>
                          </p:cBhvr>
                        </p:animEffect>
                      </p:childTnLst>
                    </p:cTn>
                  </p:par>
                  <p:par>
                    <p:cTn id="90" presetID="10" presetClass="entr" presetSubtype="0" fill="hold" grpId="29" nodeType="withEffect">
                      <p:stCondLst>
                        <p:cond delay="2030"/>
                      </p:stCondLst>
                      <p:childTnLst>
                        <p:set>
                          <p:cBhvr>
                            <p:cTn id="91" dur="1" fill="hold"/>
                            <p:tgtEl>
                              <p:spTgt spid="15"/>
                            </p:tgtEl>
                            <p:attrNameLst>
                              <p:attrName>style.visibility</p:attrName>
                            </p:attrNameLst>
                          </p:cBhvr>
                          <p:to>
                            <p:strVal val="visible"/>
                          </p:to>
                        </p:set>
                        <p:animEffect transition="in" filter="fade">
                          <p:cBhvr>
                            <p:cTn id="92" dur="350"/>
                            <p:tgtEl>
                              <p:spTgt spid="15"/>
                            </p:tgtEl>
                          </p:cBhvr>
                        </p:animEffect>
                      </p:childTnLst>
                    </p:cTn>
                  </p:par>
                  <p:par>
                    <p:cTn id="93" presetID="10" presetClass="entr" presetSubtype="0" fill="hold" grpId="30" nodeType="withEffect">
                      <p:stCondLst>
                        <p:cond delay="2100"/>
                      </p:stCondLst>
                      <p:childTnLst>
                        <p:set>
                          <p:cBhvr>
                            <p:cTn id="94" dur="1" fill="hold"/>
                            <p:tgtEl>
                              <p:spTgt spid="16"/>
                            </p:tgtEl>
                            <p:attrNameLst>
                              <p:attrName>style.visibility</p:attrName>
                            </p:attrNameLst>
                          </p:cBhvr>
                          <p:to>
                            <p:strVal val="visible"/>
                          </p:to>
                        </p:set>
                        <p:animEffect transition="in" filter="fade">
                          <p:cBhvr>
                            <p:cTn id="95" dur="350"/>
                            <p:tgtEl>
                              <p:spTgt spid="16"/>
                            </p:tgtEl>
                          </p:cBhvr>
                        </p:animEffect>
                      </p:childTnLst>
                    </p:cTn>
                  </p:par>
                  <p:par>
                    <p:cTn id="96" presetID="10" presetClass="entr" presetSubtype="0" fill="hold" grpId="31" nodeType="withEffect">
                      <p:stCondLst>
                        <p:cond delay="2170"/>
                      </p:stCondLst>
                      <p:childTnLst>
                        <p:set>
                          <p:cBhvr>
                            <p:cTn id="97" dur="1" fill="hold"/>
                            <p:tgtEl>
                              <p:spTgt spid="17"/>
                            </p:tgtEl>
                            <p:attrNameLst>
                              <p:attrName>style.visibility</p:attrName>
                            </p:attrNameLst>
                          </p:cBhvr>
                          <p:to>
                            <p:strVal val="visible"/>
                          </p:to>
                        </p:set>
                        <p:animEffect transition="in" filter="fade">
                          <p:cBhvr>
                            <p:cTn id="98" dur="350"/>
                            <p:tgtEl>
                              <p:spTgt spid="17"/>
                            </p:tgtEl>
                          </p:cBhvr>
                        </p:animEffect>
                      </p:childTnLst>
                    </p:cTn>
                  </p:par>
                  <p:par>
                    <p:cTn id="99" presetID="10" presetClass="entr" presetSubtype="0" fill="hold" grpId="32" nodeType="withEffect">
                      <p:stCondLst>
                        <p:cond delay="2240"/>
                      </p:stCondLst>
                      <p:childTnLst>
                        <p:set>
                          <p:cBhvr>
                            <p:cTn id="100" dur="1" fill="hold"/>
                            <p:tgtEl>
                              <p:spTgt spid="18"/>
                            </p:tgtEl>
                            <p:attrNameLst>
                              <p:attrName>style.visibility</p:attrName>
                            </p:attrNameLst>
                          </p:cBhvr>
                          <p:to>
                            <p:strVal val="visible"/>
                          </p:to>
                        </p:set>
                        <p:animEffect transition="in" filter="fade">
                          <p:cBhvr>
                            <p:cTn id="101" dur="350"/>
                            <p:tgtEl>
                              <p:spTgt spid="18"/>
                            </p:tgtEl>
                          </p:cBhvr>
                        </p:animEffect>
                      </p:childTnLst>
                    </p:cTn>
                  </p:par>
                  <p:par>
                    <p:cTn id="102" presetID="10" presetClass="entr" presetSubtype="0" fill="hold" grpId="33" nodeType="withEffect">
                      <p:stCondLst>
                        <p:cond delay="2310"/>
                      </p:stCondLst>
                      <p:childTnLst>
                        <p:set>
                          <p:cBhvr>
                            <p:cTn id="103" dur="1" fill="hold"/>
                            <p:tgtEl>
                              <p:spTgt spid="19"/>
                            </p:tgtEl>
                            <p:attrNameLst>
                              <p:attrName>style.visibility</p:attrName>
                            </p:attrNameLst>
                          </p:cBhvr>
                          <p:to>
                            <p:strVal val="visible"/>
                          </p:to>
                        </p:set>
                        <p:animEffect transition="in" filter="fade">
                          <p:cBhvr>
                            <p:cTn id="104" dur="350"/>
                            <p:tgtEl>
                              <p:spTgt spid="19"/>
                            </p:tgtEl>
                          </p:cBhvr>
                        </p:animEffect>
                      </p:childTnLst>
                    </p:cTn>
                  </p:par>
                  <p:par>
                    <p:cTn id="105" presetID="10" presetClass="entr" presetSubtype="0" fill="hold" grpId="34" nodeType="withEffect">
                      <p:stCondLst>
                        <p:cond delay="2380"/>
                      </p:stCondLst>
                      <p:childTnLst>
                        <p:set>
                          <p:cBhvr>
                            <p:cTn id="106" dur="1" fill="hold"/>
                            <p:tgtEl>
                              <p:spTgt spid="20"/>
                            </p:tgtEl>
                            <p:attrNameLst>
                              <p:attrName>style.visibility</p:attrName>
                            </p:attrNameLst>
                          </p:cBhvr>
                          <p:to>
                            <p:strVal val="visible"/>
                          </p:to>
                        </p:set>
                        <p:animEffect transition="in" filter="fade">
                          <p:cBhvr>
                            <p:cTn id="107" dur="350"/>
                            <p:tgtEl>
                              <p:spTgt spid="20"/>
                            </p:tgtEl>
                          </p:cBhvr>
                        </p:animEffect>
                      </p:childTnLst>
                    </p:cTn>
                  </p:par>
                  <p:par>
                    <p:cTn id="108" presetID="10" presetClass="entr" presetSubtype="0" fill="hold" grpId="35" nodeType="withEffect">
                      <p:stCondLst>
                        <p:cond delay="2450"/>
                      </p:stCondLst>
                      <p:childTnLst>
                        <p:set>
                          <p:cBhvr>
                            <p:cTn id="109" dur="1" fill="hold"/>
                            <p:tgtEl>
                              <p:spTgt spid="21"/>
                            </p:tgtEl>
                            <p:attrNameLst>
                              <p:attrName>style.visibility</p:attrName>
                            </p:attrNameLst>
                          </p:cBhvr>
                          <p:to>
                            <p:strVal val="visible"/>
                          </p:to>
                        </p:set>
                        <p:animEffect transition="in" filter="fade">
                          <p:cBhvr>
                            <p:cTn id="110" dur="350"/>
                            <p:tgtEl>
                              <p:spTgt spid="21"/>
                            </p:tgtEl>
                          </p:cBhvr>
                        </p:animEffect>
                      </p:childTnLst>
                    </p:cTn>
                  </p:par>
                  <p:par>
                    <p:cTn id="111" presetID="10" presetClass="entr" presetSubtype="0" fill="hold" grpId="36" nodeType="withEffect">
                      <p:stCondLst>
                        <p:cond delay="2520"/>
                      </p:stCondLst>
                      <p:childTnLst>
                        <p:set>
                          <p:cBhvr>
                            <p:cTn id="112" dur="1" fill="hold"/>
                            <p:tgtEl>
                              <p:spTgt spid="22"/>
                            </p:tgtEl>
                            <p:attrNameLst>
                              <p:attrName>style.visibility</p:attrName>
                            </p:attrNameLst>
                          </p:cBhvr>
                          <p:to>
                            <p:strVal val="visible"/>
                          </p:to>
                        </p:set>
                        <p:animEffect transition="in" filter="fade">
                          <p:cBhvr>
                            <p:cTn id="113" dur="350"/>
                            <p:tgtEl>
                              <p:spTgt spid="22"/>
                            </p:tgtEl>
                          </p:cBhvr>
                        </p:animEffect>
                      </p:childTnLst>
                    </p:cTn>
                  </p:par>
                  <p:par>
                    <p:cTn id="114" presetID="10" presetClass="entr" presetSubtype="0" fill="hold" grpId="37" nodeType="withEffect">
                      <p:stCondLst>
                        <p:cond delay="2590"/>
                      </p:stCondLst>
                      <p:childTnLst>
                        <p:set>
                          <p:cBhvr>
                            <p:cTn id="115" dur="1" fill="hold"/>
                            <p:tgtEl>
                              <p:spTgt spid="23"/>
                            </p:tgtEl>
                            <p:attrNameLst>
                              <p:attrName>style.visibility</p:attrName>
                            </p:attrNameLst>
                          </p:cBhvr>
                          <p:to>
                            <p:strVal val="visible"/>
                          </p:to>
                        </p:set>
                        <p:animEffect transition="in" filter="fade">
                          <p:cBhvr>
                            <p:cTn id="116" dur="350"/>
                            <p:tgtEl>
                              <p:spTgt spid="23"/>
                            </p:tgtEl>
                          </p:cBhvr>
                        </p:animEffect>
                      </p:childTnLst>
                    </p:cTn>
                  </p:par>
                  <p:par>
                    <p:cTn id="117" presetID="10" presetClass="entr" presetSubtype="0" fill="hold" grpId="38" nodeType="withEffect">
                      <p:stCondLst>
                        <p:cond delay="2660"/>
                      </p:stCondLst>
                      <p:childTnLst>
                        <p:set>
                          <p:cBhvr>
                            <p:cTn id="118" dur="1" fill="hold"/>
                            <p:tgtEl>
                              <p:spTgt spid="24"/>
                            </p:tgtEl>
                            <p:attrNameLst>
                              <p:attrName>style.visibility</p:attrName>
                            </p:attrNameLst>
                          </p:cBhvr>
                          <p:to>
                            <p:strVal val="visible"/>
                          </p:to>
                        </p:set>
                        <p:animEffect transition="in" filter="fade">
                          <p:cBhvr>
                            <p:cTn id="119" dur="350"/>
                            <p:tgtEl>
                              <p:spTgt spid="24"/>
                            </p:tgtEl>
                          </p:cBhvr>
                        </p:animEffect>
                      </p:childTnLst>
                    </p:cTn>
                  </p:par>
                  <p:par>
                    <p:cTn id="120" presetID="10" presetClass="entr" presetSubtype="0" fill="hold" grpId="39" nodeType="withEffect">
                      <p:stCondLst>
                        <p:cond delay="2730"/>
                      </p:stCondLst>
                      <p:childTnLst>
                        <p:set>
                          <p:cBhvr>
                            <p:cTn id="121" dur="1" fill="hold"/>
                            <p:tgtEl>
                              <p:spTgt spid="25"/>
                            </p:tgtEl>
                            <p:attrNameLst>
                              <p:attrName>style.visibility</p:attrName>
                            </p:attrNameLst>
                          </p:cBhvr>
                          <p:to>
                            <p:strVal val="visible"/>
                          </p:to>
                        </p:set>
                        <p:animEffect transition="in" filter="fade">
                          <p:cBhvr>
                            <p:cTn id="122" dur="350"/>
                            <p:tgtEl>
                              <p:spTgt spid="25"/>
                            </p:tgtEl>
                          </p:cBhvr>
                        </p:animEffect>
                      </p:childTnLst>
                    </p:cTn>
                  </p:par>
                  <p:par>
                    <p:cTn id="123" presetID="10" presetClass="entr" presetSubtype="0" fill="hold" grpId="40" nodeType="withEffect">
                      <p:stCondLst>
                        <p:cond delay="2800"/>
                      </p:stCondLst>
                      <p:childTnLst>
                        <p:set>
                          <p:cBhvr>
                            <p:cTn id="124" dur="1" fill="hold"/>
                            <p:tgtEl>
                              <p:spTgt spid="26"/>
                            </p:tgtEl>
                            <p:attrNameLst>
                              <p:attrName>style.visibility</p:attrName>
                            </p:attrNameLst>
                          </p:cBhvr>
                          <p:to>
                            <p:strVal val="visible"/>
                          </p:to>
                        </p:set>
                        <p:animEffect transition="in" filter="fade">
                          <p:cBhvr>
                            <p:cTn id="125" dur="350"/>
                            <p:tgtEl>
                              <p:spTgt spid="26"/>
                            </p:tgtEl>
                          </p:cBhvr>
                        </p:animEffect>
                      </p:childTnLst>
                    </p:cTn>
                  </p:par>
                  <p:par>
                    <p:cTn id="126" presetID="10" presetClass="entr" presetSubtype="0" fill="hold" grpId="41" nodeType="withEffect">
                      <p:stCondLst>
                        <p:cond delay="2870"/>
                      </p:stCondLst>
                      <p:childTnLst>
                        <p:set>
                          <p:cBhvr>
                            <p:cTn id="127" dur="1" fill="hold"/>
                            <p:tgtEl>
                              <p:spTgt spid="27"/>
                            </p:tgtEl>
                            <p:attrNameLst>
                              <p:attrName>style.visibility</p:attrName>
                            </p:attrNameLst>
                          </p:cBhvr>
                          <p:to>
                            <p:strVal val="visible"/>
                          </p:to>
                        </p:set>
                        <p:animEffect transition="in" filter="fade">
                          <p:cBhvr>
                            <p:cTn id="128" dur="350"/>
                            <p:tgtEl>
                              <p:spTgt spid="27"/>
                            </p:tgtEl>
                          </p:cBhvr>
                        </p:animEffect>
                      </p:childTnLst>
                    </p:cTn>
                  </p:par>
                  <p:par>
                    <p:cTn id="129" presetID="10" presetClass="entr" presetSubtype="0" fill="hold" grpId="42" nodeType="withEffect">
                      <p:stCondLst>
                        <p:cond delay="2940"/>
                      </p:stCondLst>
                      <p:childTnLst>
                        <p:set>
                          <p:cBhvr>
                            <p:cTn id="130" dur="1" fill="hold"/>
                            <p:tgtEl>
                              <p:spTgt spid="28"/>
                            </p:tgtEl>
                            <p:attrNameLst>
                              <p:attrName>style.visibility</p:attrName>
                            </p:attrNameLst>
                          </p:cBhvr>
                          <p:to>
                            <p:strVal val="visible"/>
                          </p:to>
                        </p:set>
                        <p:animEffect transition="in" filter="fade">
                          <p:cBhvr>
                            <p:cTn id="131" dur="350"/>
                            <p:tgtEl>
                              <p:spTgt spid="28"/>
                            </p:tgtEl>
                          </p:cBhvr>
                        </p:animEffect>
                      </p:childTnLst>
                    </p:cTn>
                  </p:par>
                  <p:par>
                    <p:cTn id="132" presetID="10" presetClass="entr" presetSubtype="0" fill="hold" grpId="43" nodeType="withEffect">
                      <p:stCondLst>
                        <p:cond delay="3010"/>
                      </p:stCondLst>
                      <p:childTnLst>
                        <p:set>
                          <p:cBhvr>
                            <p:cTn id="133" dur="1" fill="hold"/>
                            <p:tgtEl>
                              <p:spTgt spid="29"/>
                            </p:tgtEl>
                            <p:attrNameLst>
                              <p:attrName>style.visibility</p:attrName>
                            </p:attrNameLst>
                          </p:cBhvr>
                          <p:to>
                            <p:strVal val="visible"/>
                          </p:to>
                        </p:set>
                        <p:animEffect transition="in" filter="fade">
                          <p:cBhvr>
                            <p:cTn id="134" dur="350"/>
                            <p:tgtEl>
                              <p:spTgt spid="29"/>
                            </p:tgtEl>
                          </p:cBhvr>
                        </p:animEffect>
                      </p:childTnLst>
                    </p:cTn>
                  </p:par>
                  <p:par>
                    <p:cTn id="135" presetID="10" presetClass="entr" presetSubtype="0" fill="hold" grpId="44" nodeType="withEffect">
                      <p:stCondLst>
                        <p:cond delay="3080"/>
                      </p:stCondLst>
                      <p:childTnLst>
                        <p:set>
                          <p:cBhvr>
                            <p:cTn id="136" dur="1" fill="hold"/>
                            <p:tgtEl>
                              <p:spTgt spid="30"/>
                            </p:tgtEl>
                            <p:attrNameLst>
                              <p:attrName>style.visibility</p:attrName>
                            </p:attrNameLst>
                          </p:cBhvr>
                          <p:to>
                            <p:strVal val="visible"/>
                          </p:to>
                        </p:set>
                        <p:animEffect transition="in" filter="fade">
                          <p:cBhvr>
                            <p:cTn id="137" dur="350"/>
                            <p:tgtEl>
                              <p:spTgt spid="30"/>
                            </p:tgtEl>
                          </p:cBhvr>
                        </p:animEffect>
                      </p:childTnLst>
                    </p:cTn>
                  </p:par>
                  <p:par>
                    <p:cTn id="138" presetID="10" presetClass="entr" presetSubtype="0" fill="hold" grpId="45" nodeType="withEffect">
                      <p:stCondLst>
                        <p:cond delay="3150"/>
                      </p:stCondLst>
                      <p:childTnLst>
                        <p:set>
                          <p:cBhvr>
                            <p:cTn id="139" dur="1" fill="hold"/>
                            <p:tgtEl>
                              <p:spTgt spid="31"/>
                            </p:tgtEl>
                            <p:attrNameLst>
                              <p:attrName>style.visibility</p:attrName>
                            </p:attrNameLst>
                          </p:cBhvr>
                          <p:to>
                            <p:strVal val="visible"/>
                          </p:to>
                        </p:set>
                        <p:animEffect transition="in" filter="fade">
                          <p:cBhvr>
                            <p:cTn id="140" dur="350"/>
                            <p:tgtEl>
                              <p:spTgt spid="31"/>
                            </p:tgtEl>
                          </p:cBhvr>
                        </p:animEffect>
                      </p:childTnLst>
                    </p:cTn>
                  </p:par>
                  <p:par>
                    <p:cTn id="141" presetID="10" presetClass="entr" presetSubtype="0" fill="hold" grpId="46" nodeType="withEffect">
                      <p:stCondLst>
                        <p:cond delay="3220"/>
                      </p:stCondLst>
                      <p:childTnLst>
                        <p:set>
                          <p:cBhvr>
                            <p:cTn id="142" dur="1" fill="hold"/>
                            <p:tgtEl>
                              <p:spTgt spid="32"/>
                            </p:tgtEl>
                            <p:attrNameLst>
                              <p:attrName>style.visibility</p:attrName>
                            </p:attrNameLst>
                          </p:cBhvr>
                          <p:to>
                            <p:strVal val="visible"/>
                          </p:to>
                        </p:set>
                        <p:animEffect transition="in" filter="fade">
                          <p:cBhvr>
                            <p:cTn id="143" dur="350"/>
                            <p:tgtEl>
                              <p:spTgt spid="32"/>
                            </p:tgtEl>
                          </p:cBhvr>
                        </p:animEffect>
                      </p:childTnLst>
                    </p:cTn>
                  </p:par>
                  <p:par>
                    <p:cTn id="144" presetID="10" presetClass="entr" presetSubtype="0" fill="hold" grpId="47" nodeType="withEffect">
                      <p:stCondLst>
                        <p:cond delay="3290"/>
                      </p:stCondLst>
                      <p:childTnLst>
                        <p:set>
                          <p:cBhvr>
                            <p:cTn id="145" dur="1" fill="hold"/>
                            <p:tgtEl>
                              <p:spTgt spid="33"/>
                            </p:tgtEl>
                            <p:attrNameLst>
                              <p:attrName>style.visibility</p:attrName>
                            </p:attrNameLst>
                          </p:cBhvr>
                          <p:to>
                            <p:strVal val="visible"/>
                          </p:to>
                        </p:set>
                        <p:animEffect transition="in" filter="fade">
                          <p:cBhvr>
                            <p:cTn id="146" dur="350"/>
                            <p:tgtEl>
                              <p:spTgt spid="33"/>
                            </p:tgtEl>
                          </p:cBhvr>
                        </p:animEffect>
                      </p:childTnLst>
                    </p:cTn>
                  </p:par>
                  <p:par>
                    <p:cTn id="147" presetID="10" presetClass="entr" presetSubtype="0" fill="hold" grpId="48" nodeType="withEffect">
                      <p:stCondLst>
                        <p:cond delay="3360"/>
                      </p:stCondLst>
                      <p:childTnLst>
                        <p:set>
                          <p:cBhvr>
                            <p:cTn id="148" dur="1" fill="hold"/>
                            <p:tgtEl>
                              <p:spTgt spid="34"/>
                            </p:tgtEl>
                            <p:attrNameLst>
                              <p:attrName>style.visibility</p:attrName>
                            </p:attrNameLst>
                          </p:cBhvr>
                          <p:to>
                            <p:strVal val="visible"/>
                          </p:to>
                        </p:set>
                        <p:animEffect transition="in" filter="fade">
                          <p:cBhvr>
                            <p:cTn id="149" dur="350"/>
                            <p:tgtEl>
                              <p:spTgt spid="34"/>
                            </p:tgtEl>
                          </p:cBhvr>
                        </p:animEffect>
                      </p:childTnLst>
                    </p:cTn>
                  </p:par>
                </p:childTnLst>
              </p:cTn>
            </p:par>
          </p:childTnLst>
        </p:cTn>
      </p:par>
    </p:tnLst>
    <p:bldLst>
      <p:bldP spid="500" grpId="0" uiExpand="1" build="p"/>
      <p:bldP spid="501" grpId="1" uiExpand="1" build="p"/>
      <p:bldP spid="502" grpId="2" uiExpand="1" build="p"/>
      <p:bldP spid="503" grpId="3" uiExpand="1" build="p"/>
      <p:bldP spid="504" grpId="4" uiExpand="1" build="p"/>
      <p:bldP spid="505" grpId="5" uiExpand="1" build="p"/>
      <p:bldP spid="506" grpId="6" uiExpand="1" build="p"/>
      <p:bldP spid="507" grpId="7" uiExpand="1" build="p"/>
      <p:bldP spid="508" grpId="8" uiExpand="1" build="p"/>
      <p:bldP spid="509" grpId="9" uiExpand="1" build="p"/>
      <p:bldP spid="510" grpId="10" uiExpand="1" build="p"/>
      <p:bldP spid="511" grpId="11" uiExpand="1" build="p"/>
      <p:bldP spid="512" grpId="12" uiExpand="1" build="p"/>
      <p:bldP spid="513" grpId="13" uiExpand="1" build="p"/>
      <p:bldP spid="514" grpId="14" uiExpand="1" build="p"/>
      <p:bldP spid="515" grpId="15" uiExpand="1" build="p"/>
      <p:bldP spid="2" grpId="16" uiExpand="1" build="p"/>
      <p:bldP spid="3" grpId="17" uiExpand="1" build="p"/>
      <p:bldP spid="4" grpId="18" uiExpand="1" build="p"/>
      <p:bldP spid="5" grpId="19" uiExpand="1" build="p"/>
      <p:bldP spid="6" grpId="20" uiExpand="1" build="p"/>
      <p:bldP spid="7" grpId="21" uiExpand="1" build="p"/>
      <p:bldP spid="8" grpId="22" uiExpand="1" build="p"/>
      <p:bldP spid="9" grpId="23" uiExpand="1" build="p"/>
      <p:bldP spid="10" grpId="24" uiExpand="1" build="p"/>
      <p:bldP spid="11" grpId="25" uiExpand="1" build="p"/>
      <p:bldP spid="12" grpId="26" uiExpand="1" build="p"/>
      <p:bldP spid="13" grpId="27" uiExpand="1" build="p"/>
      <p:bldP spid="14" grpId="28" uiExpand="1" build="p"/>
      <p:bldP spid="15" grpId="29" uiExpand="1" build="p"/>
      <p:bldP spid="16" grpId="30" uiExpand="1" build="p"/>
      <p:bldP spid="17" grpId="31" uiExpand="1" build="p"/>
      <p:bldP spid="18" grpId="32" uiExpand="1" build="p"/>
      <p:bldP spid="19" grpId="33" uiExpand="1" build="p"/>
      <p:bldP spid="20" grpId="34" uiExpand="1" build="p"/>
      <p:bldP spid="21" grpId="35" uiExpand="1" build="p"/>
      <p:bldP spid="22" grpId="36" uiExpand="1" build="p"/>
      <p:bldP spid="23" grpId="37" uiExpand="1" build="p"/>
      <p:bldP spid="24" grpId="38" uiExpand="1" build="p"/>
      <p:bldP spid="25" grpId="39" uiExpand="1" build="p"/>
      <p:bldP spid="26" grpId="40" uiExpand="1" build="p"/>
      <p:bldP spid="27" grpId="41" uiExpand="1" build="p"/>
      <p:bldP spid="28" grpId="42" uiExpand="1" build="p"/>
      <p:bldP spid="29" grpId="43" uiExpand="1" build="p"/>
      <p:bldP spid="30" grpId="44" uiExpand="1" build="p"/>
      <p:bldP spid="31" grpId="45" uiExpand="1" build="p"/>
      <p:bldP spid="32" grpId="46" uiExpand="1" build="p"/>
      <p:bldP spid="33" grpId="47" uiExpand="1" build="p"/>
      <p:bldP spid="34" grpId="48"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40000">
            <a:solidFill>
              <a:srgbClr val="FFD700">
                <a:alpha val="8000"/>
              </a:srgbClr>
            </a:solidFill>
          </a:ln>
        </p:spPr>
      </p:sp>
      <p:sp>
        <p:nvSpPr>
          <p:cNvPr id="501" name="d501"/>
          <p:cNvSpPr/>
          <p:nvPr/>
        </p:nvSpPr>
        <p:spPr>
          <a:xfrm>
            <a:off x="3372000" y="1371750"/>
            <a:ext cx="2400000" cy="2400000"/>
          </a:xfrm>
          <a:prstGeom prst="ellipse">
            <a:avLst/>
          </a:prstGeom>
          <a:noFill/>
          <a:ln w="28000">
            <a:solidFill>
              <a:srgbClr val="FFD700">
                <a:alpha val="5000"/>
              </a:srgbClr>
            </a:solidFill>
          </a:ln>
        </p:spPr>
      </p:sp>
      <p:sp>
        <p:nvSpPr>
          <p:cNvPr id="502" name="d502"/>
          <p:cNvSpPr/>
          <p:nvPr/>
        </p:nvSpPr>
        <p:spPr>
          <a:xfrm>
            <a:off x="2772000" y="771750"/>
            <a:ext cx="3600000" cy="3600000"/>
          </a:xfrm>
          <a:prstGeom prst="ellipse">
            <a:avLst/>
          </a:prstGeom>
          <a:noFill/>
          <a:ln w="18000">
            <a:solidFill>
              <a:srgbClr val="FFD700">
                <a:alpha val="3000"/>
              </a:srgbClr>
            </a:solidFill>
          </a:ln>
        </p:spPr>
      </p:sp>
      <p:sp>
        <p:nvSpPr>
          <p:cNvPr id="503" name="d503"/>
          <p:cNvSpPr/>
          <p:nvPr/>
        </p:nvSpPr>
        <p:spPr>
          <a:xfrm>
            <a:off x="0" y="0"/>
            <a:ext cx="9144000" cy="642937"/>
          </a:xfrm>
          <a:prstGeom prst="rect">
            <a:avLst/>
          </a:prstGeom>
          <a:solidFill>
            <a:srgbClr val="FFD700">
              <a:alpha val="8000"/>
            </a:srgbClr>
          </a:solidFill>
          <a:ln>
            <a:noFill/>
          </a:ln>
        </p:spPr>
      </p:sp>
      <p:sp>
        <p:nvSpPr>
          <p:cNvPr id="504" name="d504"/>
          <p:cNvSpPr/>
          <p:nvPr/>
        </p:nvSpPr>
        <p:spPr>
          <a:xfrm>
            <a:off x="0" y="4500563"/>
            <a:ext cx="9144000" cy="642937"/>
          </a:xfrm>
          <a:prstGeom prst="rect">
            <a:avLst/>
          </a:prstGeom>
          <a:solidFill>
            <a:srgbClr val="FF6D00">
              <a:alpha val="8000"/>
            </a:srgbClr>
          </a:solidFill>
          <a:ln>
            <a:noFill/>
          </a:ln>
        </p:spPr>
      </p:sp>
      <p:sp>
        <p:nvSpPr>
          <p:cNvPr id="505" name="d505"/>
          <p:cNvSpPr/>
          <p:nvPr/>
        </p:nvSpPr>
        <p:spPr>
          <a:xfrm>
            <a:off x="0" y="411480"/>
            <a:ext cx="200000" cy="200000"/>
          </a:xfrm>
          <a:prstGeom prst="ellipse">
            <a:avLst/>
          </a:prstGeom>
          <a:solidFill>
            <a:srgbClr val="FFD700">
              <a:alpha val="12000"/>
            </a:srgbClr>
          </a:solidFill>
          <a:ln>
            <a:noFill/>
          </a:ln>
        </p:spPr>
      </p:sp>
      <p:sp>
        <p:nvSpPr>
          <p:cNvPr id="506" name="d506"/>
          <p:cNvSpPr/>
          <p:nvPr/>
        </p:nvSpPr>
        <p:spPr>
          <a:xfrm>
            <a:off x="1524000" y="411480"/>
            <a:ext cx="200000" cy="200000"/>
          </a:xfrm>
          <a:prstGeom prst="ellipse">
            <a:avLst/>
          </a:prstGeom>
          <a:solidFill>
            <a:srgbClr val="FFD700">
              <a:alpha val="12000"/>
            </a:srgbClr>
          </a:solidFill>
          <a:ln>
            <a:noFill/>
          </a:ln>
        </p:spPr>
      </p:sp>
      <p:sp>
        <p:nvSpPr>
          <p:cNvPr id="507" name="d507"/>
          <p:cNvSpPr/>
          <p:nvPr/>
        </p:nvSpPr>
        <p:spPr>
          <a:xfrm>
            <a:off x="3048000" y="411480"/>
            <a:ext cx="200000" cy="200000"/>
          </a:xfrm>
          <a:prstGeom prst="ellipse">
            <a:avLst/>
          </a:prstGeom>
          <a:solidFill>
            <a:srgbClr val="FFD700">
              <a:alpha val="12000"/>
            </a:srgbClr>
          </a:solidFill>
          <a:ln>
            <a:noFill/>
          </a:ln>
        </p:spPr>
      </p:sp>
      <p:sp>
        <p:nvSpPr>
          <p:cNvPr id="508" name="d508"/>
          <p:cNvSpPr/>
          <p:nvPr/>
        </p:nvSpPr>
        <p:spPr>
          <a:xfrm>
            <a:off x="4572000" y="411480"/>
            <a:ext cx="200000" cy="200000"/>
          </a:xfrm>
          <a:prstGeom prst="ellipse">
            <a:avLst/>
          </a:prstGeom>
          <a:solidFill>
            <a:srgbClr val="FFD700">
              <a:alpha val="12000"/>
            </a:srgbClr>
          </a:solidFill>
          <a:ln>
            <a:noFill/>
          </a:ln>
        </p:spPr>
      </p:sp>
      <p:sp>
        <p:nvSpPr>
          <p:cNvPr id="509" name="d509"/>
          <p:cNvSpPr/>
          <p:nvPr/>
        </p:nvSpPr>
        <p:spPr>
          <a:xfrm>
            <a:off x="6096000" y="411480"/>
            <a:ext cx="200000" cy="200000"/>
          </a:xfrm>
          <a:prstGeom prst="ellipse">
            <a:avLst/>
          </a:prstGeom>
          <a:solidFill>
            <a:srgbClr val="FFD700">
              <a:alpha val="12000"/>
            </a:srgbClr>
          </a:solidFill>
          <a:ln>
            <a:noFill/>
          </a:ln>
        </p:spPr>
      </p:sp>
      <p:sp>
        <p:nvSpPr>
          <p:cNvPr id="510" name="d510"/>
          <p:cNvSpPr/>
          <p:nvPr/>
        </p:nvSpPr>
        <p:spPr>
          <a:xfrm>
            <a:off x="7620000" y="411480"/>
            <a:ext cx="200000" cy="200000"/>
          </a:xfrm>
          <a:prstGeom prst="ellipse">
            <a:avLst/>
          </a:prstGeom>
          <a:solidFill>
            <a:srgbClr val="FFD700">
              <a:alpha val="12000"/>
            </a:srgbClr>
          </a:solidFill>
          <a:ln>
            <a:noFill/>
          </a:ln>
        </p:spPr>
      </p:sp>
      <p:sp>
        <p:nvSpPr>
          <p:cNvPr id="511" name="d511"/>
          <p:cNvSpPr/>
          <p:nvPr/>
        </p:nvSpPr>
        <p:spPr>
          <a:xfrm>
            <a:off x="762000" y="4474845"/>
            <a:ext cx="160000" cy="160000"/>
          </a:xfrm>
          <a:prstGeom prst="ellipse">
            <a:avLst/>
          </a:prstGeom>
          <a:solidFill>
            <a:srgbClr val="FF6D00">
              <a:alpha val="12000"/>
            </a:srgbClr>
          </a:solidFill>
          <a:ln>
            <a:noFill/>
          </a:ln>
        </p:spPr>
      </p:sp>
      <p:sp>
        <p:nvSpPr>
          <p:cNvPr id="512" name="d512"/>
          <p:cNvSpPr/>
          <p:nvPr/>
        </p:nvSpPr>
        <p:spPr>
          <a:xfrm>
            <a:off x="2286000" y="4474845"/>
            <a:ext cx="160000" cy="160000"/>
          </a:xfrm>
          <a:prstGeom prst="ellipse">
            <a:avLst/>
          </a:prstGeom>
          <a:solidFill>
            <a:srgbClr val="FF6D00">
              <a:alpha val="12000"/>
            </a:srgbClr>
          </a:solidFill>
          <a:ln>
            <a:noFill/>
          </a:ln>
        </p:spPr>
      </p:sp>
      <p:sp>
        <p:nvSpPr>
          <p:cNvPr id="513" name="d513"/>
          <p:cNvSpPr/>
          <p:nvPr/>
        </p:nvSpPr>
        <p:spPr>
          <a:xfrm>
            <a:off x="3810000" y="4474845"/>
            <a:ext cx="160000" cy="160000"/>
          </a:xfrm>
          <a:prstGeom prst="ellipse">
            <a:avLst/>
          </a:prstGeom>
          <a:solidFill>
            <a:srgbClr val="FF6D00">
              <a:alpha val="12000"/>
            </a:srgbClr>
          </a:solidFill>
          <a:ln>
            <a:noFill/>
          </a:ln>
        </p:spPr>
      </p:sp>
      <p:sp>
        <p:nvSpPr>
          <p:cNvPr id="514" name="d514"/>
          <p:cNvSpPr/>
          <p:nvPr/>
        </p:nvSpPr>
        <p:spPr>
          <a:xfrm>
            <a:off x="5334000" y="4474845"/>
            <a:ext cx="160000" cy="160000"/>
          </a:xfrm>
          <a:prstGeom prst="ellipse">
            <a:avLst/>
          </a:prstGeom>
          <a:solidFill>
            <a:srgbClr val="FF6D00">
              <a:alpha val="12000"/>
            </a:srgbClr>
          </a:solidFill>
          <a:ln>
            <a:noFill/>
          </a:ln>
        </p:spPr>
      </p:sp>
      <p:sp>
        <p:nvSpPr>
          <p:cNvPr id="515" name="d515"/>
          <p:cNvSpPr/>
          <p:nvPr/>
        </p:nvSpPr>
        <p:spPr>
          <a:xfrm>
            <a:off x="6858000" y="4474845"/>
            <a:ext cx="160000" cy="160000"/>
          </a:xfrm>
          <a:prstGeom prst="ellipse">
            <a:avLst/>
          </a:prstGeom>
          <a:solidFill>
            <a:srgbClr val="FF6D00">
              <a:alpha val="12000"/>
            </a:srgbClr>
          </a:solidFill>
          <a:ln>
            <a:noFill/>
          </a:ln>
        </p:spPr>
      </p:sp>
      <p:sp>
        <p:nvSpPr>
          <p:cNvPr id="516" name="d516"/>
          <p:cNvSpPr/>
          <p:nvPr/>
        </p:nvSpPr>
        <p:spPr>
          <a:xfrm>
            <a:off x="8382000" y="4474845"/>
            <a:ext cx="160000" cy="160000"/>
          </a:xfrm>
          <a:prstGeom prst="ellipse">
            <a:avLst/>
          </a:prstGeom>
          <a:solidFill>
            <a:srgbClr val="FF6D00">
              <a:alpha val="12000"/>
            </a:srgbClr>
          </a:solidFill>
          <a:ln>
            <a:noFill/>
          </a:ln>
        </p:spPr>
      </p:sp>
      <p:sp>
        <p:nvSpPr>
          <p:cNvPr id="517" name="d517"/>
          <p:cNvSpPr/>
          <p:nvPr/>
        </p:nvSpPr>
        <p:spPr>
          <a:xfrm>
            <a:off x="4222000" y="10000"/>
            <a:ext cx="700000" cy="350000"/>
          </a:xfrm>
          <a:prstGeom prst="diamond">
            <a:avLst/>
          </a:prstGeom>
          <a:solidFill>
            <a:srgbClr val="FFD700">
              <a:alpha val="18000"/>
            </a:srgbClr>
          </a:solidFill>
          <a:ln>
            <a:noFill/>
          </a:ln>
        </p:spPr>
      </p:sp>
      <p:sp>
        <p:nvSpPr>
          <p:cNvPr id="518" name="d518"/>
          <p:cNvSpPr/>
          <p:nvPr/>
        </p:nvSpPr>
        <p:spPr>
          <a:xfrm>
            <a:off x="4222000" y="4783500"/>
            <a:ext cx="700000" cy="350000"/>
          </a:xfrm>
          <a:prstGeom prst="diamond">
            <a:avLst/>
          </a:prstGeom>
          <a:solidFill>
            <a:srgbClr val="FFD700">
              <a:alpha val="18000"/>
            </a:srgbClr>
          </a:solidFill>
          <a:ln>
            <a:noFill/>
          </a:ln>
        </p:spPr>
      </p:sp>
      <p:sp>
        <p:nvSpPr>
          <p:cNvPr id="2" name="Shape 0"/>
          <p:cNvSpPr/>
          <p:nvPr/>
        </p:nvSpPr>
        <p:spPr>
          <a:xfrm>
            <a:off x="-914400" y="-914400"/>
            <a:ext cx="3200400" cy="3200400"/>
          </a:xfrm>
          <a:prstGeom prst="ellipse">
            <a:avLst/>
          </a:prstGeom>
          <a:solidFill>
            <a:srgbClr val="FF6D00">
              <a:alpha val="15000"/>
            </a:srgbClr>
          </a:solidFill>
          <a:ln/>
        </p:spPr>
      </p:sp>
      <p:sp>
        <p:nvSpPr>
          <p:cNvPr id="3" name="Shape 1"/>
          <p:cNvSpPr/>
          <p:nvPr/>
        </p:nvSpPr>
        <p:spPr>
          <a:xfrm>
            <a:off x="6585857" y="3167743"/>
            <a:ext cx="3657600" cy="3657600"/>
          </a:xfrm>
          <a:prstGeom prst="ellipse">
            <a:avLst/>
          </a:prstGeom>
          <a:solidFill>
            <a:srgbClr val="2196F3">
              <a:alpha val="15000"/>
            </a:srgbClr>
          </a:solidFill>
          <a:ln/>
        </p:spPr>
      </p:sp>
      <p:sp>
        <p:nvSpPr>
          <p:cNvPr id="4" name="Text 2"/>
          <p:cNvSpPr/>
          <p:nvPr/>
        </p:nvSpPr>
        <p:spPr>
          <a:xfrm>
            <a:off x="457200" y="731520"/>
            <a:ext cx="8229600" cy="1645920"/>
          </a:xfrm>
          <a:prstGeom prst="rect">
            <a:avLst/>
          </a:prstGeom>
          <a:noFill/>
          <a:ln/>
        </p:spPr>
        <p:txBody>
          <a:bodyPr wrap="square" lIns="0" tIns="0" rIns="0" bIns="0" rtlCol="0" anchor="ctr"/>
          <a:lstStyle/>
          <a:p>
            <a:pPr marL="0" indent="0" algn="ctr">
              <a:lnSpc>
                <a:spcPct val="110000"/>
              </a:lnSpc>
              <a:buNone/>
            </a:pPr>
            <a:r>
              <a:rPr lang="en-US" sz="5200" b="1">
                <a:solidFill>
                  <a:srgbClr val="FF6D00"/>
                </a:solidFill>
                <a:latin typeface="Arial" pitchFamily="34" charset="0"/>
                <a:ea typeface="Arial" pitchFamily="34" charset="-122"/>
                <a:cs typeface="Arial" pitchFamily="34" charset="-120"/>
              </a:rPr>
              <a:t>CONGRATS</a:t>
            </a:r>
            <a:endParaRPr lang="en-US" sz="5200"/>
          </a:p>
          <a:p>
            <a:pPr marL="0" indent="0" algn="ctr">
              <a:lnSpc>
                <a:spcPct val="110000"/>
              </a:lnSpc>
              <a:buNone/>
            </a:pPr>
            <a:r>
              <a:rPr lang="en-US" sz="5200" b="1">
                <a:solidFill>
                  <a:srgbClr val="FF6D00"/>
                </a:solidFill>
                <a:latin typeface="Arial"/>
                <a:cs typeface="Arial"/>
              </a:rPr>
              <a:t>!</a:t>
            </a:r>
            <a:endParaRPr lang="en-US" sz="5200"/>
          </a:p>
        </p:txBody>
      </p:sp>
      <p:sp>
        <p:nvSpPr>
          <p:cNvPr id="7" name="Text 5"/>
          <p:cNvSpPr/>
          <p:nvPr/>
        </p:nvSpPr>
        <p:spPr>
          <a:xfrm>
            <a:off x="914400" y="4389120"/>
            <a:ext cx="7315200" cy="365760"/>
          </a:xfrm>
          <a:prstGeom prst="rect">
            <a:avLst/>
          </a:prstGeom>
          <a:noFill/>
          <a:ln/>
        </p:spPr>
        <p:txBody>
          <a:bodyPr wrap="square" lIns="0" tIns="0" rIns="0" bIns="0" rtlCol="0" anchor="ctr"/>
          <a:lstStyle/>
          <a:p>
            <a:pPr marL="0" indent="0" algn="ctr">
              <a:buNone/>
            </a:pPr>
            <a:r>
              <a:rPr lang="en-US" sz="1200">
                <a:solidFill>
                  <a:srgbClr val="B0BEC5"/>
                </a:solidFill>
                <a:latin typeface="Courier New" pitchFamily="34" charset="0"/>
                <a:ea typeface="Courier New" pitchFamily="34" charset="-122"/>
                <a:cs typeface="Courier New" pitchFamily="34" charset="-120"/>
              </a:rPr>
              <a:t>Chat disabled for 3 seconds.</a:t>
            </a:r>
            <a:endParaRPr lang="en-US" sz="1200"/>
          </a:p>
        </p:txBody>
      </p:sp>
      <p:pic>
        <p:nvPicPr>
          <p:cNvPr id="8" name="Picture 7" descr="180+ Funny Rocket League Team Names: Ultimate LOL-Packed List">
            <a:extLst>
              <a:ext uri="{FF2B5EF4-FFF2-40B4-BE49-F238E27FC236}">
                <a16:creationId xmlns:a16="http://schemas.microsoft.com/office/drawing/2014/main" id="{8BCCE818-BE60-A806-4048-47138F54C5AD}"/>
              </a:ext>
            </a:extLst>
          </p:cNvPr>
          <p:cNvPicPr>
            <a:picLocks noChangeAspect="1"/>
          </p:cNvPicPr>
          <p:nvPr/>
        </p:nvPicPr>
        <p:blipFill>
          <a:blip r:embed="rId3"/>
          <a:stretch>
            <a:fillRect/>
          </a:stretch>
        </p:blipFill>
        <p:spPr>
          <a:xfrm rot="19620000">
            <a:off x="4931909" y="969508"/>
            <a:ext cx="4423683" cy="2632983"/>
          </a:xfrm>
          <a:prstGeom prst="rect">
            <a:avLst/>
          </a:prstGeom>
        </p:spPr>
      </p:pic>
      <p:pic>
        <p:nvPicPr>
          <p:cNvPr id="9" name="Picture 8">
            <a:extLst>
              <a:ext uri="{FF2B5EF4-FFF2-40B4-BE49-F238E27FC236}">
                <a16:creationId xmlns:a16="http://schemas.microsoft.com/office/drawing/2014/main" id="{B046E66C-9D86-58C4-3265-EF159339EACB}"/>
              </a:ext>
            </a:extLst>
          </p:cNvPr>
          <p:cNvPicPr>
            <a:picLocks noChangeAspect="1"/>
          </p:cNvPicPr>
          <p:nvPr/>
        </p:nvPicPr>
        <p:blipFill>
          <a:blip r:embed="rId4"/>
          <a:stretch>
            <a:fillRect/>
          </a:stretch>
        </p:blipFill>
        <p:spPr>
          <a:xfrm rot="1920000">
            <a:off x="1457934" y="1480457"/>
            <a:ext cx="1895619" cy="3374572"/>
          </a:xfrm>
          <a:prstGeom prst="rect">
            <a:avLst/>
          </a:prstGeom>
        </p:spPr>
      </p:pic>
      <p:pic>
        <p:nvPicPr>
          <p:cNvPr id="10" name="Picture 9">
            <a:extLst>
              <a:ext uri="{FF2B5EF4-FFF2-40B4-BE49-F238E27FC236}">
                <a16:creationId xmlns:a16="http://schemas.microsoft.com/office/drawing/2014/main" id="{4EA01A8A-1B06-6839-EC9B-A0ABAF03D171}"/>
              </a:ext>
            </a:extLst>
          </p:cNvPr>
          <p:cNvPicPr>
            <a:picLocks noChangeAspect="1"/>
          </p:cNvPicPr>
          <p:nvPr/>
        </p:nvPicPr>
        <p:blipFill>
          <a:blip r:embed="rId5"/>
          <a:stretch>
            <a:fillRect/>
          </a:stretch>
        </p:blipFill>
        <p:spPr>
          <a:xfrm>
            <a:off x="3812041" y="2758848"/>
            <a:ext cx="1051833" cy="1536246"/>
          </a:xfrm>
          <a:prstGeom prst="rect">
            <a:avLst/>
          </a:prstGeom>
        </p:spPr>
      </p:pic>
    </p:spTree>
  </p:cSld>
  <p:clrMapOvr>
    <a:masterClrMapping/>
  </p:clrMapOvr>
  <p:transition spd="slow">
    <p:zoom dir="out"/>
  </p:transition>
  <p:timing>
    <p:tnLst>
      <p:par>
        <p:cTn id="1" dur="indefinite" restart="whenNotActive" nodeType="tmRoot">
          <p:childTnLst>
            <p:par>
              <p:cTn id="2" fill="hold">
                <p:stCondLst>
                  <p:cond delay="500"/>
                </p:stCondLst>
                <p:childTnLst>
                  <p:par>
                    <p:cTn id="3" presetID="10" presetClass="entr" presetSubtype="0" fill="hold" grpId="0" nodeType="withEffect">
                      <p:stCondLst>
                        <p:cond delay="0"/>
                      </p:stCondLst>
                      <p:childTnLst>
                        <p:set>
                          <p:cBhvr>
                            <p:cTn id="4" dur="1" fill="hold"/>
                            <p:tgtEl>
                              <p:spTgt spid="500"/>
                            </p:tgtEl>
                            <p:attrNameLst>
                              <p:attrName>style.visibility</p:attrName>
                            </p:attrNameLst>
                          </p:cBhvr>
                          <p:to>
                            <p:strVal val="visible"/>
                          </p:to>
                        </p:set>
                        <p:animEffect transition="in" filter="fade">
                          <p:cBhvr>
                            <p:cTn id="5" dur="800"/>
                            <p:tgtEl>
                              <p:spTgt spid="500"/>
                            </p:tgtEl>
                          </p:cBhvr>
                        </p:animEffect>
                      </p:childTnLst>
                    </p:cTn>
                  </p:par>
                  <p:par>
                    <p:cTn id="6" presetID="10" presetClass="entr" presetSubtype="0" fill="hold" grpId="1" nodeType="withEffect">
                      <p:stCondLst>
                        <p:cond delay="150"/>
                      </p:stCondLst>
                      <p:childTnLst>
                        <p:set>
                          <p:cBhvr>
                            <p:cTn id="7" dur="1" fill="hold"/>
                            <p:tgtEl>
                              <p:spTgt spid="501"/>
                            </p:tgtEl>
                            <p:attrNameLst>
                              <p:attrName>style.visibility</p:attrName>
                            </p:attrNameLst>
                          </p:cBhvr>
                          <p:to>
                            <p:strVal val="visible"/>
                          </p:to>
                        </p:set>
                        <p:animEffect transition="in" filter="fade">
                          <p:cBhvr>
                            <p:cTn id="8" dur="800"/>
                            <p:tgtEl>
                              <p:spTgt spid="501"/>
                            </p:tgtEl>
                          </p:cBhvr>
                        </p:animEffect>
                      </p:childTnLst>
                    </p:cTn>
                  </p:par>
                  <p:par>
                    <p:cTn id="9" presetID="10" presetClass="entr" presetSubtype="0" fill="hold" grpId="2" nodeType="withEffect">
                      <p:stCondLst>
                        <p:cond delay="300"/>
                      </p:stCondLst>
                      <p:childTnLst>
                        <p:set>
                          <p:cBhvr>
                            <p:cTn id="10" dur="1" fill="hold"/>
                            <p:tgtEl>
                              <p:spTgt spid="502"/>
                            </p:tgtEl>
                            <p:attrNameLst>
                              <p:attrName>style.visibility</p:attrName>
                            </p:attrNameLst>
                          </p:cBhvr>
                          <p:to>
                            <p:strVal val="visible"/>
                          </p:to>
                        </p:set>
                        <p:animEffect transition="in" filter="fade">
                          <p:cBhvr>
                            <p:cTn id="11" dur="800"/>
                            <p:tgtEl>
                              <p:spTgt spid="502"/>
                            </p:tgtEl>
                          </p:cBhvr>
                        </p:animEffect>
                      </p:childTnLst>
                    </p:cTn>
                  </p:par>
                  <p:par>
                    <p:cTn id="12" presetID="10" presetClass="entr" presetSubtype="0" fill="hold" grpId="3" nodeType="withEffect">
                      <p:stCondLst>
                        <p:cond delay="450"/>
                      </p:stCondLst>
                      <p:childTnLst>
                        <p:set>
                          <p:cBhvr>
                            <p:cTn id="13" dur="1" fill="hold"/>
                            <p:tgtEl>
                              <p:spTgt spid="503"/>
                            </p:tgtEl>
                            <p:attrNameLst>
                              <p:attrName>style.visibility</p:attrName>
                            </p:attrNameLst>
                          </p:cBhvr>
                          <p:to>
                            <p:strVal val="visible"/>
                          </p:to>
                        </p:set>
                        <p:animEffect transition="in" filter="fade">
                          <p:cBhvr>
                            <p:cTn id="14" dur="800"/>
                            <p:tgtEl>
                              <p:spTgt spid="503"/>
                            </p:tgtEl>
                          </p:cBhvr>
                        </p:animEffect>
                      </p:childTnLst>
                    </p:cTn>
                  </p:par>
                  <p:par>
                    <p:cTn id="15" presetID="10" presetClass="entr" presetSubtype="0" fill="hold" grpId="4" nodeType="withEffect">
                      <p:stCondLst>
                        <p:cond delay="600"/>
                      </p:stCondLst>
                      <p:childTnLst>
                        <p:set>
                          <p:cBhvr>
                            <p:cTn id="16" dur="1" fill="hold"/>
                            <p:tgtEl>
                              <p:spTgt spid="504"/>
                            </p:tgtEl>
                            <p:attrNameLst>
                              <p:attrName>style.visibility</p:attrName>
                            </p:attrNameLst>
                          </p:cBhvr>
                          <p:to>
                            <p:strVal val="visible"/>
                          </p:to>
                        </p:set>
                        <p:animEffect transition="in" filter="fade">
                          <p:cBhvr>
                            <p:cTn id="17" dur="800"/>
                            <p:tgtEl>
                              <p:spTgt spid="504"/>
                            </p:tgtEl>
                          </p:cBhvr>
                        </p:animEffect>
                      </p:childTnLst>
                    </p:cTn>
                  </p:par>
                  <p:par>
                    <p:cTn id="18" presetID="10" presetClass="entr" presetSubtype="0" fill="hold" grpId="5" nodeType="withEffect">
                      <p:stCondLst>
                        <p:cond delay="750"/>
                      </p:stCondLst>
                      <p:childTnLst>
                        <p:set>
                          <p:cBhvr>
                            <p:cTn id="19" dur="1" fill="hold"/>
                            <p:tgtEl>
                              <p:spTgt spid="505"/>
                            </p:tgtEl>
                            <p:attrNameLst>
                              <p:attrName>style.visibility</p:attrName>
                            </p:attrNameLst>
                          </p:cBhvr>
                          <p:to>
                            <p:strVal val="visible"/>
                          </p:to>
                        </p:set>
                        <p:animEffect transition="in" filter="fade">
                          <p:cBhvr>
                            <p:cTn id="20" dur="800"/>
                            <p:tgtEl>
                              <p:spTgt spid="505"/>
                            </p:tgtEl>
                          </p:cBhvr>
                        </p:animEffect>
                      </p:childTnLst>
                    </p:cTn>
                  </p:par>
                  <p:par>
                    <p:cTn id="21" presetID="10" presetClass="entr" presetSubtype="0" fill="hold" grpId="6" nodeType="withEffect">
                      <p:stCondLst>
                        <p:cond delay="900"/>
                      </p:stCondLst>
                      <p:childTnLst>
                        <p:set>
                          <p:cBhvr>
                            <p:cTn id="22" dur="1" fill="hold"/>
                            <p:tgtEl>
                              <p:spTgt spid="506"/>
                            </p:tgtEl>
                            <p:attrNameLst>
                              <p:attrName>style.visibility</p:attrName>
                            </p:attrNameLst>
                          </p:cBhvr>
                          <p:to>
                            <p:strVal val="visible"/>
                          </p:to>
                        </p:set>
                        <p:animEffect transition="in" filter="fade">
                          <p:cBhvr>
                            <p:cTn id="23" dur="800"/>
                            <p:tgtEl>
                              <p:spTgt spid="506"/>
                            </p:tgtEl>
                          </p:cBhvr>
                        </p:animEffect>
                      </p:childTnLst>
                    </p:cTn>
                  </p:par>
                  <p:par>
                    <p:cTn id="24" presetID="10" presetClass="entr" presetSubtype="0" fill="hold" grpId="7" nodeType="withEffect">
                      <p:stCondLst>
                        <p:cond delay="1050"/>
                      </p:stCondLst>
                      <p:childTnLst>
                        <p:set>
                          <p:cBhvr>
                            <p:cTn id="25" dur="1" fill="hold"/>
                            <p:tgtEl>
                              <p:spTgt spid="507"/>
                            </p:tgtEl>
                            <p:attrNameLst>
                              <p:attrName>style.visibility</p:attrName>
                            </p:attrNameLst>
                          </p:cBhvr>
                          <p:to>
                            <p:strVal val="visible"/>
                          </p:to>
                        </p:set>
                        <p:animEffect transition="in" filter="fade">
                          <p:cBhvr>
                            <p:cTn id="26" dur="800"/>
                            <p:tgtEl>
                              <p:spTgt spid="507"/>
                            </p:tgtEl>
                          </p:cBhvr>
                        </p:animEffect>
                      </p:childTnLst>
                    </p:cTn>
                  </p:par>
                  <p:par>
                    <p:cTn id="27" presetID="10" presetClass="entr" presetSubtype="0" fill="hold" grpId="8" nodeType="withEffect">
                      <p:stCondLst>
                        <p:cond delay="1200"/>
                      </p:stCondLst>
                      <p:childTnLst>
                        <p:set>
                          <p:cBhvr>
                            <p:cTn id="28" dur="1" fill="hold"/>
                            <p:tgtEl>
                              <p:spTgt spid="508"/>
                            </p:tgtEl>
                            <p:attrNameLst>
                              <p:attrName>style.visibility</p:attrName>
                            </p:attrNameLst>
                          </p:cBhvr>
                          <p:to>
                            <p:strVal val="visible"/>
                          </p:to>
                        </p:set>
                        <p:animEffect transition="in" filter="fade">
                          <p:cBhvr>
                            <p:cTn id="29" dur="800"/>
                            <p:tgtEl>
                              <p:spTgt spid="508"/>
                            </p:tgtEl>
                          </p:cBhvr>
                        </p:animEffect>
                      </p:childTnLst>
                    </p:cTn>
                  </p:par>
                  <p:par>
                    <p:cTn id="30" presetID="10" presetClass="entr" presetSubtype="0" fill="hold" grpId="9" nodeType="withEffect">
                      <p:stCondLst>
                        <p:cond delay="1350"/>
                      </p:stCondLst>
                      <p:childTnLst>
                        <p:set>
                          <p:cBhvr>
                            <p:cTn id="31" dur="1" fill="hold"/>
                            <p:tgtEl>
                              <p:spTgt spid="509"/>
                            </p:tgtEl>
                            <p:attrNameLst>
                              <p:attrName>style.visibility</p:attrName>
                            </p:attrNameLst>
                          </p:cBhvr>
                          <p:to>
                            <p:strVal val="visible"/>
                          </p:to>
                        </p:set>
                        <p:animEffect transition="in" filter="fade">
                          <p:cBhvr>
                            <p:cTn id="32" dur="800"/>
                            <p:tgtEl>
                              <p:spTgt spid="509"/>
                            </p:tgtEl>
                          </p:cBhvr>
                        </p:animEffect>
                      </p:childTnLst>
                    </p:cTn>
                  </p:par>
                  <p:par>
                    <p:cTn id="33" presetID="10" presetClass="entr" presetSubtype="0" fill="hold" grpId="10" nodeType="withEffect">
                      <p:stCondLst>
                        <p:cond delay="1500"/>
                      </p:stCondLst>
                      <p:childTnLst>
                        <p:set>
                          <p:cBhvr>
                            <p:cTn id="34" dur="1" fill="hold"/>
                            <p:tgtEl>
                              <p:spTgt spid="510"/>
                            </p:tgtEl>
                            <p:attrNameLst>
                              <p:attrName>style.visibility</p:attrName>
                            </p:attrNameLst>
                          </p:cBhvr>
                          <p:to>
                            <p:strVal val="visible"/>
                          </p:to>
                        </p:set>
                        <p:animEffect transition="in" filter="fade">
                          <p:cBhvr>
                            <p:cTn id="35" dur="800"/>
                            <p:tgtEl>
                              <p:spTgt spid="510"/>
                            </p:tgtEl>
                          </p:cBhvr>
                        </p:animEffect>
                      </p:childTnLst>
                    </p:cTn>
                  </p:par>
                  <p:par>
                    <p:cTn id="36" presetID="10" presetClass="entr" presetSubtype="0" fill="hold" grpId="11" nodeType="withEffect">
                      <p:stCondLst>
                        <p:cond delay="1650"/>
                      </p:stCondLst>
                      <p:childTnLst>
                        <p:set>
                          <p:cBhvr>
                            <p:cTn id="37" dur="1" fill="hold"/>
                            <p:tgtEl>
                              <p:spTgt spid="511"/>
                            </p:tgtEl>
                            <p:attrNameLst>
                              <p:attrName>style.visibility</p:attrName>
                            </p:attrNameLst>
                          </p:cBhvr>
                          <p:to>
                            <p:strVal val="visible"/>
                          </p:to>
                        </p:set>
                        <p:animEffect transition="in" filter="fade">
                          <p:cBhvr>
                            <p:cTn id="38" dur="800"/>
                            <p:tgtEl>
                              <p:spTgt spid="511"/>
                            </p:tgtEl>
                          </p:cBhvr>
                        </p:animEffect>
                      </p:childTnLst>
                    </p:cTn>
                  </p:par>
                  <p:par>
                    <p:cTn id="39" presetID="10" presetClass="entr" presetSubtype="0" fill="hold" grpId="12" nodeType="withEffect">
                      <p:stCondLst>
                        <p:cond delay="1800"/>
                      </p:stCondLst>
                      <p:childTnLst>
                        <p:set>
                          <p:cBhvr>
                            <p:cTn id="40" dur="1" fill="hold"/>
                            <p:tgtEl>
                              <p:spTgt spid="512"/>
                            </p:tgtEl>
                            <p:attrNameLst>
                              <p:attrName>style.visibility</p:attrName>
                            </p:attrNameLst>
                          </p:cBhvr>
                          <p:to>
                            <p:strVal val="visible"/>
                          </p:to>
                        </p:set>
                        <p:animEffect transition="in" filter="fade">
                          <p:cBhvr>
                            <p:cTn id="41" dur="800"/>
                            <p:tgtEl>
                              <p:spTgt spid="512"/>
                            </p:tgtEl>
                          </p:cBhvr>
                        </p:animEffect>
                      </p:childTnLst>
                    </p:cTn>
                  </p:par>
                  <p:par>
                    <p:cTn id="42" presetID="10" presetClass="entr" presetSubtype="0" fill="hold" grpId="13" nodeType="withEffect">
                      <p:stCondLst>
                        <p:cond delay="1950"/>
                      </p:stCondLst>
                      <p:childTnLst>
                        <p:set>
                          <p:cBhvr>
                            <p:cTn id="43" dur="1" fill="hold"/>
                            <p:tgtEl>
                              <p:spTgt spid="513"/>
                            </p:tgtEl>
                            <p:attrNameLst>
                              <p:attrName>style.visibility</p:attrName>
                            </p:attrNameLst>
                          </p:cBhvr>
                          <p:to>
                            <p:strVal val="visible"/>
                          </p:to>
                        </p:set>
                        <p:animEffect transition="in" filter="fade">
                          <p:cBhvr>
                            <p:cTn id="44" dur="800"/>
                            <p:tgtEl>
                              <p:spTgt spid="513"/>
                            </p:tgtEl>
                          </p:cBhvr>
                        </p:animEffect>
                      </p:childTnLst>
                    </p:cTn>
                  </p:par>
                  <p:par>
                    <p:cTn id="45" presetID="10" presetClass="entr" presetSubtype="0" fill="hold" grpId="14" nodeType="withEffect">
                      <p:stCondLst>
                        <p:cond delay="2100"/>
                      </p:stCondLst>
                      <p:childTnLst>
                        <p:set>
                          <p:cBhvr>
                            <p:cTn id="46" dur="1" fill="hold"/>
                            <p:tgtEl>
                              <p:spTgt spid="514"/>
                            </p:tgtEl>
                            <p:attrNameLst>
                              <p:attrName>style.visibility</p:attrName>
                            </p:attrNameLst>
                          </p:cBhvr>
                          <p:to>
                            <p:strVal val="visible"/>
                          </p:to>
                        </p:set>
                        <p:animEffect transition="in" filter="fade">
                          <p:cBhvr>
                            <p:cTn id="47" dur="800"/>
                            <p:tgtEl>
                              <p:spTgt spid="514"/>
                            </p:tgtEl>
                          </p:cBhvr>
                        </p:animEffect>
                      </p:childTnLst>
                    </p:cTn>
                  </p:par>
                  <p:par>
                    <p:cTn id="48" presetID="10" presetClass="entr" presetSubtype="0" fill="hold" grpId="15" nodeType="withEffect">
                      <p:stCondLst>
                        <p:cond delay="2250"/>
                      </p:stCondLst>
                      <p:childTnLst>
                        <p:set>
                          <p:cBhvr>
                            <p:cTn id="49" dur="1" fill="hold"/>
                            <p:tgtEl>
                              <p:spTgt spid="515"/>
                            </p:tgtEl>
                            <p:attrNameLst>
                              <p:attrName>style.visibility</p:attrName>
                            </p:attrNameLst>
                          </p:cBhvr>
                          <p:to>
                            <p:strVal val="visible"/>
                          </p:to>
                        </p:set>
                        <p:animEffect transition="in" filter="fade">
                          <p:cBhvr>
                            <p:cTn id="50" dur="800"/>
                            <p:tgtEl>
                              <p:spTgt spid="515"/>
                            </p:tgtEl>
                          </p:cBhvr>
                        </p:animEffect>
                      </p:childTnLst>
                    </p:cTn>
                  </p:par>
                  <p:par>
                    <p:cTn id="51" presetID="10" presetClass="entr" presetSubtype="0" fill="hold" grpId="16" nodeType="withEffect">
                      <p:stCondLst>
                        <p:cond delay="2400"/>
                      </p:stCondLst>
                      <p:childTnLst>
                        <p:set>
                          <p:cBhvr>
                            <p:cTn id="52" dur="1" fill="hold"/>
                            <p:tgtEl>
                              <p:spTgt spid="516"/>
                            </p:tgtEl>
                            <p:attrNameLst>
                              <p:attrName>style.visibility</p:attrName>
                            </p:attrNameLst>
                          </p:cBhvr>
                          <p:to>
                            <p:strVal val="visible"/>
                          </p:to>
                        </p:set>
                        <p:animEffect transition="in" filter="fade">
                          <p:cBhvr>
                            <p:cTn id="53" dur="800"/>
                            <p:tgtEl>
                              <p:spTgt spid="516"/>
                            </p:tgtEl>
                          </p:cBhvr>
                        </p:animEffect>
                      </p:childTnLst>
                    </p:cTn>
                  </p:par>
                  <p:par>
                    <p:cTn id="54" presetID="10" presetClass="entr" presetSubtype="0" fill="hold" grpId="17" nodeType="withEffect">
                      <p:stCondLst>
                        <p:cond delay="2550"/>
                      </p:stCondLst>
                      <p:childTnLst>
                        <p:set>
                          <p:cBhvr>
                            <p:cTn id="55" dur="1" fill="hold"/>
                            <p:tgtEl>
                              <p:spTgt spid="517"/>
                            </p:tgtEl>
                            <p:attrNameLst>
                              <p:attrName>style.visibility</p:attrName>
                            </p:attrNameLst>
                          </p:cBhvr>
                          <p:to>
                            <p:strVal val="visible"/>
                          </p:to>
                        </p:set>
                        <p:animEffect transition="in" filter="fade">
                          <p:cBhvr>
                            <p:cTn id="56" dur="800"/>
                            <p:tgtEl>
                              <p:spTgt spid="517"/>
                            </p:tgtEl>
                          </p:cBhvr>
                        </p:animEffect>
                      </p:childTnLst>
                    </p:cTn>
                  </p:par>
                  <p:par>
                    <p:cTn id="57" presetID="10" presetClass="entr" presetSubtype="0" fill="hold" grpId="18" nodeType="withEffect">
                      <p:stCondLst>
                        <p:cond delay="2700"/>
                      </p:stCondLst>
                      <p:childTnLst>
                        <p:set>
                          <p:cBhvr>
                            <p:cTn id="58" dur="1" fill="hold"/>
                            <p:tgtEl>
                              <p:spTgt spid="518"/>
                            </p:tgtEl>
                            <p:attrNameLst>
                              <p:attrName>style.visibility</p:attrName>
                            </p:attrNameLst>
                          </p:cBhvr>
                          <p:to>
                            <p:strVal val="visible"/>
                          </p:to>
                        </p:set>
                        <p:animEffect transition="in" filter="fade">
                          <p:cBhvr>
                            <p:cTn id="59" dur="800"/>
                            <p:tgtEl>
                              <p:spTgt spid="518"/>
                            </p:tgtEl>
                          </p:cBhvr>
                        </p:animEffect>
                      </p:childTnLst>
                    </p:cTn>
                  </p:par>
                  <p:par>
                    <p:cTn id="60" presetID="10" presetClass="entr" presetSubtype="0" fill="hold" grpId="19" nodeType="withEffect">
                      <p:stCondLst>
                        <p:cond delay="2850"/>
                      </p:stCondLst>
                      <p:childTnLst>
                        <p:set>
                          <p:cBhvr>
                            <p:cTn id="61" dur="1" fill="hold"/>
                            <p:tgtEl>
                              <p:spTgt spid="2"/>
                            </p:tgtEl>
                            <p:attrNameLst>
                              <p:attrName>style.visibility</p:attrName>
                            </p:attrNameLst>
                          </p:cBhvr>
                          <p:to>
                            <p:strVal val="visible"/>
                          </p:to>
                        </p:set>
                        <p:animEffect transition="in" filter="fade">
                          <p:cBhvr>
                            <p:cTn id="62" dur="800"/>
                            <p:tgtEl>
                              <p:spTgt spid="2"/>
                            </p:tgtEl>
                          </p:cBhvr>
                        </p:animEffect>
                      </p:childTnLst>
                    </p:cTn>
                  </p:par>
                  <p:par>
                    <p:cTn id="63" presetID="10" presetClass="entr" presetSubtype="0" fill="hold" grpId="20" nodeType="withEffect">
                      <p:stCondLst>
                        <p:cond delay="3000"/>
                      </p:stCondLst>
                      <p:childTnLst>
                        <p:set>
                          <p:cBhvr>
                            <p:cTn id="64" dur="1" fill="hold"/>
                            <p:tgtEl>
                              <p:spTgt spid="3"/>
                            </p:tgtEl>
                            <p:attrNameLst>
                              <p:attrName>style.visibility</p:attrName>
                            </p:attrNameLst>
                          </p:cBhvr>
                          <p:to>
                            <p:strVal val="visible"/>
                          </p:to>
                        </p:set>
                        <p:animEffect transition="in" filter="fade">
                          <p:cBhvr>
                            <p:cTn id="65" dur="800"/>
                            <p:tgtEl>
                              <p:spTgt spid="3"/>
                            </p:tgtEl>
                          </p:cBhvr>
                        </p:animEffect>
                      </p:childTnLst>
                    </p:cTn>
                  </p:par>
                  <p:par>
                    <p:cTn id="66" presetID="10" presetClass="entr" presetSubtype="0" fill="hold" grpId="21" nodeType="withEffect">
                      <p:stCondLst>
                        <p:cond delay="3150"/>
                      </p:stCondLst>
                      <p:childTnLst>
                        <p:set>
                          <p:cBhvr>
                            <p:cTn id="67" dur="1" fill="hold"/>
                            <p:tgtEl>
                              <p:spTgt spid="4"/>
                            </p:tgtEl>
                            <p:attrNameLst>
                              <p:attrName>style.visibility</p:attrName>
                            </p:attrNameLst>
                          </p:cBhvr>
                          <p:to>
                            <p:strVal val="visible"/>
                          </p:to>
                        </p:set>
                        <p:animEffect transition="in" filter="fade">
                          <p:cBhvr>
                            <p:cTn id="68" dur="800"/>
                            <p:tgtEl>
                              <p:spTgt spid="4"/>
                            </p:tgtEl>
                          </p:cBhvr>
                        </p:animEffect>
                      </p:childTnLst>
                    </p:cTn>
                  </p:par>
                  <p:par>
                    <p:cTn id="69" presetID="10" presetClass="entr" presetSubtype="0" fill="hold" grpId="22" nodeType="withEffect">
                      <p:stCondLst>
                        <p:cond delay="3300"/>
                      </p:stCondLst>
                      <p:childTnLst>
                        <p:set>
                          <p:cBhvr>
                            <p:cTn id="70" dur="1" fill="hold"/>
                            <p:tgtEl>
                              <p:spTgt spid="7"/>
                            </p:tgtEl>
                            <p:attrNameLst>
                              <p:attrName>style.visibility</p:attrName>
                            </p:attrNameLst>
                          </p:cBhvr>
                          <p:to>
                            <p:strVal val="visible"/>
                          </p:to>
                        </p:set>
                        <p:animEffect transition="in" filter="fade">
                          <p:cBhvr>
                            <p:cTn id="71" dur="800"/>
                            <p:tgtEl>
                              <p:spTgt spid="7"/>
                            </p:tgtEl>
                          </p:cBhvr>
                        </p:animEffect>
                      </p:childTnLst>
                    </p:cTn>
                  </p:par>
                  <p:par>
                    <p:cTn id="72" presetID="10" presetClass="entr" presetSubtype="0" fill="hold" grpId="23" nodeType="withEffect">
                      <p:stCondLst>
                        <p:cond delay="3450"/>
                      </p:stCondLst>
                      <p:childTnLst>
                        <p:set>
                          <p:cBhvr>
                            <p:cTn id="73" dur="1" fill="hold"/>
                            <p:tgtEl>
                              <p:spTgt spid="8"/>
                            </p:tgtEl>
                            <p:attrNameLst>
                              <p:attrName>style.visibility</p:attrName>
                            </p:attrNameLst>
                          </p:cBhvr>
                          <p:to>
                            <p:strVal val="visible"/>
                          </p:to>
                        </p:set>
                        <p:animEffect transition="in" filter="fade">
                          <p:cBhvr>
                            <p:cTn id="74" dur="800"/>
                            <p:tgtEl>
                              <p:spTgt spid="8"/>
                            </p:tgtEl>
                          </p:cBhvr>
                        </p:animEffect>
                      </p:childTnLst>
                    </p:cTn>
                  </p:par>
                  <p:par>
                    <p:cTn id="75" presetID="10" presetClass="entr" presetSubtype="0" fill="hold" grpId="24" nodeType="withEffect">
                      <p:stCondLst>
                        <p:cond delay="3600"/>
                      </p:stCondLst>
                      <p:childTnLst>
                        <p:set>
                          <p:cBhvr>
                            <p:cTn id="76" dur="1" fill="hold"/>
                            <p:tgtEl>
                              <p:spTgt spid="9"/>
                            </p:tgtEl>
                            <p:attrNameLst>
                              <p:attrName>style.visibility</p:attrName>
                            </p:attrNameLst>
                          </p:cBhvr>
                          <p:to>
                            <p:strVal val="visible"/>
                          </p:to>
                        </p:set>
                        <p:animEffect transition="in" filter="fade">
                          <p:cBhvr>
                            <p:cTn id="77" dur="800"/>
                            <p:tgtEl>
                              <p:spTgt spid="9"/>
                            </p:tgtEl>
                          </p:cBhvr>
                        </p:animEffect>
                      </p:childTnLst>
                    </p:cTn>
                  </p:par>
                  <p:par>
                    <p:cTn id="78" presetID="10" presetClass="entr" presetSubtype="0" fill="hold" grpId="25" nodeType="withEffect">
                      <p:stCondLst>
                        <p:cond delay="3750"/>
                      </p:stCondLst>
                      <p:childTnLst>
                        <p:set>
                          <p:cBhvr>
                            <p:cTn id="79" dur="1" fill="hold"/>
                            <p:tgtEl>
                              <p:spTgt spid="10"/>
                            </p:tgtEl>
                            <p:attrNameLst>
                              <p:attrName>style.visibility</p:attrName>
                            </p:attrNameLst>
                          </p:cBhvr>
                          <p:to>
                            <p:strVal val="visible"/>
                          </p:to>
                        </p:set>
                        <p:animEffect transition="in" filter="fade">
                          <p:cBhvr>
                            <p:cTn id="80" dur="800"/>
                            <p:tgtEl>
                              <p:spTgt spid="10"/>
                            </p:tgtEl>
                          </p:cBhvr>
                        </p:animEffect>
                      </p:childTnLst>
                    </p:cTn>
                  </p:par>
                </p:childTnLst>
              </p:cTn>
            </p:par>
          </p:childTnLst>
        </p:cTn>
      </p:par>
    </p:tnLst>
    <p:bldLst>
      <p:bldP spid="500" grpId="0" uiExpand="1" build="p"/>
      <p:bldP spid="501" grpId="1" uiExpand="1" build="p"/>
      <p:bldP spid="502" grpId="2" uiExpand="1" build="p"/>
      <p:bldP spid="503" grpId="3" uiExpand="1" build="p"/>
      <p:bldP spid="504" grpId="4" uiExpand="1" build="p"/>
      <p:bldP spid="505" grpId="5" uiExpand="1" build="p"/>
      <p:bldP spid="506" grpId="6" uiExpand="1" build="p"/>
      <p:bldP spid="507" grpId="7" uiExpand="1" build="p"/>
      <p:bldP spid="508" grpId="8" uiExpand="1" build="p"/>
      <p:bldP spid="509" grpId="9" uiExpand="1" build="p"/>
      <p:bldP spid="510" grpId="10" uiExpand="1" build="p"/>
      <p:bldP spid="511" grpId="11" uiExpand="1" build="p"/>
      <p:bldP spid="512" grpId="12" uiExpand="1" build="p"/>
      <p:bldP spid="513" grpId="13" uiExpand="1" build="p"/>
      <p:bldP spid="514" grpId="14" uiExpand="1" build="p"/>
      <p:bldP spid="515" grpId="15" uiExpand="1" build="p"/>
      <p:bldP spid="516" grpId="16" uiExpand="1" build="p"/>
      <p:bldP spid="517" grpId="17" uiExpand="1" build="p"/>
      <p:bldP spid="518" grpId="18" uiExpand="1" build="p"/>
      <p:bldP spid="2" grpId="19" uiExpand="1" build="p"/>
      <p:bldP spid="3" grpId="20" uiExpand="1" build="p"/>
      <p:bldP spid="4" grpId="21" uiExpand="1" build="p"/>
      <p:bldP spid="7" grpId="22" uiExpand="1" build="p"/>
      <p:bldP spid="8" grpId="23" uiExpand="1" build="p"/>
      <p:bldP spid="9" grpId="24" uiExpand="1" build="p"/>
      <p:bldP spid="10" grpId="25"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9</Slides>
  <Notes>8</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Coen Heinrich</cp:lastModifiedBy>
  <cp:revision>2</cp:revision>
  <dcterms:created xsi:type="dcterms:W3CDTF">2026-07-22T15:34:09Z</dcterms:created>
  <dcterms:modified xsi:type="dcterms:W3CDTF">2026-07-24T02:16:45Z</dcterms:modified>
</cp:coreProperties>
</file>