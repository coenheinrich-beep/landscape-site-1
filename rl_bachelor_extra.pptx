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FF6D00">
                <a:alpha val="6000"/>
              </a:srgbClr>
            </a:solidFill>
          </a:ln>
        </p:spPr>
      </p:sp>
      <p:sp>
        <p:nvSpPr>
          <p:cNvPr id="501" name="d501"/>
          <p:cNvSpPr/>
          <p:nvPr/>
        </p:nvSpPr>
        <p:spPr>
          <a:xfrm>
            <a:off x="3372000" y="1371750"/>
            <a:ext cx="2400000" cy="2400000"/>
          </a:xfrm>
          <a:prstGeom prst="ellipse">
            <a:avLst/>
          </a:prstGeom>
          <a:noFill/>
          <a:ln w="25400">
            <a:solidFill>
              <a:srgbClr val="2196F3">
                <a:alpha val="4000"/>
              </a:srgbClr>
            </a:solidFill>
          </a:ln>
        </p:spPr>
      </p:sp>
      <p:sp>
        <p:nvSpPr>
          <p:cNvPr id="502" name="d502"/>
          <p:cNvSpPr/>
          <p:nvPr/>
        </p:nvSpPr>
        <p:spPr>
          <a:xfrm>
            <a:off x="2572000" y="571750"/>
            <a:ext cx="4000000" cy="4000000"/>
          </a:xfrm>
          <a:prstGeom prst="ellipse">
            <a:avLst/>
          </a:prstGeom>
          <a:noFill/>
          <a:ln w="15000">
            <a:solidFill>
              <a:srgbClr val="00BCD4">
                <a:alpha val="2000"/>
              </a:srgbClr>
            </a:solidFill>
          </a:ln>
        </p:spPr>
      </p:sp>
      <p:sp>
        <p:nvSpPr>
          <p:cNvPr id="503" name="d503"/>
          <p:cNvSpPr/>
          <p:nvPr/>
        </p:nvSpPr>
        <p:spPr>
          <a:xfrm>
            <a:off x="0" y="0"/>
            <a:ext cx="9144000" cy="642937"/>
          </a:xfrm>
          <a:prstGeom prst="rect">
            <a:avLst/>
          </a:prstGeom>
          <a:solidFill>
            <a:srgbClr val="FF6D00">
              <a:alpha val="5000"/>
            </a:srgbClr>
          </a:solidFill>
          <a:ln>
            <a:noFill/>
          </a:ln>
        </p:spPr>
      </p:sp>
      <p:sp>
        <p:nvSpPr>
          <p:cNvPr id="504" name="d504"/>
          <p:cNvSpPr/>
          <p:nvPr/>
        </p:nvSpPr>
        <p:spPr>
          <a:xfrm>
            <a:off x="0" y="4500563"/>
            <a:ext cx="9144000" cy="642937"/>
          </a:xfrm>
          <a:prstGeom prst="rect">
            <a:avLst/>
          </a:prstGeom>
          <a:solidFill>
            <a:srgbClr val="2196F3">
              <a:alpha val="5000"/>
            </a:srgbClr>
          </a:solidFill>
          <a:ln>
            <a:noFill/>
          </a:ln>
        </p:spPr>
      </p:sp>
      <p:sp>
        <p:nvSpPr>
          <p:cNvPr id="505" name="d505"/>
          <p:cNvSpPr/>
          <p:nvPr/>
        </p:nvSpPr>
        <p:spPr>
          <a:xfrm>
            <a:off x="0" y="411480"/>
            <a:ext cx="180000" cy="180000"/>
          </a:xfrm>
          <a:prstGeom prst="ellipse">
            <a:avLst/>
          </a:prstGeom>
          <a:solidFill>
            <a:srgbClr val="00BCD4">
              <a:alpha val="10000"/>
            </a:srgbClr>
          </a:solidFill>
          <a:ln>
            <a:noFill/>
          </a:ln>
        </p:spPr>
      </p:sp>
      <p:sp>
        <p:nvSpPr>
          <p:cNvPr id="506" name="d506"/>
          <p:cNvSpPr/>
          <p:nvPr/>
        </p:nvSpPr>
        <p:spPr>
          <a:xfrm>
            <a:off x="1524000" y="411480"/>
            <a:ext cx="180000" cy="180000"/>
          </a:xfrm>
          <a:prstGeom prst="ellipse">
            <a:avLst/>
          </a:prstGeom>
          <a:solidFill>
            <a:srgbClr val="00BCD4">
              <a:alpha val="10000"/>
            </a:srgbClr>
          </a:solidFill>
          <a:ln>
            <a:noFill/>
          </a:ln>
        </p:spPr>
      </p:sp>
      <p:sp>
        <p:nvSpPr>
          <p:cNvPr id="507" name="d507"/>
          <p:cNvSpPr/>
          <p:nvPr/>
        </p:nvSpPr>
        <p:spPr>
          <a:xfrm>
            <a:off x="3048000" y="411480"/>
            <a:ext cx="180000" cy="180000"/>
          </a:xfrm>
          <a:prstGeom prst="ellipse">
            <a:avLst/>
          </a:prstGeom>
          <a:solidFill>
            <a:srgbClr val="00BCD4">
              <a:alpha val="10000"/>
            </a:srgbClr>
          </a:solidFill>
          <a:ln>
            <a:noFill/>
          </a:ln>
        </p:spPr>
      </p:sp>
      <p:sp>
        <p:nvSpPr>
          <p:cNvPr id="508" name="d508"/>
          <p:cNvSpPr/>
          <p:nvPr/>
        </p:nvSpPr>
        <p:spPr>
          <a:xfrm>
            <a:off x="4572000" y="411480"/>
            <a:ext cx="180000" cy="180000"/>
          </a:xfrm>
          <a:prstGeom prst="ellipse">
            <a:avLst/>
          </a:prstGeom>
          <a:solidFill>
            <a:srgbClr val="00BCD4">
              <a:alpha val="10000"/>
            </a:srgbClr>
          </a:solidFill>
          <a:ln>
            <a:noFill/>
          </a:ln>
        </p:spPr>
      </p:sp>
      <p:sp>
        <p:nvSpPr>
          <p:cNvPr id="509" name="d509"/>
          <p:cNvSpPr/>
          <p:nvPr/>
        </p:nvSpPr>
        <p:spPr>
          <a:xfrm>
            <a:off x="6096000" y="411480"/>
            <a:ext cx="180000" cy="180000"/>
          </a:xfrm>
          <a:prstGeom prst="ellipse">
            <a:avLst/>
          </a:prstGeom>
          <a:solidFill>
            <a:srgbClr val="00BCD4">
              <a:alpha val="10000"/>
            </a:srgbClr>
          </a:solidFill>
          <a:ln>
            <a:noFill/>
          </a:ln>
        </p:spPr>
      </p:sp>
      <p:sp>
        <p:nvSpPr>
          <p:cNvPr id="510" name="d510"/>
          <p:cNvSpPr/>
          <p:nvPr/>
        </p:nvSpPr>
        <p:spPr>
          <a:xfrm>
            <a:off x="7620000" y="411480"/>
            <a:ext cx="180000" cy="180000"/>
          </a:xfrm>
          <a:prstGeom prst="ellipse">
            <a:avLst/>
          </a:prstGeom>
          <a:solidFill>
            <a:srgbClr val="00BCD4">
              <a:alpha val="10000"/>
            </a:srgbClr>
          </a:solidFill>
          <a:ln>
            <a:noFill/>
          </a:ln>
        </p:spPr>
      </p:sp>
      <p:sp>
        <p:nvSpPr>
          <p:cNvPr id="511" name="d511"/>
          <p:cNvSpPr/>
          <p:nvPr/>
        </p:nvSpPr>
        <p:spPr>
          <a:xfrm>
            <a:off x="762000" y="4474845"/>
            <a:ext cx="140000" cy="140000"/>
          </a:xfrm>
          <a:prstGeom prst="ellipse">
            <a:avLst/>
          </a:prstGeom>
          <a:solidFill>
            <a:srgbClr val="FF6D00">
              <a:alpha val="10000"/>
            </a:srgbClr>
          </a:solidFill>
          <a:ln>
            <a:noFill/>
          </a:ln>
        </p:spPr>
      </p:sp>
      <p:sp>
        <p:nvSpPr>
          <p:cNvPr id="512" name="d512"/>
          <p:cNvSpPr/>
          <p:nvPr/>
        </p:nvSpPr>
        <p:spPr>
          <a:xfrm>
            <a:off x="2286000" y="4474845"/>
            <a:ext cx="140000" cy="140000"/>
          </a:xfrm>
          <a:prstGeom prst="ellipse">
            <a:avLst/>
          </a:prstGeom>
          <a:solidFill>
            <a:srgbClr val="FF6D00">
              <a:alpha val="10000"/>
            </a:srgbClr>
          </a:solidFill>
          <a:ln>
            <a:noFill/>
          </a:ln>
        </p:spPr>
      </p:sp>
      <p:sp>
        <p:nvSpPr>
          <p:cNvPr id="513" name="d513"/>
          <p:cNvSpPr/>
          <p:nvPr/>
        </p:nvSpPr>
        <p:spPr>
          <a:xfrm>
            <a:off x="3810000" y="4474845"/>
            <a:ext cx="140000" cy="140000"/>
          </a:xfrm>
          <a:prstGeom prst="ellipse">
            <a:avLst/>
          </a:prstGeom>
          <a:solidFill>
            <a:srgbClr val="FF6D00">
              <a:alpha val="10000"/>
            </a:srgbClr>
          </a:solidFill>
          <a:ln>
            <a:noFill/>
          </a:ln>
        </p:spPr>
      </p:sp>
      <p:sp>
        <p:nvSpPr>
          <p:cNvPr id="514" name="d514"/>
          <p:cNvSpPr/>
          <p:nvPr/>
        </p:nvSpPr>
        <p:spPr>
          <a:xfrm>
            <a:off x="5334000" y="4474845"/>
            <a:ext cx="140000" cy="140000"/>
          </a:xfrm>
          <a:prstGeom prst="ellipse">
            <a:avLst/>
          </a:prstGeom>
          <a:solidFill>
            <a:srgbClr val="FF6D00">
              <a:alpha val="10000"/>
            </a:srgbClr>
          </a:solidFill>
          <a:ln>
            <a:noFill/>
          </a:ln>
        </p:spPr>
      </p:sp>
      <p:sp>
        <p:nvSpPr>
          <p:cNvPr id="515" name="d515"/>
          <p:cNvSpPr/>
          <p:nvPr/>
        </p:nvSpPr>
        <p:spPr>
          <a:xfrm>
            <a:off x="6858000" y="4474845"/>
            <a:ext cx="140000" cy="140000"/>
          </a:xfrm>
          <a:prstGeom prst="ellipse">
            <a:avLst/>
          </a:prstGeom>
          <a:solidFill>
            <a:srgbClr val="FF6D00">
              <a:alpha val="10000"/>
            </a:srgbClr>
          </a:solidFill>
          <a:ln>
            <a:noFill/>
          </a:ln>
        </p:spPr>
      </p:sp>
      <p:sp>
        <p:nvSpPr>
          <p:cNvPr id="516" name="d516"/>
          <p:cNvSpPr/>
          <p:nvPr/>
        </p:nvSpPr>
        <p:spPr>
          <a:xfrm>
            <a:off x="8382000" y="4474845"/>
            <a:ext cx="140000" cy="140000"/>
          </a:xfrm>
          <a:prstGeom prst="ellipse">
            <a:avLst/>
          </a:prstGeom>
          <a:solidFill>
            <a:srgbClr val="FF6D00">
              <a:alpha val="10000"/>
            </a:srgbClr>
          </a:solidFill>
          <a:ln>
            <a:noFill/>
          </a:ln>
        </p:spPr>
      </p:sp>
      <p:sp>
        <p:nvSpPr>
          <p:cNvPr id="517" name="d517"/>
          <p:cNvSpPr/>
          <p:nvPr/>
        </p:nvSpPr>
        <p:spPr>
          <a:xfrm>
            <a:off x="4272000" y="10000"/>
            <a:ext cx="600000" cy="300000"/>
          </a:xfrm>
          <a:prstGeom prst="diamond">
            <a:avLst/>
          </a:prstGeom>
          <a:solidFill>
            <a:srgbClr val="00BCD4">
              <a:alpha val="12000"/>
            </a:srgbClr>
          </a:solidFill>
          <a:ln>
            <a:noFill/>
          </a:ln>
        </p:spPr>
      </p:sp>
      <p:sp>
        <p:nvSpPr>
          <p:cNvPr id="518" name="d518"/>
          <p:cNvSpPr/>
          <p:nvPr/>
        </p:nvSpPr>
        <p:spPr>
          <a:xfrm>
            <a:off x="4272000" y="4833500"/>
            <a:ext cx="600000" cy="300000"/>
          </a:xfrm>
          <a:prstGeom prst="diamond">
            <a:avLst/>
          </a:prstGeom>
          <a:solidFill>
            <a:srgbClr val="2196F3">
              <a:alpha val="12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Tree>
  </p:cSld>
  <p:clrMapOvr>
    <a:masterClrMapping/>
  </p:clrMapOvr>
  <p:transition spd="med">
    <p:zoom dir="in"/>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40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50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600"/>
                      </p:stCondLst>
                      <p:childTnLst>
                        <p:set>
                          <p:cBhvr>
                            <p:cTn id="52" dur="1" fill="hold"/>
                            <p:tgtEl>
                              <p:spTgt spid="516"/>
                            </p:tgtEl>
                            <p:attrNameLst>
                              <p:attrName>style.visibility</p:attrName>
                            </p:attrNameLst>
                          </p:cBhvr>
                          <p:to>
                            <p:strVal val="visible"/>
                          </p:to>
                        </p:set>
                        <p:animEffect transition="in" filter="fade">
                          <p:cBhvr>
                            <p:cTn id="53" dur="600"/>
                            <p:tgtEl>
                              <p:spTgt spid="516"/>
                            </p:tgtEl>
                          </p:cBhvr>
                        </p:animEffect>
                      </p:childTnLst>
                    </p:cTn>
                  </p:par>
                  <p:par>
                    <p:cTn id="54" presetID="10" presetClass="entr" presetSubtype="0" fill="hold" grpId="17" nodeType="withEffect">
                      <p:stCondLst>
                        <p:cond delay="1700"/>
                      </p:stCondLst>
                      <p:childTnLst>
                        <p:set>
                          <p:cBhvr>
                            <p:cTn id="55" dur="1" fill="hold"/>
                            <p:tgtEl>
                              <p:spTgt spid="517"/>
                            </p:tgtEl>
                            <p:attrNameLst>
                              <p:attrName>style.visibility</p:attrName>
                            </p:attrNameLst>
                          </p:cBhvr>
                          <p:to>
                            <p:strVal val="visible"/>
                          </p:to>
                        </p:set>
                        <p:animEffect transition="in" filter="fade">
                          <p:cBhvr>
                            <p:cTn id="56" dur="600"/>
                            <p:tgtEl>
                              <p:spTgt spid="517"/>
                            </p:tgtEl>
                          </p:cBhvr>
                        </p:animEffect>
                      </p:childTnLst>
                    </p:cTn>
                  </p:par>
                  <p:par>
                    <p:cTn id="57" presetID="10" presetClass="entr" presetSubtype="0" fill="hold" grpId="18" nodeType="withEffect">
                      <p:stCondLst>
                        <p:cond delay="1800"/>
                      </p:stCondLst>
                      <p:childTnLst>
                        <p:set>
                          <p:cBhvr>
                            <p:cTn id="58" dur="1" fill="hold"/>
                            <p:tgtEl>
                              <p:spTgt spid="518"/>
                            </p:tgtEl>
                            <p:attrNameLst>
                              <p:attrName>style.visibility</p:attrName>
                            </p:attrNameLst>
                          </p:cBhvr>
                          <p:to>
                            <p:strVal val="visible"/>
                          </p:to>
                        </p:set>
                        <p:animEffect transition="in" filter="fade">
                          <p:cBhvr>
                            <p:cTn id="59" dur="600"/>
                            <p:tgtEl>
                              <p:spTgt spid="518"/>
                            </p:tgtEl>
                          </p:cBhvr>
                        </p:animEffect>
                      </p:childTnLst>
                    </p:cTn>
                  </p:par>
                  <p:par>
                    <p:cTn id="60" presetID="10" presetClass="entr" presetSubtype="0" fill="hold" grpId="19" nodeType="withEffect">
                      <p:stCondLst>
                        <p:cond delay="1900"/>
                      </p:stCondLst>
                      <p:childTnLst>
                        <p:set>
                          <p:cBhvr>
                            <p:cTn id="61" dur="1" fill="hold"/>
                            <p:tgtEl>
                              <p:spTgt spid="2"/>
                            </p:tgtEl>
                            <p:attrNameLst>
                              <p:attrName>style.visibility</p:attrName>
                            </p:attrNameLst>
                          </p:cBhvr>
                          <p:to>
                            <p:strVal val="visible"/>
                          </p:to>
                        </p:set>
                        <p:animEffect transition="in" filter="fade">
                          <p:cBhvr>
                            <p:cTn id="62" dur="600"/>
                            <p:tgtEl>
                              <p:spTgt spid="2"/>
                            </p:tgtEl>
                          </p:cBhvr>
                        </p:animEffect>
                      </p:childTnLst>
                    </p:cTn>
                  </p:par>
                  <p:par>
                    <p:cTn id="63" presetID="10" presetClass="entr" presetSubtype="0" fill="hold" grpId="20" nodeType="withEffect">
                      <p:stCondLst>
                        <p:cond delay="2000"/>
                      </p:stCondLst>
                      <p:childTnLst>
                        <p:set>
                          <p:cBhvr>
                            <p:cTn id="64" dur="1" fill="hold"/>
                            <p:tgtEl>
                              <p:spTgt spid="3"/>
                            </p:tgtEl>
                            <p:attrNameLst>
                              <p:attrName>style.visibility</p:attrName>
                            </p:attrNameLst>
                          </p:cBhvr>
                          <p:to>
                            <p:strVal val="visible"/>
                          </p:to>
                        </p:set>
                        <p:animEffect transition="in" filter="fade">
                          <p:cBhvr>
                            <p:cTn id="65" dur="600"/>
                            <p:tgtEl>
                              <p:spTgt spid="3"/>
                            </p:tgtEl>
                          </p:cBhvr>
                        </p:animEffect>
                      </p:childTnLst>
                    </p:cTn>
                  </p:par>
                  <p:par>
                    <p:cTn id="66" presetID="10" presetClass="entr" presetSubtype="0" fill="hold" grpId="21" nodeType="withEffect">
                      <p:stCondLst>
                        <p:cond delay="2100"/>
                      </p:stCondLst>
                      <p:childTnLst>
                        <p:set>
                          <p:cBhvr>
                            <p:cTn id="67" dur="1" fill="hold"/>
                            <p:tgtEl>
                              <p:spTgt spid="4"/>
                            </p:tgtEl>
                            <p:attrNameLst>
                              <p:attrName>style.visibility</p:attrName>
                            </p:attrNameLst>
                          </p:cBhvr>
                          <p:to>
                            <p:strVal val="visible"/>
                          </p:to>
                        </p:set>
                        <p:animEffect transition="in" filter="fade">
                          <p:cBhvr>
                            <p:cTn id="68" dur="600"/>
                            <p:tgtEl>
                              <p:spTgt spid="4"/>
                            </p:tgtEl>
                          </p:cBhvr>
                        </p:animEffect>
                      </p:childTnLst>
                    </p:cTn>
                  </p:par>
                  <p:par>
                    <p:cTn id="69" presetID="10" presetClass="entr" presetSubtype="0" fill="hold" grpId="22" nodeType="withEffect">
                      <p:stCondLst>
                        <p:cond delay="2200"/>
                      </p:stCondLst>
                      <p:childTnLst>
                        <p:set>
                          <p:cBhvr>
                            <p:cTn id="70" dur="1" fill="hold"/>
                            <p:tgtEl>
                              <p:spTgt spid="5"/>
                            </p:tgtEl>
                            <p:attrNameLst>
                              <p:attrName>style.visibility</p:attrName>
                            </p:attrNameLst>
                          </p:cBhvr>
                          <p:to>
                            <p:strVal val="visible"/>
                          </p:to>
                        </p:set>
                        <p:animEffect transition="in" filter="fade">
                          <p:cBhvr>
                            <p:cTn id="71" dur="600"/>
                            <p:tgtEl>
                              <p:spTgt spid="5"/>
                            </p:tgtEl>
                          </p:cBhvr>
                        </p:animEffect>
                      </p:childTnLst>
                    </p:cTn>
                  </p:par>
                  <p:par>
                    <p:cTn id="72" presetID="10" presetClass="entr" presetSubtype="0" fill="hold" grpId="23" nodeType="withEffect">
                      <p:stCondLst>
                        <p:cond delay="2300"/>
                      </p:stCondLst>
                      <p:childTnLst>
                        <p:set>
                          <p:cBhvr>
                            <p:cTn id="73" dur="1" fill="hold"/>
                            <p:tgtEl>
                              <p:spTgt spid="6"/>
                            </p:tgtEl>
                            <p:attrNameLst>
                              <p:attrName>style.visibility</p:attrName>
                            </p:attrNameLst>
                          </p:cBhvr>
                          <p:to>
                            <p:strVal val="visible"/>
                          </p:to>
                        </p:set>
                        <p:animEffect transition="in" filter="fade">
                          <p:cBhvr>
                            <p:cTn id="74" dur="600"/>
                            <p:tgtEl>
                              <p:spTgt spid="6"/>
                            </p:tgtEl>
                          </p:cBhvr>
                        </p:animEffect>
                      </p:childTnLst>
                    </p:cTn>
                  </p:par>
                  <p:par>
                    <p:cTn id="75" presetID="10" presetClass="entr" presetSubtype="0" fill="hold" grpId="24" nodeType="withEffect">
                      <p:stCondLst>
                        <p:cond delay="2400"/>
                      </p:stCondLst>
                      <p:childTnLst>
                        <p:set>
                          <p:cBhvr>
                            <p:cTn id="76" dur="1" fill="hold"/>
                            <p:tgtEl>
                              <p:spTgt spid="7"/>
                            </p:tgtEl>
                            <p:attrNameLst>
                              <p:attrName>style.visibility</p:attrName>
                            </p:attrNameLst>
                          </p:cBhvr>
                          <p:to>
                            <p:strVal val="visible"/>
                          </p:to>
                        </p:set>
                        <p:animEffect transition="in" filter="fade">
                          <p:cBhvr>
                            <p:cTn id="77" dur="600"/>
                            <p:tgtEl>
                              <p:spTgt spid="7"/>
                            </p:tgtEl>
                          </p:cBhvr>
                        </p:animEffect>
                      </p:childTnLst>
                    </p:cTn>
                  </p:par>
                  <p:par>
                    <p:cTn id="78" presetID="10" presetClass="entr" presetSubtype="0" fill="hold" grpId="25" nodeType="withEffect">
                      <p:stCondLst>
                        <p:cond delay="2500"/>
                      </p:stCondLst>
                      <p:childTnLst>
                        <p:set>
                          <p:cBhvr>
                            <p:cTn id="79" dur="1" fill="hold"/>
                            <p:tgtEl>
                              <p:spTgt spid="8"/>
                            </p:tgtEl>
                            <p:attrNameLst>
                              <p:attrName>style.visibility</p:attrName>
                            </p:attrNameLst>
                          </p:cBhvr>
                          <p:to>
                            <p:strVal val="visible"/>
                          </p:to>
                        </p:set>
                        <p:animEffect transition="in" filter="fade">
                          <p:cBhvr>
                            <p:cTn id="80" dur="600"/>
                            <p:tgtEl>
                              <p:spTgt spid="8"/>
                            </p:tgtEl>
                          </p:cBhvr>
                        </p:animEffect>
                      </p:childTnLst>
                    </p:cTn>
                  </p:par>
                  <p:par>
                    <p:cTn id="81" presetID="10" presetClass="entr" presetSubtype="0" fill="hold" grpId="26" nodeType="withEffect">
                      <p:stCondLst>
                        <p:cond delay="2600"/>
                      </p:stCondLst>
                      <p:childTnLst>
                        <p:set>
                          <p:cBhvr>
                            <p:cTn id="82" dur="1" fill="hold"/>
                            <p:tgtEl>
                              <p:spTgt spid="9"/>
                            </p:tgtEl>
                            <p:attrNameLst>
                              <p:attrName>style.visibility</p:attrName>
                            </p:attrNameLst>
                          </p:cBhvr>
                          <p:to>
                            <p:strVal val="visible"/>
                          </p:to>
                        </p:set>
                        <p:animEffect transition="in" filter="fade">
                          <p:cBhvr>
                            <p:cTn id="83" dur="6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516" grpId="16" uiExpand="1" build="p"/>
      <p:bldP spid="517" grpId="17" uiExpand="1" build="p"/>
      <p:bldP spid="518" grpId="18" uiExpand="1" build="p"/>
      <p:bldP spid="2" grpId="19" uiExpand="1" build="p"/>
      <p:bldP spid="3" grpId="20" uiExpand="1" build="p"/>
      <p:bldP spid="4" grpId="21" uiExpand="1" build="p"/>
      <p:bldP spid="5" grpId="22" uiExpand="1" build="p"/>
      <p:bldP spid="6" grpId="23" uiExpand="1" build="p"/>
      <p:bldP spid="7" grpId="24" uiExpand="1" build="p"/>
      <p:bldP spid="8" grpId="25" uiExpand="1" build="p"/>
      <p:bldP spid="9" grpId="26"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4072000" y="2071750"/>
            <a:ext cx="1000000" cy="1000000"/>
          </a:xfrm>
          <a:prstGeom prst="ellipse">
            <a:avLst/>
          </a:prstGeom>
          <a:noFill/>
          <a:ln w="38100">
            <a:solidFill>
              <a:srgbClr val="FFD700">
                <a:alpha val="8000"/>
              </a:srgbClr>
            </a:solidFill>
          </a:ln>
        </p:spPr>
      </p:sp>
      <p:sp>
        <p:nvSpPr>
          <p:cNvPr id="501" name="d501"/>
          <p:cNvSpPr/>
          <p:nvPr/>
        </p:nvSpPr>
        <p:spPr>
          <a:xfrm>
            <a:off x="3572000" y="1571750"/>
            <a:ext cx="2000000" cy="2000000"/>
          </a:xfrm>
          <a:prstGeom prst="ellipse">
            <a:avLst/>
          </a:prstGeom>
          <a:noFill/>
          <a:ln w="25400">
            <a:solidFill>
              <a:srgbClr val="FFD700">
                <a:alpha val="5000"/>
              </a:srgbClr>
            </a:solidFill>
          </a:ln>
        </p:spPr>
      </p:sp>
      <p:sp>
        <p:nvSpPr>
          <p:cNvPr id="502" name="d502"/>
          <p:cNvSpPr/>
          <p:nvPr/>
        </p:nvSpPr>
        <p:spPr>
          <a:xfrm>
            <a:off x="0" y="0"/>
            <a:ext cx="9144000" cy="514350"/>
          </a:xfrm>
          <a:prstGeom prst="rect">
            <a:avLst/>
          </a:prstGeom>
          <a:solidFill>
            <a:srgbClr val="FFD700">
              <a:alpha val="8000"/>
            </a:srgbClr>
          </a:solidFill>
          <a:ln>
            <a:noFill/>
          </a:ln>
        </p:spPr>
      </p:sp>
      <p:sp>
        <p:nvSpPr>
          <p:cNvPr id="503" name="d503"/>
          <p:cNvSpPr/>
          <p:nvPr/>
        </p:nvSpPr>
        <p:spPr>
          <a:xfrm>
            <a:off x="0" y="4629150"/>
            <a:ext cx="9144000" cy="514350"/>
          </a:xfrm>
          <a:prstGeom prst="rect">
            <a:avLst/>
          </a:prstGeom>
          <a:solidFill>
            <a:srgbClr val="2196F3">
              <a:alpha val="8000"/>
            </a:srgbClr>
          </a:solidFill>
          <a:ln>
            <a:noFill/>
          </a:ln>
        </p:spPr>
      </p:sp>
      <p:sp>
        <p:nvSpPr>
          <p:cNvPr id="504" name="d504"/>
          <p:cNvSpPr/>
          <p:nvPr/>
        </p:nvSpPr>
        <p:spPr>
          <a:xfrm>
            <a:off x="0" y="514350"/>
            <a:ext cx="200000" cy="200000"/>
          </a:xfrm>
          <a:prstGeom prst="ellipse">
            <a:avLst/>
          </a:prstGeom>
          <a:solidFill>
            <a:srgbClr val="FFD700">
              <a:alpha val="10000"/>
            </a:srgbClr>
          </a:solidFill>
          <a:ln>
            <a:noFill/>
          </a:ln>
        </p:spPr>
      </p:sp>
      <p:sp>
        <p:nvSpPr>
          <p:cNvPr id="505" name="d505"/>
          <p:cNvSpPr/>
          <p:nvPr/>
        </p:nvSpPr>
        <p:spPr>
          <a:xfrm>
            <a:off x="1828800" y="514350"/>
            <a:ext cx="200000" cy="200000"/>
          </a:xfrm>
          <a:prstGeom prst="ellipse">
            <a:avLst/>
          </a:prstGeom>
          <a:solidFill>
            <a:srgbClr val="FFD700">
              <a:alpha val="10000"/>
            </a:srgbClr>
          </a:solidFill>
          <a:ln>
            <a:noFill/>
          </a:ln>
        </p:spPr>
      </p:sp>
      <p:sp>
        <p:nvSpPr>
          <p:cNvPr id="506" name="d506"/>
          <p:cNvSpPr/>
          <p:nvPr/>
        </p:nvSpPr>
        <p:spPr>
          <a:xfrm>
            <a:off x="3657600" y="514350"/>
            <a:ext cx="200000" cy="200000"/>
          </a:xfrm>
          <a:prstGeom prst="ellipse">
            <a:avLst/>
          </a:prstGeom>
          <a:solidFill>
            <a:srgbClr val="FFD700">
              <a:alpha val="10000"/>
            </a:srgbClr>
          </a:solidFill>
          <a:ln>
            <a:noFill/>
          </a:ln>
        </p:spPr>
      </p:sp>
      <p:sp>
        <p:nvSpPr>
          <p:cNvPr id="507" name="d507"/>
          <p:cNvSpPr/>
          <p:nvPr/>
        </p:nvSpPr>
        <p:spPr>
          <a:xfrm>
            <a:off x="5486400" y="514350"/>
            <a:ext cx="200000" cy="200000"/>
          </a:xfrm>
          <a:prstGeom prst="ellipse">
            <a:avLst/>
          </a:prstGeom>
          <a:solidFill>
            <a:srgbClr val="FFD700">
              <a:alpha val="10000"/>
            </a:srgbClr>
          </a:solidFill>
          <a:ln>
            <a:noFill/>
          </a:ln>
        </p:spPr>
      </p:sp>
      <p:sp>
        <p:nvSpPr>
          <p:cNvPr id="508" name="d508"/>
          <p:cNvSpPr/>
          <p:nvPr/>
        </p:nvSpPr>
        <p:spPr>
          <a:xfrm>
            <a:off x="7315200" y="514350"/>
            <a:ext cx="200000" cy="200000"/>
          </a:xfrm>
          <a:prstGeom prst="ellipse">
            <a:avLst/>
          </a:prstGeom>
          <a:solidFill>
            <a:srgbClr val="FFD700">
              <a:alpha val="10000"/>
            </a:srgbClr>
          </a:solidFill>
          <a:ln>
            <a:noFill/>
          </a:ln>
        </p:spPr>
      </p:sp>
      <p:sp>
        <p:nvSpPr>
          <p:cNvPr id="509" name="d509"/>
          <p:cNvSpPr/>
          <p:nvPr/>
        </p:nvSpPr>
        <p:spPr>
          <a:xfrm>
            <a:off x="914400" y="4371975"/>
            <a:ext cx="160000" cy="160000"/>
          </a:xfrm>
          <a:prstGeom prst="ellipse">
            <a:avLst/>
          </a:prstGeom>
          <a:solidFill>
            <a:srgbClr val="9C27B0">
              <a:alpha val="10000"/>
            </a:srgbClr>
          </a:solidFill>
          <a:ln>
            <a:noFill/>
          </a:ln>
        </p:spPr>
      </p:sp>
      <p:sp>
        <p:nvSpPr>
          <p:cNvPr id="510" name="d510"/>
          <p:cNvSpPr/>
          <p:nvPr/>
        </p:nvSpPr>
        <p:spPr>
          <a:xfrm>
            <a:off x="2743200" y="4371975"/>
            <a:ext cx="160000" cy="160000"/>
          </a:xfrm>
          <a:prstGeom prst="ellipse">
            <a:avLst/>
          </a:prstGeom>
          <a:solidFill>
            <a:srgbClr val="9C27B0">
              <a:alpha val="10000"/>
            </a:srgbClr>
          </a:solidFill>
          <a:ln>
            <a:noFill/>
          </a:ln>
        </p:spPr>
      </p:sp>
      <p:sp>
        <p:nvSpPr>
          <p:cNvPr id="511" name="d511"/>
          <p:cNvSpPr/>
          <p:nvPr/>
        </p:nvSpPr>
        <p:spPr>
          <a:xfrm>
            <a:off x="4572000" y="4371975"/>
            <a:ext cx="160000" cy="160000"/>
          </a:xfrm>
          <a:prstGeom prst="ellipse">
            <a:avLst/>
          </a:prstGeom>
          <a:solidFill>
            <a:srgbClr val="9C27B0">
              <a:alpha val="10000"/>
            </a:srgbClr>
          </a:solidFill>
          <a:ln>
            <a:noFill/>
          </a:ln>
        </p:spPr>
      </p:sp>
      <p:sp>
        <p:nvSpPr>
          <p:cNvPr id="512" name="d512"/>
          <p:cNvSpPr/>
          <p:nvPr/>
        </p:nvSpPr>
        <p:spPr>
          <a:xfrm>
            <a:off x="6400800" y="4371975"/>
            <a:ext cx="160000" cy="160000"/>
          </a:xfrm>
          <a:prstGeom prst="ellipse">
            <a:avLst/>
          </a:prstGeom>
          <a:solidFill>
            <a:srgbClr val="9C27B0">
              <a:alpha val="10000"/>
            </a:srgbClr>
          </a:solidFill>
          <a:ln>
            <a:noFill/>
          </a:ln>
        </p:spPr>
      </p:sp>
      <p:sp>
        <p:nvSpPr>
          <p:cNvPr id="513" name="d513"/>
          <p:cNvSpPr/>
          <p:nvPr/>
        </p:nvSpPr>
        <p:spPr>
          <a:xfrm>
            <a:off x="8229600" y="4371975"/>
            <a:ext cx="160000" cy="160000"/>
          </a:xfrm>
          <a:prstGeom prst="ellipse">
            <a:avLst/>
          </a:prstGeom>
          <a:solidFill>
            <a:srgbClr val="9C27B0">
              <a:alpha val="10000"/>
            </a:srgbClr>
          </a:solidFill>
          <a:ln>
            <a:noFill/>
          </a:ln>
        </p:spPr>
      </p:sp>
      <p:sp>
        <p:nvSpPr>
          <p:cNvPr id="514" name="d514"/>
          <p:cNvSpPr/>
          <p:nvPr/>
        </p:nvSpPr>
        <p:spPr>
          <a:xfrm>
            <a:off x="4222000" y="15000"/>
            <a:ext cx="700000" cy="350000"/>
          </a:xfrm>
          <a:prstGeom prst="diamond">
            <a:avLst/>
          </a:prstGeom>
          <a:solidFill>
            <a:srgbClr val="FFD700">
              <a:alpha val="15000"/>
            </a:srgbClr>
          </a:solidFill>
          <a:ln>
            <a:noFill/>
          </a:ln>
        </p:spPr>
      </p:sp>
      <p:sp>
        <p:nvSpPr>
          <p:cNvPr id="515" name="d515"/>
          <p:cNvSpPr/>
          <p:nvPr/>
        </p:nvSpPr>
        <p:spPr>
          <a:xfrm>
            <a:off x="4222000" y="4778500"/>
            <a:ext cx="700000" cy="350000"/>
          </a:xfrm>
          <a:prstGeom prst="diamond">
            <a:avLst/>
          </a:prstGeom>
          <a:solidFill>
            <a:srgbClr val="FFD700">
              <a:alpha val="15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D700"/>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4FC3F7"/>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00E5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CE93D8"/>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C107"/>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90A4AE"/>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FF3D00"/>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5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5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5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5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5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5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5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5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5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5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5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5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5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500"/>
                            <p:tgtEl>
                              <p:spTgt spid="513"/>
                            </p:tgtEl>
                          </p:cBhvr>
                        </p:animEffect>
                      </p:childTnLst>
                    </p:cTn>
                  </p:par>
                  <p:par>
                    <p:cTn id="45" presetID="10" presetClass="entr" presetSubtype="0" fill="hold" grpId="14" nodeType="withEffect">
                      <p:stCondLst>
                        <p:cond delay="1400"/>
                      </p:stCondLst>
                      <p:childTnLst>
                        <p:set>
                          <p:cBhvr>
                            <p:cTn id="46" dur="1" fill="hold"/>
                            <p:tgtEl>
                              <p:spTgt spid="514"/>
                            </p:tgtEl>
                            <p:attrNameLst>
                              <p:attrName>style.visibility</p:attrName>
                            </p:attrNameLst>
                          </p:cBhvr>
                          <p:to>
                            <p:strVal val="visible"/>
                          </p:to>
                        </p:set>
                        <p:animEffect transition="in" filter="fade">
                          <p:cBhvr>
                            <p:cTn id="47" dur="500"/>
                            <p:tgtEl>
                              <p:spTgt spid="514"/>
                            </p:tgtEl>
                          </p:cBhvr>
                        </p:animEffect>
                      </p:childTnLst>
                    </p:cTn>
                  </p:par>
                  <p:par>
                    <p:cTn id="48" presetID="10" presetClass="entr" presetSubtype="0" fill="hold" grpId="15" nodeType="withEffect">
                      <p:stCondLst>
                        <p:cond delay="1500"/>
                      </p:stCondLst>
                      <p:childTnLst>
                        <p:set>
                          <p:cBhvr>
                            <p:cTn id="49" dur="1" fill="hold"/>
                            <p:tgtEl>
                              <p:spTgt spid="515"/>
                            </p:tgtEl>
                            <p:attrNameLst>
                              <p:attrName>style.visibility</p:attrName>
                            </p:attrNameLst>
                          </p:cBhvr>
                          <p:to>
                            <p:strVal val="visible"/>
                          </p:to>
                        </p:set>
                        <p:animEffect transition="in" filter="fade">
                          <p:cBhvr>
                            <p:cTn id="50" dur="500"/>
                            <p:tgtEl>
                              <p:spTgt spid="515"/>
                            </p:tgtEl>
                          </p:cBhvr>
                        </p:animEffect>
                      </p:childTnLst>
                    </p:cTn>
                  </p:par>
                  <p:par>
                    <p:cTn id="51" presetID="10" presetClass="entr" presetSubtype="0" fill="hold" grpId="16" nodeType="withEffect">
                      <p:stCondLst>
                        <p:cond delay="1600"/>
                      </p:stCondLst>
                      <p:childTnLst>
                        <p:set>
                          <p:cBhvr>
                            <p:cTn id="52" dur="1" fill="hold"/>
                            <p:tgtEl>
                              <p:spTgt spid="2"/>
                            </p:tgtEl>
                            <p:attrNameLst>
                              <p:attrName>style.visibility</p:attrName>
                            </p:attrNameLst>
                          </p:cBhvr>
                          <p:to>
                            <p:strVal val="visible"/>
                          </p:to>
                        </p:set>
                        <p:animEffect transition="in" filter="fade">
                          <p:cBhvr>
                            <p:cTn id="53" dur="500"/>
                            <p:tgtEl>
                              <p:spTgt spid="2"/>
                            </p:tgtEl>
                          </p:cBhvr>
                        </p:animEffect>
                      </p:childTnLst>
                    </p:cTn>
                  </p:par>
                  <p:par>
                    <p:cTn id="54" presetID="10" presetClass="entr" presetSubtype="0" fill="hold" grpId="17" nodeType="withEffect">
                      <p:stCondLst>
                        <p:cond delay="1700"/>
                      </p:stCondLst>
                      <p:childTnLst>
                        <p:set>
                          <p:cBhvr>
                            <p:cTn id="55" dur="1" fill="hold"/>
                            <p:tgtEl>
                              <p:spTgt spid="3"/>
                            </p:tgtEl>
                            <p:attrNameLst>
                              <p:attrName>style.visibility</p:attrName>
                            </p:attrNameLst>
                          </p:cBhvr>
                          <p:to>
                            <p:strVal val="visible"/>
                          </p:to>
                        </p:set>
                        <p:animEffect transition="in" filter="fade">
                          <p:cBhvr>
                            <p:cTn id="56" dur="500"/>
                            <p:tgtEl>
                              <p:spTgt spid="3"/>
                            </p:tgtEl>
                          </p:cBhvr>
                        </p:animEffect>
                      </p:childTnLst>
                    </p:cTn>
                  </p:par>
                  <p:par>
                    <p:cTn id="57" presetID="10" presetClass="entr" presetSubtype="0" fill="hold" grpId="18" nodeType="withEffect">
                      <p:stCondLst>
                        <p:cond delay="1800"/>
                      </p:stCondLst>
                      <p:childTnLst>
                        <p:set>
                          <p:cBhvr>
                            <p:cTn id="58" dur="1" fill="hold"/>
                            <p:tgtEl>
                              <p:spTgt spid="4"/>
                            </p:tgtEl>
                            <p:attrNameLst>
                              <p:attrName>style.visibility</p:attrName>
                            </p:attrNameLst>
                          </p:cBhvr>
                          <p:to>
                            <p:strVal val="visible"/>
                          </p:to>
                        </p:set>
                        <p:animEffect transition="in" filter="fade">
                          <p:cBhvr>
                            <p:cTn id="59" dur="500"/>
                            <p:tgtEl>
                              <p:spTgt spid="4"/>
                            </p:tgtEl>
                          </p:cBhvr>
                        </p:animEffect>
                      </p:childTnLst>
                    </p:cTn>
                  </p:par>
                  <p:par>
                    <p:cTn id="60" presetID="10" presetClass="entr" presetSubtype="0" fill="hold" grpId="19" nodeType="withEffect">
                      <p:stCondLst>
                        <p:cond delay="1900"/>
                      </p:stCondLst>
                      <p:childTnLst>
                        <p:set>
                          <p:cBhvr>
                            <p:cTn id="61" dur="1" fill="hold"/>
                            <p:tgtEl>
                              <p:spTgt spid="5"/>
                            </p:tgtEl>
                            <p:attrNameLst>
                              <p:attrName>style.visibility</p:attrName>
                            </p:attrNameLst>
                          </p:cBhvr>
                          <p:to>
                            <p:strVal val="visible"/>
                          </p:to>
                        </p:set>
                        <p:animEffect transition="in" filter="fade">
                          <p:cBhvr>
                            <p:cTn id="62" dur="500"/>
                            <p:tgtEl>
                              <p:spTgt spid="5"/>
                            </p:tgtEl>
                          </p:cBhvr>
                        </p:animEffect>
                      </p:childTnLst>
                    </p:cTn>
                  </p:par>
                  <p:par>
                    <p:cTn id="63" presetID="10" presetClass="entr" presetSubtype="0" fill="hold" grpId="20" nodeType="withEffect">
                      <p:stCondLst>
                        <p:cond delay="2000"/>
                      </p:stCondLst>
                      <p:childTnLst>
                        <p:set>
                          <p:cBhvr>
                            <p:cTn id="64" dur="1" fill="hold"/>
                            <p:tgtEl>
                              <p:spTgt spid="6"/>
                            </p:tgtEl>
                            <p:attrNameLst>
                              <p:attrName>style.visibility</p:attrName>
                            </p:attrNameLst>
                          </p:cBhvr>
                          <p:to>
                            <p:strVal val="visible"/>
                          </p:to>
                        </p:set>
                        <p:animEffect transition="in" filter="fade">
                          <p:cBhvr>
                            <p:cTn id="65" dur="500"/>
                            <p:tgtEl>
                              <p:spTgt spid="6"/>
                            </p:tgtEl>
                          </p:cBhvr>
                        </p:animEffect>
                      </p:childTnLst>
                    </p:cTn>
                  </p:par>
                  <p:par>
                    <p:cTn id="66" presetID="10" presetClass="entr" presetSubtype="0" fill="hold" grpId="21" nodeType="withEffect">
                      <p:stCondLst>
                        <p:cond delay="2100"/>
                      </p:stCondLst>
                      <p:childTnLst>
                        <p:set>
                          <p:cBhvr>
                            <p:cTn id="67" dur="1" fill="hold"/>
                            <p:tgtEl>
                              <p:spTgt spid="7"/>
                            </p:tgtEl>
                            <p:attrNameLst>
                              <p:attrName>style.visibility</p:attrName>
                            </p:attrNameLst>
                          </p:cBhvr>
                          <p:to>
                            <p:strVal val="visible"/>
                          </p:to>
                        </p:set>
                        <p:animEffect transition="in" filter="fade">
                          <p:cBhvr>
                            <p:cTn id="68" dur="500"/>
                            <p:tgtEl>
                              <p:spTgt spid="7"/>
                            </p:tgtEl>
                          </p:cBhvr>
                        </p:animEffect>
                      </p:childTnLst>
                    </p:cTn>
                  </p:par>
                  <p:par>
                    <p:cTn id="69" presetID="10" presetClass="entr" presetSubtype="0" fill="hold" grpId="22" nodeType="withEffect">
                      <p:stCondLst>
                        <p:cond delay="2200"/>
                      </p:stCondLst>
                      <p:childTnLst>
                        <p:set>
                          <p:cBhvr>
                            <p:cTn id="70" dur="1" fill="hold"/>
                            <p:tgtEl>
                              <p:spTgt spid="8"/>
                            </p:tgtEl>
                            <p:attrNameLst>
                              <p:attrName>style.visibility</p:attrName>
                            </p:attrNameLst>
                          </p:cBhvr>
                          <p:to>
                            <p:strVal val="visible"/>
                          </p:to>
                        </p:set>
                        <p:animEffect transition="in" filter="fade">
                          <p:cBhvr>
                            <p:cTn id="71" dur="500"/>
                            <p:tgtEl>
                              <p:spTgt spid="8"/>
                            </p:tgtEl>
                          </p:cBhvr>
                        </p:animEffect>
                      </p:childTnLst>
                    </p:cTn>
                  </p:par>
                  <p:par>
                    <p:cTn id="72" presetID="10" presetClass="entr" presetSubtype="0" fill="hold" grpId="23" nodeType="withEffect">
                      <p:stCondLst>
                        <p:cond delay="2300"/>
                      </p:stCondLst>
                      <p:childTnLst>
                        <p:set>
                          <p:cBhvr>
                            <p:cTn id="73" dur="1" fill="hold"/>
                            <p:tgtEl>
                              <p:spTgt spid="9"/>
                            </p:tgtEl>
                            <p:attrNameLst>
                              <p:attrName>style.visibility</p:attrName>
                            </p:attrNameLst>
                          </p:cBhvr>
                          <p:to>
                            <p:strVal val="visible"/>
                          </p:to>
                        </p:set>
                        <p:animEffect transition="in" filter="fade">
                          <p:cBhvr>
                            <p:cTn id="74" dur="500"/>
                            <p:tgtEl>
                              <p:spTgt spid="9"/>
                            </p:tgtEl>
                          </p:cBhvr>
                        </p:animEffect>
                      </p:childTnLst>
                    </p:cTn>
                  </p:par>
                  <p:par>
                    <p:cTn id="75" presetID="10" presetClass="entr" presetSubtype="0" fill="hold" grpId="24" nodeType="withEffect">
                      <p:stCondLst>
                        <p:cond delay="2400"/>
                      </p:stCondLst>
                      <p:childTnLst>
                        <p:set>
                          <p:cBhvr>
                            <p:cTn id="76" dur="1" fill="hold"/>
                            <p:tgtEl>
                              <p:spTgt spid="10"/>
                            </p:tgtEl>
                            <p:attrNameLst>
                              <p:attrName>style.visibility</p:attrName>
                            </p:attrNameLst>
                          </p:cBhvr>
                          <p:to>
                            <p:strVal val="visible"/>
                          </p:to>
                        </p:set>
                        <p:animEffect transition="in" filter="fade">
                          <p:cBhvr>
                            <p:cTn id="77" dur="500"/>
                            <p:tgtEl>
                              <p:spTgt spid="10"/>
                            </p:tgtEl>
                          </p:cBhvr>
                        </p:animEffect>
                      </p:childTnLst>
                    </p:cTn>
                  </p:par>
                  <p:par>
                    <p:cTn id="78" presetID="10" presetClass="entr" presetSubtype="0" fill="hold" grpId="25" nodeType="withEffect">
                      <p:stCondLst>
                        <p:cond delay="2500"/>
                      </p:stCondLst>
                      <p:childTnLst>
                        <p:set>
                          <p:cBhvr>
                            <p:cTn id="79" dur="1" fill="hold"/>
                            <p:tgtEl>
                              <p:spTgt spid="11"/>
                            </p:tgtEl>
                            <p:attrNameLst>
                              <p:attrName>style.visibility</p:attrName>
                            </p:attrNameLst>
                          </p:cBhvr>
                          <p:to>
                            <p:strVal val="visible"/>
                          </p:to>
                        </p:set>
                        <p:animEffect transition="in" filter="fade">
                          <p:cBhvr>
                            <p:cTn id="80" dur="500"/>
                            <p:tgtEl>
                              <p:spTgt spid="11"/>
                            </p:tgtEl>
                          </p:cBhvr>
                        </p:animEffect>
                      </p:childTnLst>
                    </p:cTn>
                  </p:par>
                  <p:par>
                    <p:cTn id="81" presetID="10" presetClass="entr" presetSubtype="0" fill="hold" grpId="26" nodeType="withEffect">
                      <p:stCondLst>
                        <p:cond delay="2600"/>
                      </p:stCondLst>
                      <p:childTnLst>
                        <p:set>
                          <p:cBhvr>
                            <p:cTn id="82" dur="1" fill="hold"/>
                            <p:tgtEl>
                              <p:spTgt spid="12"/>
                            </p:tgtEl>
                            <p:attrNameLst>
                              <p:attrName>style.visibility</p:attrName>
                            </p:attrNameLst>
                          </p:cBhvr>
                          <p:to>
                            <p:strVal val="visible"/>
                          </p:to>
                        </p:set>
                        <p:animEffect transition="in" filter="fade">
                          <p:cBhvr>
                            <p:cTn id="83" dur="500"/>
                            <p:tgtEl>
                              <p:spTgt spid="12"/>
                            </p:tgtEl>
                          </p:cBhvr>
                        </p:animEffect>
                      </p:childTnLst>
                    </p:cTn>
                  </p:par>
                  <p:par>
                    <p:cTn id="84" presetID="10" presetClass="entr" presetSubtype="0" fill="hold" grpId="27" nodeType="withEffect">
                      <p:stCondLst>
                        <p:cond delay="2700"/>
                      </p:stCondLst>
                      <p:childTnLst>
                        <p:set>
                          <p:cBhvr>
                            <p:cTn id="85" dur="1" fill="hold"/>
                            <p:tgtEl>
                              <p:spTgt spid="13"/>
                            </p:tgtEl>
                            <p:attrNameLst>
                              <p:attrName>style.visibility</p:attrName>
                            </p:attrNameLst>
                          </p:cBhvr>
                          <p:to>
                            <p:strVal val="visible"/>
                          </p:to>
                        </p:set>
                        <p:animEffect transition="in" filter="fade">
                          <p:cBhvr>
                            <p:cTn id="86" dur="500"/>
                            <p:tgtEl>
                              <p:spTgt spid="13"/>
                            </p:tgtEl>
                          </p:cBhvr>
                        </p:animEffect>
                      </p:childTnLst>
                    </p:cTn>
                  </p:par>
                  <p:par>
                    <p:cTn id="87" presetID="10" presetClass="entr" presetSubtype="0" fill="hold" grpId="28" nodeType="withEffect">
                      <p:stCondLst>
                        <p:cond delay="2800"/>
                      </p:stCondLst>
                      <p:childTnLst>
                        <p:set>
                          <p:cBhvr>
                            <p:cTn id="88" dur="1" fill="hold"/>
                            <p:tgtEl>
                              <p:spTgt spid="14"/>
                            </p:tgtEl>
                            <p:attrNameLst>
                              <p:attrName>style.visibility</p:attrName>
                            </p:attrNameLst>
                          </p:cBhvr>
                          <p:to>
                            <p:strVal val="visible"/>
                          </p:to>
                        </p:set>
                        <p:animEffect transition="in" filter="fade">
                          <p:cBhvr>
                            <p:cTn id="89" dur="500"/>
                            <p:tgtEl>
                              <p:spTgt spid="14"/>
                            </p:tgtEl>
                          </p:cBhvr>
                        </p:animEffect>
                      </p:childTnLst>
                    </p:cTn>
                  </p:par>
                  <p:par>
                    <p:cTn id="90" presetID="10" presetClass="entr" presetSubtype="0" fill="hold" grpId="29" nodeType="withEffect">
                      <p:stCondLst>
                        <p:cond delay="2900"/>
                      </p:stCondLst>
                      <p:childTnLst>
                        <p:set>
                          <p:cBhvr>
                            <p:cTn id="91" dur="1" fill="hold"/>
                            <p:tgtEl>
                              <p:spTgt spid="15"/>
                            </p:tgtEl>
                            <p:attrNameLst>
                              <p:attrName>style.visibility</p:attrName>
                            </p:attrNameLst>
                          </p:cBhvr>
                          <p:to>
                            <p:strVal val="visible"/>
                          </p:to>
                        </p:set>
                        <p:animEffect transition="in" filter="fade">
                          <p:cBhvr>
                            <p:cTn id="92" dur="500"/>
                            <p:tgtEl>
                              <p:spTgt spid="15"/>
                            </p:tgtEl>
                          </p:cBhvr>
                        </p:animEffect>
                      </p:childTnLst>
                    </p:cTn>
                  </p:par>
                  <p:par>
                    <p:cTn id="93" presetID="10" presetClass="entr" presetSubtype="0" fill="hold" grpId="30" nodeType="withEffect">
                      <p:stCondLst>
                        <p:cond delay="3000"/>
                      </p:stCondLst>
                      <p:childTnLst>
                        <p:set>
                          <p:cBhvr>
                            <p:cTn id="94" dur="1" fill="hold"/>
                            <p:tgtEl>
                              <p:spTgt spid="16"/>
                            </p:tgtEl>
                            <p:attrNameLst>
                              <p:attrName>style.visibility</p:attrName>
                            </p:attrNameLst>
                          </p:cBhvr>
                          <p:to>
                            <p:strVal val="visible"/>
                          </p:to>
                        </p:set>
                        <p:animEffect transition="in" filter="fade">
                          <p:cBhvr>
                            <p:cTn id="95" dur="500"/>
                            <p:tgtEl>
                              <p:spTgt spid="16"/>
                            </p:tgtEl>
                          </p:cBhvr>
                        </p:animEffect>
                      </p:childTnLst>
                    </p:cTn>
                  </p:par>
                  <p:par>
                    <p:cTn id="96" presetID="10" presetClass="entr" presetSubtype="0" fill="hold" grpId="31" nodeType="withEffect">
                      <p:stCondLst>
                        <p:cond delay="3100"/>
                      </p:stCondLst>
                      <p:childTnLst>
                        <p:set>
                          <p:cBhvr>
                            <p:cTn id="97" dur="1" fill="hold"/>
                            <p:tgtEl>
                              <p:spTgt spid="17"/>
                            </p:tgtEl>
                            <p:attrNameLst>
                              <p:attrName>style.visibility</p:attrName>
                            </p:attrNameLst>
                          </p:cBhvr>
                          <p:to>
                            <p:strVal val="visible"/>
                          </p:to>
                        </p:set>
                        <p:animEffect transition="in" filter="fade">
                          <p:cBhvr>
                            <p:cTn id="98" dur="500"/>
                            <p:tgtEl>
                              <p:spTgt spid="17"/>
                            </p:tgtEl>
                          </p:cBhvr>
                        </p:animEffect>
                      </p:childTnLst>
                    </p:cTn>
                  </p:par>
                  <p:par>
                    <p:cTn id="99" presetID="10" presetClass="entr" presetSubtype="0" fill="hold" grpId="32" nodeType="withEffect">
                      <p:stCondLst>
                        <p:cond delay="3200"/>
                      </p:stCondLst>
                      <p:childTnLst>
                        <p:set>
                          <p:cBhvr>
                            <p:cTn id="100" dur="1" fill="hold"/>
                            <p:tgtEl>
                              <p:spTgt spid="18"/>
                            </p:tgtEl>
                            <p:attrNameLst>
                              <p:attrName>style.visibility</p:attrName>
                            </p:attrNameLst>
                          </p:cBhvr>
                          <p:to>
                            <p:strVal val="visible"/>
                          </p:to>
                        </p:set>
                        <p:animEffect transition="in" filter="fade">
                          <p:cBhvr>
                            <p:cTn id="101" dur="500"/>
                            <p:tgtEl>
                              <p:spTgt spid="18"/>
                            </p:tgtEl>
                          </p:cBhvr>
                        </p:animEffect>
                      </p:childTnLst>
                    </p:cTn>
                  </p:par>
                  <p:par>
                    <p:cTn id="102" presetID="10" presetClass="entr" presetSubtype="0" fill="hold" grpId="33" nodeType="withEffect">
                      <p:stCondLst>
                        <p:cond delay="3300"/>
                      </p:stCondLst>
                      <p:childTnLst>
                        <p:set>
                          <p:cBhvr>
                            <p:cTn id="103" dur="1" fill="hold"/>
                            <p:tgtEl>
                              <p:spTgt spid="19"/>
                            </p:tgtEl>
                            <p:attrNameLst>
                              <p:attrName>style.visibility</p:attrName>
                            </p:attrNameLst>
                          </p:cBhvr>
                          <p:to>
                            <p:strVal val="visible"/>
                          </p:to>
                        </p:set>
                        <p:animEffect transition="in" filter="fade">
                          <p:cBhvr>
                            <p:cTn id="104" dur="500"/>
                            <p:tgtEl>
                              <p:spTgt spid="1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3" grpId="27" uiExpand="1" build="p"/>
      <p:bldP spid="14" grpId="28" uiExpand="1" build="p"/>
      <p:bldP spid="15" grpId="29" uiExpand="1" build="p"/>
      <p:bldP spid="16" grpId="30" uiExpand="1" build="p"/>
      <p:bldP spid="17" grpId="31" uiExpand="1" build="p"/>
      <p:bldP spid="18" grpId="32" uiExpand="1" build="p"/>
      <p:bldP spid="19" grpId="33"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 name="d500"/>
          <p:cNvSpPr/>
          <p:nvPr/>
        </p:nvSpPr>
        <p:spPr>
          <a:xfrm>
            <a:off x="3872000" y="1871750"/>
            <a:ext cx="1400000" cy="1400000"/>
          </a:xfrm>
          <a:prstGeom prst="ellipse">
            <a:avLst/>
          </a:prstGeom>
          <a:noFill/>
          <a:ln w="38100">
            <a:solidFill>
              <a:srgbClr val="FF6D00">
                <a:alpha val="6000"/>
              </a:srgbClr>
            </a:solidFill>
          </a:ln>
        </p:spPr>
      </p:sp>
      <p:sp>
        <p:nvSpPr>
          <p:cNvPr id="501" name="d501"/>
          <p:cNvSpPr/>
          <p:nvPr/>
        </p:nvSpPr>
        <p:spPr>
          <a:xfrm>
            <a:off x="3272000" y="1271750"/>
            <a:ext cx="2600000" cy="2600000"/>
          </a:xfrm>
          <a:prstGeom prst="ellipse">
            <a:avLst/>
          </a:prstGeom>
          <a:noFill/>
          <a:ln w="20000">
            <a:solidFill>
              <a:srgbClr val="2196F3">
                <a:alpha val="3000"/>
              </a:srgbClr>
            </a:solidFill>
          </a:ln>
        </p:spPr>
      </p:sp>
      <p:sp>
        <p:nvSpPr>
          <p:cNvPr id="502" name="d502"/>
          <p:cNvSpPr/>
          <p:nvPr/>
        </p:nvSpPr>
        <p:spPr>
          <a:xfrm>
            <a:off x="0" y="0"/>
            <a:ext cx="9144000" cy="642937"/>
          </a:xfrm>
          <a:prstGeom prst="rect">
            <a:avLst/>
          </a:prstGeom>
          <a:solidFill>
            <a:srgbClr val="FF6D00">
              <a:alpha val="5000"/>
            </a:srgbClr>
          </a:solidFill>
          <a:ln>
            <a:noFill/>
          </a:ln>
        </p:spPr>
      </p:sp>
      <p:sp>
        <p:nvSpPr>
          <p:cNvPr id="503" name="d503"/>
          <p:cNvSpPr/>
          <p:nvPr/>
        </p:nvSpPr>
        <p:spPr>
          <a:xfrm>
            <a:off x="0" y="4500563"/>
            <a:ext cx="9144000" cy="642937"/>
          </a:xfrm>
          <a:prstGeom prst="rect">
            <a:avLst/>
          </a:prstGeom>
          <a:solidFill>
            <a:srgbClr val="00BCD4">
              <a:alpha val="5000"/>
            </a:srgbClr>
          </a:solidFill>
          <a:ln>
            <a:noFill/>
          </a:ln>
        </p:spPr>
      </p:sp>
      <p:sp>
        <p:nvSpPr>
          <p:cNvPr id="504" name="d504"/>
          <p:cNvSpPr/>
          <p:nvPr/>
        </p:nvSpPr>
        <p:spPr>
          <a:xfrm>
            <a:off x="0" y="514350"/>
            <a:ext cx="200000" cy="200000"/>
          </a:xfrm>
          <a:prstGeom prst="ellipse">
            <a:avLst/>
          </a:prstGeom>
          <a:solidFill>
            <a:srgbClr val="2196F3">
              <a:alpha val="8000"/>
            </a:srgbClr>
          </a:solidFill>
          <a:ln>
            <a:noFill/>
          </a:ln>
        </p:spPr>
      </p:sp>
      <p:sp>
        <p:nvSpPr>
          <p:cNvPr id="505" name="d505"/>
          <p:cNvSpPr/>
          <p:nvPr/>
        </p:nvSpPr>
        <p:spPr>
          <a:xfrm>
            <a:off x="1828800" y="514350"/>
            <a:ext cx="200000" cy="200000"/>
          </a:xfrm>
          <a:prstGeom prst="ellipse">
            <a:avLst/>
          </a:prstGeom>
          <a:solidFill>
            <a:srgbClr val="2196F3">
              <a:alpha val="8000"/>
            </a:srgbClr>
          </a:solidFill>
          <a:ln>
            <a:noFill/>
          </a:ln>
        </p:spPr>
      </p:sp>
      <p:sp>
        <p:nvSpPr>
          <p:cNvPr id="506" name="d506"/>
          <p:cNvSpPr/>
          <p:nvPr/>
        </p:nvSpPr>
        <p:spPr>
          <a:xfrm>
            <a:off x="3657600" y="514350"/>
            <a:ext cx="200000" cy="200000"/>
          </a:xfrm>
          <a:prstGeom prst="ellipse">
            <a:avLst/>
          </a:prstGeom>
          <a:solidFill>
            <a:srgbClr val="2196F3">
              <a:alpha val="8000"/>
            </a:srgbClr>
          </a:solidFill>
          <a:ln>
            <a:noFill/>
          </a:ln>
        </p:spPr>
      </p:sp>
      <p:sp>
        <p:nvSpPr>
          <p:cNvPr id="507" name="d507"/>
          <p:cNvSpPr/>
          <p:nvPr/>
        </p:nvSpPr>
        <p:spPr>
          <a:xfrm>
            <a:off x="5486400" y="514350"/>
            <a:ext cx="200000" cy="200000"/>
          </a:xfrm>
          <a:prstGeom prst="ellipse">
            <a:avLst/>
          </a:prstGeom>
          <a:solidFill>
            <a:srgbClr val="2196F3">
              <a:alpha val="8000"/>
            </a:srgbClr>
          </a:solidFill>
          <a:ln>
            <a:noFill/>
          </a:ln>
        </p:spPr>
      </p:sp>
      <p:sp>
        <p:nvSpPr>
          <p:cNvPr id="508" name="d508"/>
          <p:cNvSpPr/>
          <p:nvPr/>
        </p:nvSpPr>
        <p:spPr>
          <a:xfrm>
            <a:off x="7315200" y="514350"/>
            <a:ext cx="200000" cy="200000"/>
          </a:xfrm>
          <a:prstGeom prst="ellipse">
            <a:avLst/>
          </a:prstGeom>
          <a:solidFill>
            <a:srgbClr val="2196F3">
              <a:alpha val="8000"/>
            </a:srgbClr>
          </a:solidFill>
          <a:ln>
            <a:noFill/>
          </a:ln>
        </p:spPr>
      </p:sp>
      <p:sp>
        <p:nvSpPr>
          <p:cNvPr id="509" name="d509"/>
          <p:cNvSpPr/>
          <p:nvPr/>
        </p:nvSpPr>
        <p:spPr>
          <a:xfrm>
            <a:off x="914400" y="4371975"/>
            <a:ext cx="150000" cy="150000"/>
          </a:xfrm>
          <a:prstGeom prst="ellipse">
            <a:avLst/>
          </a:prstGeom>
          <a:solidFill>
            <a:srgbClr val="FF6D00">
              <a:alpha val="8000"/>
            </a:srgbClr>
          </a:solidFill>
          <a:ln>
            <a:noFill/>
          </a:ln>
        </p:spPr>
      </p:sp>
      <p:sp>
        <p:nvSpPr>
          <p:cNvPr id="510" name="d510"/>
          <p:cNvSpPr/>
          <p:nvPr/>
        </p:nvSpPr>
        <p:spPr>
          <a:xfrm>
            <a:off x="2743200" y="4371975"/>
            <a:ext cx="150000" cy="150000"/>
          </a:xfrm>
          <a:prstGeom prst="ellipse">
            <a:avLst/>
          </a:prstGeom>
          <a:solidFill>
            <a:srgbClr val="FF6D00">
              <a:alpha val="8000"/>
            </a:srgbClr>
          </a:solidFill>
          <a:ln>
            <a:noFill/>
          </a:ln>
        </p:spPr>
      </p:sp>
      <p:sp>
        <p:nvSpPr>
          <p:cNvPr id="511" name="d511"/>
          <p:cNvSpPr/>
          <p:nvPr/>
        </p:nvSpPr>
        <p:spPr>
          <a:xfrm>
            <a:off x="4572000" y="4371975"/>
            <a:ext cx="150000" cy="150000"/>
          </a:xfrm>
          <a:prstGeom prst="ellipse">
            <a:avLst/>
          </a:prstGeom>
          <a:solidFill>
            <a:srgbClr val="FF6D00">
              <a:alpha val="8000"/>
            </a:srgbClr>
          </a:solidFill>
          <a:ln>
            <a:noFill/>
          </a:ln>
        </p:spPr>
      </p:sp>
      <p:sp>
        <p:nvSpPr>
          <p:cNvPr id="512" name="d512"/>
          <p:cNvSpPr/>
          <p:nvPr/>
        </p:nvSpPr>
        <p:spPr>
          <a:xfrm>
            <a:off x="6400800" y="4371975"/>
            <a:ext cx="150000" cy="150000"/>
          </a:xfrm>
          <a:prstGeom prst="ellipse">
            <a:avLst/>
          </a:prstGeom>
          <a:solidFill>
            <a:srgbClr val="FF6D00">
              <a:alpha val="8000"/>
            </a:srgbClr>
          </a:solidFill>
          <a:ln>
            <a:noFill/>
          </a:ln>
        </p:spPr>
      </p:sp>
      <p:sp>
        <p:nvSpPr>
          <p:cNvPr id="513" name="d513"/>
          <p:cNvSpPr/>
          <p:nvPr/>
        </p:nvSpPr>
        <p:spPr>
          <a:xfrm>
            <a:off x="8229600" y="4371975"/>
            <a:ext cx="150000" cy="150000"/>
          </a:xfrm>
          <a:prstGeom prst="ellipse">
            <a:avLst/>
          </a:prstGeom>
          <a:solidFill>
            <a:srgbClr val="FF6D00">
              <a:alpha val="8000"/>
            </a:srgbClr>
          </a:solidFill>
          <a:ln>
            <a:noFill/>
          </a:ln>
        </p:spPr>
      </p:sp>
      <p:sp>
        <p:nvSpPr>
          <p:cNvPr id="514" name="d514"/>
          <p:cNvSpPr/>
          <p:nvPr/>
        </p:nvSpPr>
        <p:spPr>
          <a:xfrm>
            <a:off x="4272000" y="10000"/>
            <a:ext cx="600000" cy="300000"/>
          </a:xfrm>
          <a:prstGeom prst="diamond">
            <a:avLst/>
          </a:prstGeom>
          <a:solidFill>
            <a:srgbClr val="00BCD4">
              <a:alpha val="10000"/>
            </a:srgbClr>
          </a:solidFill>
          <a:ln>
            <a:noFill/>
          </a:ln>
        </p:spPr>
      </p:sp>
      <p:sp>
        <p:nvSpPr>
          <p:cNvPr id="515" name="d515"/>
          <p:cNvSpPr/>
          <p:nvPr/>
        </p:nvSpPr>
        <p:spPr>
          <a:xfrm>
            <a:off x="4272000" y="4833500"/>
            <a:ext cx="600000" cy="300000"/>
          </a:xfrm>
          <a:prstGeom prst="diamond">
            <a:avLst/>
          </a:prstGeom>
          <a:solidFill>
            <a:srgbClr val="2196F3">
              <a:alpha val="10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wipe dir="l"/>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400"/>
                            <p:tgtEl>
                              <p:spTgt spid="500"/>
                            </p:tgtEl>
                          </p:cBhvr>
                        </p:animEffect>
                      </p:childTnLst>
                    </p:cTn>
                  </p:par>
                  <p:par>
                    <p:cTn id="6" presetID="10" presetClass="entr" presetSubtype="0" fill="hold" grpId="1" nodeType="withEffect">
                      <p:stCondLst>
                        <p:cond delay="80"/>
                      </p:stCondLst>
                      <p:childTnLst>
                        <p:set>
                          <p:cBhvr>
                            <p:cTn id="7" dur="1" fill="hold"/>
                            <p:tgtEl>
                              <p:spTgt spid="501"/>
                            </p:tgtEl>
                            <p:attrNameLst>
                              <p:attrName>style.visibility</p:attrName>
                            </p:attrNameLst>
                          </p:cBhvr>
                          <p:to>
                            <p:strVal val="visible"/>
                          </p:to>
                        </p:set>
                        <p:animEffect transition="in" filter="fade">
                          <p:cBhvr>
                            <p:cTn id="8" dur="400"/>
                            <p:tgtEl>
                              <p:spTgt spid="501"/>
                            </p:tgtEl>
                          </p:cBhvr>
                        </p:animEffect>
                      </p:childTnLst>
                    </p:cTn>
                  </p:par>
                  <p:par>
                    <p:cTn id="9" presetID="10" presetClass="entr" presetSubtype="0" fill="hold" grpId="2" nodeType="withEffect">
                      <p:stCondLst>
                        <p:cond delay="160"/>
                      </p:stCondLst>
                      <p:childTnLst>
                        <p:set>
                          <p:cBhvr>
                            <p:cTn id="10" dur="1" fill="hold"/>
                            <p:tgtEl>
                              <p:spTgt spid="502"/>
                            </p:tgtEl>
                            <p:attrNameLst>
                              <p:attrName>style.visibility</p:attrName>
                            </p:attrNameLst>
                          </p:cBhvr>
                          <p:to>
                            <p:strVal val="visible"/>
                          </p:to>
                        </p:set>
                        <p:animEffect transition="in" filter="fade">
                          <p:cBhvr>
                            <p:cTn id="11" dur="400"/>
                            <p:tgtEl>
                              <p:spTgt spid="502"/>
                            </p:tgtEl>
                          </p:cBhvr>
                        </p:animEffect>
                      </p:childTnLst>
                    </p:cTn>
                  </p:par>
                  <p:par>
                    <p:cTn id="12" presetID="10" presetClass="entr" presetSubtype="0" fill="hold" grpId="3" nodeType="withEffect">
                      <p:stCondLst>
                        <p:cond delay="240"/>
                      </p:stCondLst>
                      <p:childTnLst>
                        <p:set>
                          <p:cBhvr>
                            <p:cTn id="13" dur="1" fill="hold"/>
                            <p:tgtEl>
                              <p:spTgt spid="503"/>
                            </p:tgtEl>
                            <p:attrNameLst>
                              <p:attrName>style.visibility</p:attrName>
                            </p:attrNameLst>
                          </p:cBhvr>
                          <p:to>
                            <p:strVal val="visible"/>
                          </p:to>
                        </p:set>
                        <p:animEffect transition="in" filter="fade">
                          <p:cBhvr>
                            <p:cTn id="14" dur="400"/>
                            <p:tgtEl>
                              <p:spTgt spid="503"/>
                            </p:tgtEl>
                          </p:cBhvr>
                        </p:animEffect>
                      </p:childTnLst>
                    </p:cTn>
                  </p:par>
                  <p:par>
                    <p:cTn id="15" presetID="10" presetClass="entr" presetSubtype="0" fill="hold" grpId="4" nodeType="withEffect">
                      <p:stCondLst>
                        <p:cond delay="320"/>
                      </p:stCondLst>
                      <p:childTnLst>
                        <p:set>
                          <p:cBhvr>
                            <p:cTn id="16" dur="1" fill="hold"/>
                            <p:tgtEl>
                              <p:spTgt spid="504"/>
                            </p:tgtEl>
                            <p:attrNameLst>
                              <p:attrName>style.visibility</p:attrName>
                            </p:attrNameLst>
                          </p:cBhvr>
                          <p:to>
                            <p:strVal val="visible"/>
                          </p:to>
                        </p:set>
                        <p:animEffect transition="in" filter="fade">
                          <p:cBhvr>
                            <p:cTn id="17" dur="400"/>
                            <p:tgtEl>
                              <p:spTgt spid="504"/>
                            </p:tgtEl>
                          </p:cBhvr>
                        </p:animEffect>
                      </p:childTnLst>
                    </p:cTn>
                  </p:par>
                  <p:par>
                    <p:cTn id="18" presetID="10" presetClass="entr" presetSubtype="0" fill="hold" grpId="5" nodeType="withEffect">
                      <p:stCondLst>
                        <p:cond delay="400"/>
                      </p:stCondLst>
                      <p:childTnLst>
                        <p:set>
                          <p:cBhvr>
                            <p:cTn id="19" dur="1" fill="hold"/>
                            <p:tgtEl>
                              <p:spTgt spid="505"/>
                            </p:tgtEl>
                            <p:attrNameLst>
                              <p:attrName>style.visibility</p:attrName>
                            </p:attrNameLst>
                          </p:cBhvr>
                          <p:to>
                            <p:strVal val="visible"/>
                          </p:to>
                        </p:set>
                        <p:animEffect transition="in" filter="fade">
                          <p:cBhvr>
                            <p:cTn id="20" dur="400"/>
                            <p:tgtEl>
                              <p:spTgt spid="505"/>
                            </p:tgtEl>
                          </p:cBhvr>
                        </p:animEffect>
                      </p:childTnLst>
                    </p:cTn>
                  </p:par>
                  <p:par>
                    <p:cTn id="21" presetID="10" presetClass="entr" presetSubtype="0" fill="hold" grpId="6" nodeType="withEffect">
                      <p:stCondLst>
                        <p:cond delay="480"/>
                      </p:stCondLst>
                      <p:childTnLst>
                        <p:set>
                          <p:cBhvr>
                            <p:cTn id="22" dur="1" fill="hold"/>
                            <p:tgtEl>
                              <p:spTgt spid="506"/>
                            </p:tgtEl>
                            <p:attrNameLst>
                              <p:attrName>style.visibility</p:attrName>
                            </p:attrNameLst>
                          </p:cBhvr>
                          <p:to>
                            <p:strVal val="visible"/>
                          </p:to>
                        </p:set>
                        <p:animEffect transition="in" filter="fade">
                          <p:cBhvr>
                            <p:cTn id="23" dur="400"/>
                            <p:tgtEl>
                              <p:spTgt spid="506"/>
                            </p:tgtEl>
                          </p:cBhvr>
                        </p:animEffect>
                      </p:childTnLst>
                    </p:cTn>
                  </p:par>
                  <p:par>
                    <p:cTn id="24" presetID="10" presetClass="entr" presetSubtype="0" fill="hold" grpId="7" nodeType="withEffect">
                      <p:stCondLst>
                        <p:cond delay="560"/>
                      </p:stCondLst>
                      <p:childTnLst>
                        <p:set>
                          <p:cBhvr>
                            <p:cTn id="25" dur="1" fill="hold"/>
                            <p:tgtEl>
                              <p:spTgt spid="507"/>
                            </p:tgtEl>
                            <p:attrNameLst>
                              <p:attrName>style.visibility</p:attrName>
                            </p:attrNameLst>
                          </p:cBhvr>
                          <p:to>
                            <p:strVal val="visible"/>
                          </p:to>
                        </p:set>
                        <p:animEffect transition="in" filter="fade">
                          <p:cBhvr>
                            <p:cTn id="26" dur="400"/>
                            <p:tgtEl>
                              <p:spTgt spid="507"/>
                            </p:tgtEl>
                          </p:cBhvr>
                        </p:animEffect>
                      </p:childTnLst>
                    </p:cTn>
                  </p:par>
                  <p:par>
                    <p:cTn id="27" presetID="10" presetClass="entr" presetSubtype="0" fill="hold" grpId="8" nodeType="withEffect">
                      <p:stCondLst>
                        <p:cond delay="640"/>
                      </p:stCondLst>
                      <p:childTnLst>
                        <p:set>
                          <p:cBhvr>
                            <p:cTn id="28" dur="1" fill="hold"/>
                            <p:tgtEl>
                              <p:spTgt spid="508"/>
                            </p:tgtEl>
                            <p:attrNameLst>
                              <p:attrName>style.visibility</p:attrName>
                            </p:attrNameLst>
                          </p:cBhvr>
                          <p:to>
                            <p:strVal val="visible"/>
                          </p:to>
                        </p:set>
                        <p:animEffect transition="in" filter="fade">
                          <p:cBhvr>
                            <p:cTn id="29" dur="400"/>
                            <p:tgtEl>
                              <p:spTgt spid="508"/>
                            </p:tgtEl>
                          </p:cBhvr>
                        </p:animEffect>
                      </p:childTnLst>
                    </p:cTn>
                  </p:par>
                  <p:par>
                    <p:cTn id="30" presetID="10" presetClass="entr" presetSubtype="0" fill="hold" grpId="9" nodeType="withEffect">
                      <p:stCondLst>
                        <p:cond delay="720"/>
                      </p:stCondLst>
                      <p:childTnLst>
                        <p:set>
                          <p:cBhvr>
                            <p:cTn id="31" dur="1" fill="hold"/>
                            <p:tgtEl>
                              <p:spTgt spid="509"/>
                            </p:tgtEl>
                            <p:attrNameLst>
                              <p:attrName>style.visibility</p:attrName>
                            </p:attrNameLst>
                          </p:cBhvr>
                          <p:to>
                            <p:strVal val="visible"/>
                          </p:to>
                        </p:set>
                        <p:animEffect transition="in" filter="fade">
                          <p:cBhvr>
                            <p:cTn id="32" dur="400"/>
                            <p:tgtEl>
                              <p:spTgt spid="509"/>
                            </p:tgtEl>
                          </p:cBhvr>
                        </p:animEffect>
                      </p:childTnLst>
                    </p:cTn>
                  </p:par>
                  <p:par>
                    <p:cTn id="33" presetID="10" presetClass="entr" presetSubtype="0" fill="hold" grpId="10" nodeType="withEffect">
                      <p:stCondLst>
                        <p:cond delay="800"/>
                      </p:stCondLst>
                      <p:childTnLst>
                        <p:set>
                          <p:cBhvr>
                            <p:cTn id="34" dur="1" fill="hold"/>
                            <p:tgtEl>
                              <p:spTgt spid="510"/>
                            </p:tgtEl>
                            <p:attrNameLst>
                              <p:attrName>style.visibility</p:attrName>
                            </p:attrNameLst>
                          </p:cBhvr>
                          <p:to>
                            <p:strVal val="visible"/>
                          </p:to>
                        </p:set>
                        <p:animEffect transition="in" filter="fade">
                          <p:cBhvr>
                            <p:cTn id="35" dur="400"/>
                            <p:tgtEl>
                              <p:spTgt spid="510"/>
                            </p:tgtEl>
                          </p:cBhvr>
                        </p:animEffect>
                      </p:childTnLst>
                    </p:cTn>
                  </p:par>
                  <p:par>
                    <p:cTn id="36" presetID="10" presetClass="entr" presetSubtype="0" fill="hold" grpId="11" nodeType="withEffect">
                      <p:stCondLst>
                        <p:cond delay="880"/>
                      </p:stCondLst>
                      <p:childTnLst>
                        <p:set>
                          <p:cBhvr>
                            <p:cTn id="37" dur="1" fill="hold"/>
                            <p:tgtEl>
                              <p:spTgt spid="511"/>
                            </p:tgtEl>
                            <p:attrNameLst>
                              <p:attrName>style.visibility</p:attrName>
                            </p:attrNameLst>
                          </p:cBhvr>
                          <p:to>
                            <p:strVal val="visible"/>
                          </p:to>
                        </p:set>
                        <p:animEffect transition="in" filter="fade">
                          <p:cBhvr>
                            <p:cTn id="38" dur="400"/>
                            <p:tgtEl>
                              <p:spTgt spid="511"/>
                            </p:tgtEl>
                          </p:cBhvr>
                        </p:animEffect>
                      </p:childTnLst>
                    </p:cTn>
                  </p:par>
                  <p:par>
                    <p:cTn id="39" presetID="10" presetClass="entr" presetSubtype="0" fill="hold" grpId="12" nodeType="withEffect">
                      <p:stCondLst>
                        <p:cond delay="960"/>
                      </p:stCondLst>
                      <p:childTnLst>
                        <p:set>
                          <p:cBhvr>
                            <p:cTn id="40" dur="1" fill="hold"/>
                            <p:tgtEl>
                              <p:spTgt spid="512"/>
                            </p:tgtEl>
                            <p:attrNameLst>
                              <p:attrName>style.visibility</p:attrName>
                            </p:attrNameLst>
                          </p:cBhvr>
                          <p:to>
                            <p:strVal val="visible"/>
                          </p:to>
                        </p:set>
                        <p:animEffect transition="in" filter="fade">
                          <p:cBhvr>
                            <p:cTn id="41" dur="400"/>
                            <p:tgtEl>
                              <p:spTgt spid="512"/>
                            </p:tgtEl>
                          </p:cBhvr>
                        </p:animEffect>
                      </p:childTnLst>
                    </p:cTn>
                  </p:par>
                  <p:par>
                    <p:cTn id="42" presetID="10" presetClass="entr" presetSubtype="0" fill="hold" grpId="13" nodeType="withEffect">
                      <p:stCondLst>
                        <p:cond delay="1040"/>
                      </p:stCondLst>
                      <p:childTnLst>
                        <p:set>
                          <p:cBhvr>
                            <p:cTn id="43" dur="1" fill="hold"/>
                            <p:tgtEl>
                              <p:spTgt spid="513"/>
                            </p:tgtEl>
                            <p:attrNameLst>
                              <p:attrName>style.visibility</p:attrName>
                            </p:attrNameLst>
                          </p:cBhvr>
                          <p:to>
                            <p:strVal val="visible"/>
                          </p:to>
                        </p:set>
                        <p:animEffect transition="in" filter="fade">
                          <p:cBhvr>
                            <p:cTn id="44" dur="400"/>
                            <p:tgtEl>
                              <p:spTgt spid="513"/>
                            </p:tgtEl>
                          </p:cBhvr>
                        </p:animEffect>
                      </p:childTnLst>
                    </p:cTn>
                  </p:par>
                  <p:par>
                    <p:cTn id="45" presetID="10" presetClass="entr" presetSubtype="0" fill="hold" grpId="14" nodeType="withEffect">
                      <p:stCondLst>
                        <p:cond delay="1120"/>
                      </p:stCondLst>
                      <p:childTnLst>
                        <p:set>
                          <p:cBhvr>
                            <p:cTn id="46" dur="1" fill="hold"/>
                            <p:tgtEl>
                              <p:spTgt spid="514"/>
                            </p:tgtEl>
                            <p:attrNameLst>
                              <p:attrName>style.visibility</p:attrName>
                            </p:attrNameLst>
                          </p:cBhvr>
                          <p:to>
                            <p:strVal val="visible"/>
                          </p:to>
                        </p:set>
                        <p:animEffect transition="in" filter="fade">
                          <p:cBhvr>
                            <p:cTn id="47" dur="400"/>
                            <p:tgtEl>
                              <p:spTgt spid="514"/>
                            </p:tgtEl>
                          </p:cBhvr>
                        </p:animEffect>
                      </p:childTnLst>
                    </p:cTn>
                  </p:par>
                  <p:par>
                    <p:cTn id="48" presetID="10" presetClass="entr" presetSubtype="0" fill="hold" grpId="15" nodeType="withEffect">
                      <p:stCondLst>
                        <p:cond delay="1200"/>
                      </p:stCondLst>
                      <p:childTnLst>
                        <p:set>
                          <p:cBhvr>
                            <p:cTn id="49" dur="1" fill="hold"/>
                            <p:tgtEl>
                              <p:spTgt spid="515"/>
                            </p:tgtEl>
                            <p:attrNameLst>
                              <p:attrName>style.visibility</p:attrName>
                            </p:attrNameLst>
                          </p:cBhvr>
                          <p:to>
                            <p:strVal val="visible"/>
                          </p:to>
                        </p:set>
                        <p:animEffect transition="in" filter="fade">
                          <p:cBhvr>
                            <p:cTn id="50" dur="400"/>
                            <p:tgtEl>
                              <p:spTgt spid="515"/>
                            </p:tgtEl>
                          </p:cBhvr>
                        </p:animEffect>
                      </p:childTnLst>
                    </p:cTn>
                  </p:par>
                  <p:par>
                    <p:cTn id="51" presetID="10" presetClass="entr" presetSubtype="0" fill="hold" grpId="16" nodeType="withEffect">
                      <p:stCondLst>
                        <p:cond delay="1280"/>
                      </p:stCondLst>
                      <p:childTnLst>
                        <p:set>
                          <p:cBhvr>
                            <p:cTn id="52" dur="1" fill="hold"/>
                            <p:tgtEl>
                              <p:spTgt spid="2"/>
                            </p:tgtEl>
                            <p:attrNameLst>
                              <p:attrName>style.visibility</p:attrName>
                            </p:attrNameLst>
                          </p:cBhvr>
                          <p:to>
                            <p:strVal val="visible"/>
                          </p:to>
                        </p:set>
                        <p:animEffect transition="in" filter="fade">
                          <p:cBhvr>
                            <p:cTn id="53" dur="400"/>
                            <p:tgtEl>
                              <p:spTgt spid="2"/>
                            </p:tgtEl>
                          </p:cBhvr>
                        </p:animEffect>
                      </p:childTnLst>
                    </p:cTn>
                  </p:par>
                  <p:par>
                    <p:cTn id="54" presetID="10" presetClass="entr" presetSubtype="0" fill="hold" grpId="17" nodeType="withEffect">
                      <p:stCondLst>
                        <p:cond delay="1360"/>
                      </p:stCondLst>
                      <p:childTnLst>
                        <p:set>
                          <p:cBhvr>
                            <p:cTn id="55" dur="1" fill="hold"/>
                            <p:tgtEl>
                              <p:spTgt spid="3"/>
                            </p:tgtEl>
                            <p:attrNameLst>
                              <p:attrName>style.visibility</p:attrName>
                            </p:attrNameLst>
                          </p:cBhvr>
                          <p:to>
                            <p:strVal val="visible"/>
                          </p:to>
                        </p:set>
                        <p:animEffect transition="in" filter="fade">
                          <p:cBhvr>
                            <p:cTn id="56" dur="400"/>
                            <p:tgtEl>
                              <p:spTgt spid="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40000">
            <a:solidFill>
              <a:srgbClr val="FF6D00">
                <a:alpha val="7000"/>
              </a:srgbClr>
            </a:solidFill>
          </a:ln>
        </p:spPr>
      </p:sp>
      <p:sp>
        <p:nvSpPr>
          <p:cNvPr id="501" name="d501"/>
          <p:cNvSpPr/>
          <p:nvPr/>
        </p:nvSpPr>
        <p:spPr>
          <a:xfrm>
            <a:off x="3472000" y="1471750"/>
            <a:ext cx="2200000" cy="2200000"/>
          </a:xfrm>
          <a:prstGeom prst="ellipse">
            <a:avLst/>
          </a:prstGeom>
          <a:noFill/>
          <a:ln w="25400">
            <a:solidFill>
              <a:srgbClr val="FF6D00">
                <a:alpha val="4000"/>
              </a:srgbClr>
            </a:solidFill>
          </a:ln>
        </p:spPr>
      </p:sp>
      <p:sp>
        <p:nvSpPr>
          <p:cNvPr id="502" name="d502"/>
          <p:cNvSpPr/>
          <p:nvPr/>
        </p:nvSpPr>
        <p:spPr>
          <a:xfrm>
            <a:off x="0" y="0"/>
            <a:ext cx="9144000" cy="642937"/>
          </a:xfrm>
          <a:prstGeom prst="rect">
            <a:avLst/>
          </a:prstGeom>
          <a:solidFill>
            <a:srgbClr val="FF6D00">
              <a:alpha val="6000"/>
            </a:srgbClr>
          </a:solidFill>
          <a:ln>
            <a:noFill/>
          </a:ln>
        </p:spPr>
      </p:sp>
      <p:sp>
        <p:nvSpPr>
          <p:cNvPr id="503" name="d503"/>
          <p:cNvSpPr/>
          <p:nvPr/>
        </p:nvSpPr>
        <p:spPr>
          <a:xfrm>
            <a:off x="0" y="4500563"/>
            <a:ext cx="9144000" cy="642937"/>
          </a:xfrm>
          <a:prstGeom prst="rect">
            <a:avLst/>
          </a:prstGeom>
          <a:solidFill>
            <a:srgbClr val="9C27B0">
              <a:alpha val="6000"/>
            </a:srgbClr>
          </a:solidFill>
          <a:ln>
            <a:noFill/>
          </a:ln>
        </p:spPr>
      </p:sp>
      <p:sp>
        <p:nvSpPr>
          <p:cNvPr id="504" name="d504"/>
          <p:cNvSpPr/>
          <p:nvPr/>
        </p:nvSpPr>
        <p:spPr>
          <a:xfrm>
            <a:off x="0" y="514350"/>
            <a:ext cx="200000" cy="200000"/>
          </a:xfrm>
          <a:prstGeom prst="ellipse">
            <a:avLst/>
          </a:prstGeom>
          <a:solidFill>
            <a:srgbClr val="FF6D00">
              <a:alpha val="10000"/>
            </a:srgbClr>
          </a:solidFill>
          <a:ln>
            <a:noFill/>
          </a:ln>
        </p:spPr>
      </p:sp>
      <p:sp>
        <p:nvSpPr>
          <p:cNvPr id="505" name="d505"/>
          <p:cNvSpPr/>
          <p:nvPr/>
        </p:nvSpPr>
        <p:spPr>
          <a:xfrm>
            <a:off x="1828800" y="514350"/>
            <a:ext cx="200000" cy="200000"/>
          </a:xfrm>
          <a:prstGeom prst="ellipse">
            <a:avLst/>
          </a:prstGeom>
          <a:solidFill>
            <a:srgbClr val="FF6D00">
              <a:alpha val="10000"/>
            </a:srgbClr>
          </a:solidFill>
          <a:ln>
            <a:noFill/>
          </a:ln>
        </p:spPr>
      </p:sp>
      <p:sp>
        <p:nvSpPr>
          <p:cNvPr id="506" name="d506"/>
          <p:cNvSpPr/>
          <p:nvPr/>
        </p:nvSpPr>
        <p:spPr>
          <a:xfrm>
            <a:off x="3657600" y="514350"/>
            <a:ext cx="200000" cy="200000"/>
          </a:xfrm>
          <a:prstGeom prst="ellipse">
            <a:avLst/>
          </a:prstGeom>
          <a:solidFill>
            <a:srgbClr val="FF6D00">
              <a:alpha val="10000"/>
            </a:srgbClr>
          </a:solidFill>
          <a:ln>
            <a:noFill/>
          </a:ln>
        </p:spPr>
      </p:sp>
      <p:sp>
        <p:nvSpPr>
          <p:cNvPr id="507" name="d507"/>
          <p:cNvSpPr/>
          <p:nvPr/>
        </p:nvSpPr>
        <p:spPr>
          <a:xfrm>
            <a:off x="5486400" y="514350"/>
            <a:ext cx="200000" cy="200000"/>
          </a:xfrm>
          <a:prstGeom prst="ellipse">
            <a:avLst/>
          </a:prstGeom>
          <a:solidFill>
            <a:srgbClr val="FF6D00">
              <a:alpha val="10000"/>
            </a:srgbClr>
          </a:solidFill>
          <a:ln>
            <a:noFill/>
          </a:ln>
        </p:spPr>
      </p:sp>
      <p:sp>
        <p:nvSpPr>
          <p:cNvPr id="508" name="d508"/>
          <p:cNvSpPr/>
          <p:nvPr/>
        </p:nvSpPr>
        <p:spPr>
          <a:xfrm>
            <a:off x="7315200" y="514350"/>
            <a:ext cx="200000" cy="200000"/>
          </a:xfrm>
          <a:prstGeom prst="ellipse">
            <a:avLst/>
          </a:prstGeom>
          <a:solidFill>
            <a:srgbClr val="FF6D00">
              <a:alpha val="10000"/>
            </a:srgbClr>
          </a:solidFill>
          <a:ln>
            <a:noFill/>
          </a:ln>
        </p:spPr>
      </p:sp>
      <p:sp>
        <p:nvSpPr>
          <p:cNvPr id="509" name="d509"/>
          <p:cNvSpPr/>
          <p:nvPr/>
        </p:nvSpPr>
        <p:spPr>
          <a:xfrm>
            <a:off x="914400" y="4371975"/>
            <a:ext cx="150000" cy="150000"/>
          </a:xfrm>
          <a:prstGeom prst="ellipse">
            <a:avLst/>
          </a:prstGeom>
          <a:solidFill>
            <a:srgbClr val="00BCD4">
              <a:alpha val="10000"/>
            </a:srgbClr>
          </a:solidFill>
          <a:ln>
            <a:noFill/>
          </a:ln>
        </p:spPr>
      </p:sp>
      <p:sp>
        <p:nvSpPr>
          <p:cNvPr id="510" name="d510"/>
          <p:cNvSpPr/>
          <p:nvPr/>
        </p:nvSpPr>
        <p:spPr>
          <a:xfrm>
            <a:off x="2743200" y="4371975"/>
            <a:ext cx="150000" cy="150000"/>
          </a:xfrm>
          <a:prstGeom prst="ellipse">
            <a:avLst/>
          </a:prstGeom>
          <a:solidFill>
            <a:srgbClr val="00BCD4">
              <a:alpha val="10000"/>
            </a:srgbClr>
          </a:solidFill>
          <a:ln>
            <a:noFill/>
          </a:ln>
        </p:spPr>
      </p:sp>
      <p:sp>
        <p:nvSpPr>
          <p:cNvPr id="511" name="d511"/>
          <p:cNvSpPr/>
          <p:nvPr/>
        </p:nvSpPr>
        <p:spPr>
          <a:xfrm>
            <a:off x="4572000" y="4371975"/>
            <a:ext cx="150000" cy="150000"/>
          </a:xfrm>
          <a:prstGeom prst="ellipse">
            <a:avLst/>
          </a:prstGeom>
          <a:solidFill>
            <a:srgbClr val="00BCD4">
              <a:alpha val="10000"/>
            </a:srgbClr>
          </a:solidFill>
          <a:ln>
            <a:noFill/>
          </a:ln>
        </p:spPr>
      </p:sp>
      <p:sp>
        <p:nvSpPr>
          <p:cNvPr id="512" name="d512"/>
          <p:cNvSpPr/>
          <p:nvPr/>
        </p:nvSpPr>
        <p:spPr>
          <a:xfrm>
            <a:off x="6400800" y="4371975"/>
            <a:ext cx="150000" cy="150000"/>
          </a:xfrm>
          <a:prstGeom prst="ellipse">
            <a:avLst/>
          </a:prstGeom>
          <a:solidFill>
            <a:srgbClr val="00BCD4">
              <a:alpha val="10000"/>
            </a:srgbClr>
          </a:solidFill>
          <a:ln>
            <a:noFill/>
          </a:ln>
        </p:spPr>
      </p:sp>
      <p:sp>
        <p:nvSpPr>
          <p:cNvPr id="513" name="d513"/>
          <p:cNvSpPr/>
          <p:nvPr/>
        </p:nvSpPr>
        <p:spPr>
          <a:xfrm>
            <a:off x="8229600" y="4371975"/>
            <a:ext cx="150000" cy="150000"/>
          </a:xfrm>
          <a:prstGeom prst="ellipse">
            <a:avLst/>
          </a:prstGeom>
          <a:solidFill>
            <a:srgbClr val="00BCD4">
              <a:alpha val="10000"/>
            </a:srgbClr>
          </a:solidFill>
          <a:ln>
            <a:noFill/>
          </a:ln>
        </p:spPr>
      </p:sp>
      <p:sp>
        <p:nvSpPr>
          <p:cNvPr id="514" name="d514"/>
          <p:cNvSpPr/>
          <p:nvPr/>
        </p:nvSpPr>
        <p:spPr>
          <a:xfrm>
            <a:off x="4272000" y="10000"/>
            <a:ext cx="600000" cy="300000"/>
          </a:xfrm>
          <a:prstGeom prst="diamond">
            <a:avLst/>
          </a:prstGeom>
          <a:solidFill>
            <a:srgbClr val="9C27B0">
              <a:alpha val="12000"/>
            </a:srgbClr>
          </a:solidFill>
          <a:ln>
            <a:noFill/>
          </a:ln>
        </p:spPr>
      </p:sp>
      <p:sp>
        <p:nvSpPr>
          <p:cNvPr id="515" name="d515"/>
          <p:cNvSpPr/>
          <p:nvPr/>
        </p:nvSpPr>
        <p:spPr>
          <a:xfrm>
            <a:off x="4272000" y="4833500"/>
            <a:ext cx="600000" cy="300000"/>
          </a:xfrm>
          <a:prstGeom prst="diamond">
            <a:avLst/>
          </a:prstGeom>
          <a:solidFill>
            <a:srgbClr val="FF6D00">
              <a:alpha val="12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4"/>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40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50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60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170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180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190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0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10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par>
                    <p:cTn id="69" presetID="10" presetClass="entr" presetSubtype="0" fill="hold" grpId="22" nodeType="withEffect">
                      <p:stCondLst>
                        <p:cond delay="2200"/>
                      </p:stCondLst>
                      <p:childTnLst>
                        <p:set>
                          <p:cBhvr>
                            <p:cTn id="70" dur="1" fill="hold"/>
                            <p:tgtEl>
                              <p:spTgt spid="8"/>
                            </p:tgtEl>
                            <p:attrNameLst>
                              <p:attrName>style.visibility</p:attrName>
                            </p:attrNameLst>
                          </p:cBhvr>
                          <p:to>
                            <p:strVal val="visible"/>
                          </p:to>
                        </p:set>
                        <p:animEffect transition="in" filter="fade">
                          <p:cBhvr>
                            <p:cTn id="71" dur="600"/>
                            <p:tgtEl>
                              <p:spTgt spid="8"/>
                            </p:tgtEl>
                          </p:cBhvr>
                        </p:animEffect>
                      </p:childTnLst>
                    </p:cTn>
                  </p:par>
                  <p:par>
                    <p:cTn id="72" presetID="10" presetClass="entr" presetSubtype="0" fill="hold" grpId="23" nodeType="withEffect">
                      <p:stCondLst>
                        <p:cond delay="2300"/>
                      </p:stCondLst>
                      <p:childTnLst>
                        <p:set>
                          <p:cBhvr>
                            <p:cTn id="73" dur="1" fill="hold"/>
                            <p:tgtEl>
                              <p:spTgt spid="9"/>
                            </p:tgtEl>
                            <p:attrNameLst>
                              <p:attrName>style.visibility</p:attrName>
                            </p:attrNameLst>
                          </p:cBhvr>
                          <p:to>
                            <p:strVal val="visible"/>
                          </p:to>
                        </p:set>
                        <p:animEffect transition="in" filter="fade">
                          <p:cBhvr>
                            <p:cTn id="74" dur="600"/>
                            <p:tgtEl>
                              <p:spTgt spid="9"/>
                            </p:tgtEl>
                          </p:cBhvr>
                        </p:animEffect>
                      </p:childTnLst>
                    </p:cTn>
                  </p:par>
                  <p:par>
                    <p:cTn id="75" presetID="10" presetClass="entr" presetSubtype="0" fill="hold" grpId="24" nodeType="withEffect">
                      <p:stCondLst>
                        <p:cond delay="2400"/>
                      </p:stCondLst>
                      <p:childTnLst>
                        <p:set>
                          <p:cBhvr>
                            <p:cTn id="76" dur="1" fill="hold"/>
                            <p:tgtEl>
                              <p:spTgt spid="10"/>
                            </p:tgtEl>
                            <p:attrNameLst>
                              <p:attrName>style.visibility</p:attrName>
                            </p:attrNameLst>
                          </p:cBhvr>
                          <p:to>
                            <p:strVal val="visible"/>
                          </p:to>
                        </p:set>
                        <p:animEffect transition="in" filter="fade">
                          <p:cBhvr>
                            <p:cTn id="77" dur="600"/>
                            <p:tgtEl>
                              <p:spTgt spid="10"/>
                            </p:tgtEl>
                          </p:cBhvr>
                        </p:animEffect>
                      </p:childTnLst>
                    </p:cTn>
                  </p:par>
                  <p:par>
                    <p:cTn id="78" presetID="10" presetClass="entr" presetSubtype="0" fill="hold" grpId="25" nodeType="withEffect">
                      <p:stCondLst>
                        <p:cond delay="2500"/>
                      </p:stCondLst>
                      <p:childTnLst>
                        <p:set>
                          <p:cBhvr>
                            <p:cTn id="79" dur="1" fill="hold"/>
                            <p:tgtEl>
                              <p:spTgt spid="11"/>
                            </p:tgtEl>
                            <p:attrNameLst>
                              <p:attrName>style.visibility</p:attrName>
                            </p:attrNameLst>
                          </p:cBhvr>
                          <p:to>
                            <p:strVal val="visible"/>
                          </p:to>
                        </p:set>
                        <p:animEffect transition="in" filter="fade">
                          <p:cBhvr>
                            <p:cTn id="80" dur="600"/>
                            <p:tgtEl>
                              <p:spTgt spid="11"/>
                            </p:tgtEl>
                          </p:cBhvr>
                        </p:animEffect>
                      </p:childTnLst>
                    </p:cTn>
                  </p:par>
                  <p:par>
                    <p:cTn id="81" presetID="10" presetClass="entr" presetSubtype="0" fill="hold" grpId="26" nodeType="withEffect">
                      <p:stCondLst>
                        <p:cond delay="2600"/>
                      </p:stCondLst>
                      <p:childTnLst>
                        <p:set>
                          <p:cBhvr>
                            <p:cTn id="82" dur="1" fill="hold"/>
                            <p:tgtEl>
                              <p:spTgt spid="12"/>
                            </p:tgtEl>
                            <p:attrNameLst>
                              <p:attrName>style.visibility</p:attrName>
                            </p:attrNameLst>
                          </p:cBhvr>
                          <p:to>
                            <p:strVal val="visible"/>
                          </p:to>
                        </p:set>
                        <p:animEffect transition="in" filter="fade">
                          <p:cBhvr>
                            <p:cTn id="83" dur="600"/>
                            <p:tgtEl>
                              <p:spTgt spid="12"/>
                            </p:tgtEl>
                          </p:cBhvr>
                        </p:animEffect>
                      </p:childTnLst>
                    </p:cTn>
                  </p:par>
                  <p:par>
                    <p:cTn id="84" presetID="10" presetClass="entr" presetSubtype="0" fill="hold" grpId="27" nodeType="withEffect">
                      <p:stCondLst>
                        <p:cond delay="2700"/>
                      </p:stCondLst>
                      <p:childTnLst>
                        <p:set>
                          <p:cBhvr>
                            <p:cTn id="85" dur="1" fill="hold"/>
                            <p:tgtEl>
                              <p:spTgt spid="13"/>
                            </p:tgtEl>
                            <p:attrNameLst>
                              <p:attrName>style.visibility</p:attrName>
                            </p:attrNameLst>
                          </p:cBhvr>
                          <p:to>
                            <p:strVal val="visible"/>
                          </p:to>
                        </p:set>
                        <p:animEffect transition="in" filter="fade">
                          <p:cBhvr>
                            <p:cTn id="86" dur="600"/>
                            <p:tgtEl>
                              <p:spTgt spid="13"/>
                            </p:tgtEl>
                          </p:cBhvr>
                        </p:animEffect>
                      </p:childTnLst>
                    </p:cTn>
                  </p:par>
                  <p:par>
                    <p:cTn id="87" presetID="10" presetClass="entr" presetSubtype="0" fill="hold" grpId="28" nodeType="withEffect">
                      <p:stCondLst>
                        <p:cond delay="2800"/>
                      </p:stCondLst>
                      <p:childTnLst>
                        <p:set>
                          <p:cBhvr>
                            <p:cTn id="88" dur="1" fill="hold"/>
                            <p:tgtEl>
                              <p:spTgt spid="14"/>
                            </p:tgtEl>
                            <p:attrNameLst>
                              <p:attrName>style.visibility</p:attrName>
                            </p:attrNameLst>
                          </p:cBhvr>
                          <p:to>
                            <p:strVal val="visible"/>
                          </p:to>
                        </p:set>
                        <p:animEffect transition="in" filter="fade">
                          <p:cBhvr>
                            <p:cTn id="89" dur="600"/>
                            <p:tgtEl>
                              <p:spTgt spid="14"/>
                            </p:tgtEl>
                          </p:cBhvr>
                        </p:animEffect>
                      </p:childTnLst>
                    </p:cTn>
                  </p:par>
                  <p:par>
                    <p:cTn id="90" presetID="10" presetClass="entr" presetSubtype="0" fill="hold" grpId="29" nodeType="withEffect">
                      <p:stCondLst>
                        <p:cond delay="2900"/>
                      </p:stCondLst>
                      <p:childTnLst>
                        <p:set>
                          <p:cBhvr>
                            <p:cTn id="91" dur="1" fill="hold"/>
                            <p:tgtEl>
                              <p:spTgt spid="15"/>
                            </p:tgtEl>
                            <p:attrNameLst>
                              <p:attrName>style.visibility</p:attrName>
                            </p:attrNameLst>
                          </p:cBhvr>
                          <p:to>
                            <p:strVal val="visible"/>
                          </p:to>
                        </p:set>
                        <p:animEffect transition="in" filter="fade">
                          <p:cBhvr>
                            <p:cTn id="92" dur="600"/>
                            <p:tgtEl>
                              <p:spTgt spid="15"/>
                            </p:tgtEl>
                          </p:cBhvr>
                        </p:animEffect>
                      </p:childTnLst>
                    </p:cTn>
                  </p:par>
                  <p:par>
                    <p:cTn id="93" presetID="10" presetClass="entr" presetSubtype="0" fill="hold" grpId="30" nodeType="withEffect">
                      <p:stCondLst>
                        <p:cond delay="3000"/>
                      </p:stCondLst>
                      <p:childTnLst>
                        <p:set>
                          <p:cBhvr>
                            <p:cTn id="94" dur="1" fill="hold"/>
                            <p:tgtEl>
                              <p:spTgt spid="16"/>
                            </p:tgtEl>
                            <p:attrNameLst>
                              <p:attrName>style.visibility</p:attrName>
                            </p:attrNameLst>
                          </p:cBhvr>
                          <p:to>
                            <p:strVal val="visible"/>
                          </p:to>
                        </p:set>
                        <p:animEffect transition="in" filter="fade">
                          <p:cBhvr>
                            <p:cTn id="95" dur="600"/>
                            <p:tgtEl>
                              <p:spTgt spid="16"/>
                            </p:tgtEl>
                          </p:cBhvr>
                        </p:animEffect>
                      </p:childTnLst>
                    </p:cTn>
                  </p:par>
                  <p:par>
                    <p:cTn id="96" presetID="10" presetClass="entr" presetSubtype="0" fill="hold" grpId="31" nodeType="withEffect">
                      <p:stCondLst>
                        <p:cond delay="3100"/>
                      </p:stCondLst>
                      <p:childTnLst>
                        <p:set>
                          <p:cBhvr>
                            <p:cTn id="97" dur="1" fill="hold"/>
                            <p:tgtEl>
                              <p:spTgt spid="17"/>
                            </p:tgtEl>
                            <p:attrNameLst>
                              <p:attrName>style.visibility</p:attrName>
                            </p:attrNameLst>
                          </p:cBhvr>
                          <p:to>
                            <p:strVal val="visible"/>
                          </p:to>
                        </p:set>
                        <p:animEffect transition="in" filter="fade">
                          <p:cBhvr>
                            <p:cTn id="98" dur="600"/>
                            <p:tgtEl>
                              <p:spTgt spid="1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3" grpId="27" uiExpand="1" build="p"/>
      <p:bldP spid="14" grpId="28" uiExpand="1" build="p"/>
      <p:bldP spid="15" grpId="29" uiExpand="1" build="p"/>
      <p:bldP spid="16" grpId="30" uiExpand="1" build="p"/>
      <p:bldP spid="17" grpId="31"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00BCD4">
                <a:alpha val="7000"/>
              </a:srgbClr>
            </a:solidFill>
          </a:ln>
        </p:spPr>
      </p:sp>
      <p:sp>
        <p:nvSpPr>
          <p:cNvPr id="501" name="d501"/>
          <p:cNvSpPr/>
          <p:nvPr/>
        </p:nvSpPr>
        <p:spPr>
          <a:xfrm>
            <a:off x="3372000" y="1371750"/>
            <a:ext cx="2400000" cy="2400000"/>
          </a:xfrm>
          <a:prstGeom prst="ellipse">
            <a:avLst/>
          </a:prstGeom>
          <a:noFill/>
          <a:ln w="25400">
            <a:solidFill>
              <a:srgbClr val="FF6D00">
                <a:alpha val="4000"/>
              </a:srgbClr>
            </a:solidFill>
          </a:ln>
        </p:spPr>
      </p:sp>
      <p:sp>
        <p:nvSpPr>
          <p:cNvPr id="502" name="d502"/>
          <p:cNvSpPr/>
          <p:nvPr/>
        </p:nvSpPr>
        <p:spPr>
          <a:xfrm>
            <a:off x="0" y="0"/>
            <a:ext cx="9144000" cy="642937"/>
          </a:xfrm>
          <a:prstGeom prst="rect">
            <a:avLst/>
          </a:prstGeom>
          <a:solidFill>
            <a:srgbClr val="00BCD4">
              <a:alpha val="5000"/>
            </a:srgbClr>
          </a:solidFill>
          <a:ln>
            <a:noFill/>
          </a:ln>
        </p:spPr>
      </p:sp>
      <p:sp>
        <p:nvSpPr>
          <p:cNvPr id="503" name="d503"/>
          <p:cNvSpPr/>
          <p:nvPr/>
        </p:nvSpPr>
        <p:spPr>
          <a:xfrm>
            <a:off x="0" y="4500563"/>
            <a:ext cx="9144000" cy="642937"/>
          </a:xfrm>
          <a:prstGeom prst="rect">
            <a:avLst/>
          </a:prstGeom>
          <a:solidFill>
            <a:srgbClr val="00BCD4">
              <a:alpha val="5000"/>
            </a:srgbClr>
          </a:solidFill>
          <a:ln>
            <a:noFill/>
          </a:ln>
        </p:spPr>
      </p:sp>
      <p:sp>
        <p:nvSpPr>
          <p:cNvPr id="504" name="d504"/>
          <p:cNvSpPr/>
          <p:nvPr/>
        </p:nvSpPr>
        <p:spPr>
          <a:xfrm>
            <a:off x="0" y="514350"/>
            <a:ext cx="200000" cy="200000"/>
          </a:xfrm>
          <a:prstGeom prst="ellipse">
            <a:avLst/>
          </a:prstGeom>
          <a:solidFill>
            <a:srgbClr val="00BCD4">
              <a:alpha val="10000"/>
            </a:srgbClr>
          </a:solidFill>
          <a:ln>
            <a:noFill/>
          </a:ln>
        </p:spPr>
      </p:sp>
      <p:sp>
        <p:nvSpPr>
          <p:cNvPr id="505" name="d505"/>
          <p:cNvSpPr/>
          <p:nvPr/>
        </p:nvSpPr>
        <p:spPr>
          <a:xfrm>
            <a:off x="1828800" y="514350"/>
            <a:ext cx="200000" cy="200000"/>
          </a:xfrm>
          <a:prstGeom prst="ellipse">
            <a:avLst/>
          </a:prstGeom>
          <a:solidFill>
            <a:srgbClr val="00BCD4">
              <a:alpha val="10000"/>
            </a:srgbClr>
          </a:solidFill>
          <a:ln>
            <a:noFill/>
          </a:ln>
        </p:spPr>
      </p:sp>
      <p:sp>
        <p:nvSpPr>
          <p:cNvPr id="506" name="d506"/>
          <p:cNvSpPr/>
          <p:nvPr/>
        </p:nvSpPr>
        <p:spPr>
          <a:xfrm>
            <a:off x="3657600" y="514350"/>
            <a:ext cx="200000" cy="200000"/>
          </a:xfrm>
          <a:prstGeom prst="ellipse">
            <a:avLst/>
          </a:prstGeom>
          <a:solidFill>
            <a:srgbClr val="00BCD4">
              <a:alpha val="10000"/>
            </a:srgbClr>
          </a:solidFill>
          <a:ln>
            <a:noFill/>
          </a:ln>
        </p:spPr>
      </p:sp>
      <p:sp>
        <p:nvSpPr>
          <p:cNvPr id="507" name="d507"/>
          <p:cNvSpPr/>
          <p:nvPr/>
        </p:nvSpPr>
        <p:spPr>
          <a:xfrm>
            <a:off x="5486400" y="514350"/>
            <a:ext cx="200000" cy="200000"/>
          </a:xfrm>
          <a:prstGeom prst="ellipse">
            <a:avLst/>
          </a:prstGeom>
          <a:solidFill>
            <a:srgbClr val="00BCD4">
              <a:alpha val="10000"/>
            </a:srgbClr>
          </a:solidFill>
          <a:ln>
            <a:noFill/>
          </a:ln>
        </p:spPr>
      </p:sp>
      <p:sp>
        <p:nvSpPr>
          <p:cNvPr id="508" name="d508"/>
          <p:cNvSpPr/>
          <p:nvPr/>
        </p:nvSpPr>
        <p:spPr>
          <a:xfrm>
            <a:off x="7315200" y="514350"/>
            <a:ext cx="200000" cy="200000"/>
          </a:xfrm>
          <a:prstGeom prst="ellipse">
            <a:avLst/>
          </a:prstGeom>
          <a:solidFill>
            <a:srgbClr val="00BCD4">
              <a:alpha val="10000"/>
            </a:srgbClr>
          </a:solidFill>
          <a:ln>
            <a:noFill/>
          </a:ln>
        </p:spPr>
      </p:sp>
      <p:sp>
        <p:nvSpPr>
          <p:cNvPr id="509" name="d509"/>
          <p:cNvSpPr/>
          <p:nvPr/>
        </p:nvSpPr>
        <p:spPr>
          <a:xfrm>
            <a:off x="914400" y="4371975"/>
            <a:ext cx="150000" cy="150000"/>
          </a:xfrm>
          <a:prstGeom prst="ellipse">
            <a:avLst/>
          </a:prstGeom>
          <a:solidFill>
            <a:srgbClr val="2196F3">
              <a:alpha val="10000"/>
            </a:srgbClr>
          </a:solidFill>
          <a:ln>
            <a:noFill/>
          </a:ln>
        </p:spPr>
      </p:sp>
      <p:sp>
        <p:nvSpPr>
          <p:cNvPr id="510" name="d510"/>
          <p:cNvSpPr/>
          <p:nvPr/>
        </p:nvSpPr>
        <p:spPr>
          <a:xfrm>
            <a:off x="2743200" y="4371975"/>
            <a:ext cx="150000" cy="150000"/>
          </a:xfrm>
          <a:prstGeom prst="ellipse">
            <a:avLst/>
          </a:prstGeom>
          <a:solidFill>
            <a:srgbClr val="2196F3">
              <a:alpha val="10000"/>
            </a:srgbClr>
          </a:solidFill>
          <a:ln>
            <a:noFill/>
          </a:ln>
        </p:spPr>
      </p:sp>
      <p:sp>
        <p:nvSpPr>
          <p:cNvPr id="511" name="d511"/>
          <p:cNvSpPr/>
          <p:nvPr/>
        </p:nvSpPr>
        <p:spPr>
          <a:xfrm>
            <a:off x="4572000" y="4371975"/>
            <a:ext cx="150000" cy="150000"/>
          </a:xfrm>
          <a:prstGeom prst="ellipse">
            <a:avLst/>
          </a:prstGeom>
          <a:solidFill>
            <a:srgbClr val="2196F3">
              <a:alpha val="10000"/>
            </a:srgbClr>
          </a:solidFill>
          <a:ln>
            <a:noFill/>
          </a:ln>
        </p:spPr>
      </p:sp>
      <p:sp>
        <p:nvSpPr>
          <p:cNvPr id="512" name="d512"/>
          <p:cNvSpPr/>
          <p:nvPr/>
        </p:nvSpPr>
        <p:spPr>
          <a:xfrm>
            <a:off x="6400800" y="4371975"/>
            <a:ext cx="150000" cy="150000"/>
          </a:xfrm>
          <a:prstGeom prst="ellipse">
            <a:avLst/>
          </a:prstGeom>
          <a:solidFill>
            <a:srgbClr val="2196F3">
              <a:alpha val="10000"/>
            </a:srgbClr>
          </a:solidFill>
          <a:ln>
            <a:noFill/>
          </a:ln>
        </p:spPr>
      </p:sp>
      <p:sp>
        <p:nvSpPr>
          <p:cNvPr id="513" name="d513"/>
          <p:cNvSpPr/>
          <p:nvPr/>
        </p:nvSpPr>
        <p:spPr>
          <a:xfrm>
            <a:off x="8229600" y="4371975"/>
            <a:ext cx="150000" cy="150000"/>
          </a:xfrm>
          <a:prstGeom prst="ellipse">
            <a:avLst/>
          </a:prstGeom>
          <a:solidFill>
            <a:srgbClr val="2196F3">
              <a:alpha val="10000"/>
            </a:srgbClr>
          </a:solidFill>
          <a:ln>
            <a:noFill/>
          </a:ln>
        </p:spPr>
      </p:sp>
      <p:sp>
        <p:nvSpPr>
          <p:cNvPr id="514" name="d514"/>
          <p:cNvSpPr/>
          <p:nvPr/>
        </p:nvSpPr>
        <p:spPr>
          <a:xfrm>
            <a:off x="4272000" y="10000"/>
            <a:ext cx="600000" cy="300000"/>
          </a:xfrm>
          <a:prstGeom prst="diamond">
            <a:avLst/>
          </a:prstGeom>
          <a:solidFill>
            <a:srgbClr val="00BCD4">
              <a:alpha val="10000"/>
            </a:srgbClr>
          </a:solidFill>
          <a:ln>
            <a:noFill/>
          </a:ln>
        </p:spPr>
      </p:sp>
      <p:sp>
        <p:nvSpPr>
          <p:cNvPr id="515" name="d515"/>
          <p:cNvSpPr/>
          <p:nvPr/>
        </p:nvSpPr>
        <p:spPr>
          <a:xfrm>
            <a:off x="4272000" y="4833500"/>
            <a:ext cx="600000" cy="300000"/>
          </a:xfrm>
          <a:prstGeom prst="diamond">
            <a:avLst/>
          </a:prstGeom>
          <a:solidFill>
            <a:srgbClr val="00BCD4">
              <a:alpha val="1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00BCD4"/>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FF6D00"/>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horz" orient="out"/>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7"/>
                            </p:tgtEl>
                            <p:attrNameLst>
                              <p:attrName>style.visibility</p:attrName>
                            </p:attrNameLst>
                          </p:cBhvr>
                          <p:to>
                            <p:strVal val="visible"/>
                          </p:to>
                        </p:set>
                        <p:animEffect transition="in" filter="fade">
                          <p:cBhvr>
                            <p:cTn id="26" dur="350"/>
                            <p:tgtEl>
                              <p:spTgt spid="507"/>
                            </p:tgtEl>
                          </p:cBhvr>
                        </p:animEffect>
                      </p:childTnLst>
                    </p:cTn>
                  </p:par>
                  <p:par>
                    <p:cTn id="27" presetID="10" presetClass="entr" presetSubtype="0" fill="hold" grpId="8" nodeType="withEffect">
                      <p:stCondLst>
                        <p:cond delay="560"/>
                      </p:stCondLst>
                      <p:childTnLst>
                        <p:set>
                          <p:cBhvr>
                            <p:cTn id="28" dur="1" fill="hold"/>
                            <p:tgtEl>
                              <p:spTgt spid="508"/>
                            </p:tgtEl>
                            <p:attrNameLst>
                              <p:attrName>style.visibility</p:attrName>
                            </p:attrNameLst>
                          </p:cBhvr>
                          <p:to>
                            <p:strVal val="visible"/>
                          </p:to>
                        </p:set>
                        <p:animEffect transition="in" filter="fade">
                          <p:cBhvr>
                            <p:cTn id="29" dur="350"/>
                            <p:tgtEl>
                              <p:spTgt spid="508"/>
                            </p:tgtEl>
                          </p:cBhvr>
                        </p:animEffect>
                      </p:childTnLst>
                    </p:cTn>
                  </p:par>
                  <p:par>
                    <p:cTn id="30" presetID="10" presetClass="entr" presetSubtype="0" fill="hold" grpId="9" nodeType="withEffect">
                      <p:stCondLst>
                        <p:cond delay="630"/>
                      </p:stCondLst>
                      <p:childTnLst>
                        <p:set>
                          <p:cBhvr>
                            <p:cTn id="31" dur="1" fill="hold"/>
                            <p:tgtEl>
                              <p:spTgt spid="509"/>
                            </p:tgtEl>
                            <p:attrNameLst>
                              <p:attrName>style.visibility</p:attrName>
                            </p:attrNameLst>
                          </p:cBhvr>
                          <p:to>
                            <p:strVal val="visible"/>
                          </p:to>
                        </p:set>
                        <p:animEffect transition="in" filter="fade">
                          <p:cBhvr>
                            <p:cTn id="32" dur="350"/>
                            <p:tgtEl>
                              <p:spTgt spid="509"/>
                            </p:tgtEl>
                          </p:cBhvr>
                        </p:animEffect>
                      </p:childTnLst>
                    </p:cTn>
                  </p:par>
                  <p:par>
                    <p:cTn id="33" presetID="10" presetClass="entr" presetSubtype="0" fill="hold" grpId="10" nodeType="withEffect">
                      <p:stCondLst>
                        <p:cond delay="700"/>
                      </p:stCondLst>
                      <p:childTnLst>
                        <p:set>
                          <p:cBhvr>
                            <p:cTn id="34" dur="1" fill="hold"/>
                            <p:tgtEl>
                              <p:spTgt spid="510"/>
                            </p:tgtEl>
                            <p:attrNameLst>
                              <p:attrName>style.visibility</p:attrName>
                            </p:attrNameLst>
                          </p:cBhvr>
                          <p:to>
                            <p:strVal val="visible"/>
                          </p:to>
                        </p:set>
                        <p:animEffect transition="in" filter="fade">
                          <p:cBhvr>
                            <p:cTn id="35" dur="350"/>
                            <p:tgtEl>
                              <p:spTgt spid="510"/>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515"/>
                            </p:tgtEl>
                            <p:attrNameLst>
                              <p:attrName>style.visibility</p:attrName>
                            </p:attrNameLst>
                          </p:cBhvr>
                          <p:to>
                            <p:strVal val="visible"/>
                          </p:to>
                        </p:set>
                        <p:animEffect transition="in" filter="fade">
                          <p:cBhvr>
                            <p:cTn id="50" dur="350"/>
                            <p:tgtEl>
                              <p:spTgt spid="515"/>
                            </p:tgtEl>
                          </p:cBhvr>
                        </p:animEffect>
                      </p:childTnLst>
                    </p:cTn>
                  </p:par>
                  <p:par>
                    <p:cTn id="51" presetID="10" presetClass="entr" presetSubtype="0" fill="hold" grpId="16" nodeType="withEffect">
                      <p:stCondLst>
                        <p:cond delay="1120"/>
                      </p:stCondLst>
                      <p:childTnLst>
                        <p:set>
                          <p:cBhvr>
                            <p:cTn id="52" dur="1" fill="hold"/>
                            <p:tgtEl>
                              <p:spTgt spid="2"/>
                            </p:tgtEl>
                            <p:attrNameLst>
                              <p:attrName>style.visibility</p:attrName>
                            </p:attrNameLst>
                          </p:cBhvr>
                          <p:to>
                            <p:strVal val="visible"/>
                          </p:to>
                        </p:set>
                        <p:animEffect transition="in" filter="fade">
                          <p:cBhvr>
                            <p:cTn id="53" dur="350"/>
                            <p:tgtEl>
                              <p:spTgt spid="2"/>
                            </p:tgtEl>
                          </p:cBhvr>
                        </p:animEffect>
                      </p:childTnLst>
                    </p:cTn>
                  </p:par>
                  <p:par>
                    <p:cTn id="54" presetID="10" presetClass="entr" presetSubtype="0" fill="hold" grpId="17" nodeType="withEffect">
                      <p:stCondLst>
                        <p:cond delay="1190"/>
                      </p:stCondLst>
                      <p:childTnLst>
                        <p:set>
                          <p:cBhvr>
                            <p:cTn id="55" dur="1" fill="hold"/>
                            <p:tgtEl>
                              <p:spTgt spid="3"/>
                            </p:tgtEl>
                            <p:attrNameLst>
                              <p:attrName>style.visibility</p:attrName>
                            </p:attrNameLst>
                          </p:cBhvr>
                          <p:to>
                            <p:strVal val="visible"/>
                          </p:to>
                        </p:set>
                        <p:animEffect transition="in" filter="fade">
                          <p:cBhvr>
                            <p:cTn id="56" dur="350"/>
                            <p:tgtEl>
                              <p:spTgt spid="3"/>
                            </p:tgtEl>
                          </p:cBhvr>
                        </p:animEffect>
                      </p:childTnLst>
                    </p:cTn>
                  </p:par>
                  <p:par>
                    <p:cTn id="57" presetID="10" presetClass="entr" presetSubtype="0" fill="hold" grpId="18" nodeType="withEffect">
                      <p:stCondLst>
                        <p:cond delay="1260"/>
                      </p:stCondLst>
                      <p:childTnLst>
                        <p:set>
                          <p:cBhvr>
                            <p:cTn id="58" dur="1" fill="hold"/>
                            <p:tgtEl>
                              <p:spTgt spid="4"/>
                            </p:tgtEl>
                            <p:attrNameLst>
                              <p:attrName>style.visibility</p:attrName>
                            </p:attrNameLst>
                          </p:cBhvr>
                          <p:to>
                            <p:strVal val="visible"/>
                          </p:to>
                        </p:set>
                        <p:animEffect transition="in" filter="fade">
                          <p:cBhvr>
                            <p:cTn id="59" dur="350"/>
                            <p:tgtEl>
                              <p:spTgt spid="4"/>
                            </p:tgtEl>
                          </p:cBhvr>
                        </p:animEffect>
                      </p:childTnLst>
                    </p:cTn>
                  </p:par>
                  <p:par>
                    <p:cTn id="60" presetID="10" presetClass="entr" presetSubtype="0" fill="hold" grpId="19" nodeType="withEffect">
                      <p:stCondLst>
                        <p:cond delay="1330"/>
                      </p:stCondLst>
                      <p:childTnLst>
                        <p:set>
                          <p:cBhvr>
                            <p:cTn id="61" dur="1" fill="hold"/>
                            <p:tgtEl>
                              <p:spTgt spid="5"/>
                            </p:tgtEl>
                            <p:attrNameLst>
                              <p:attrName>style.visibility</p:attrName>
                            </p:attrNameLst>
                          </p:cBhvr>
                          <p:to>
                            <p:strVal val="visible"/>
                          </p:to>
                        </p:set>
                        <p:animEffect transition="in" filter="fade">
                          <p:cBhvr>
                            <p:cTn id="62" dur="350"/>
                            <p:tgtEl>
                              <p:spTgt spid="5"/>
                            </p:tgtEl>
                          </p:cBhvr>
                        </p:animEffect>
                      </p:childTnLst>
                    </p:cTn>
                  </p:par>
                  <p:par>
                    <p:cTn id="63" presetID="10" presetClass="entr" presetSubtype="0" fill="hold" grpId="20" nodeType="withEffect">
                      <p:stCondLst>
                        <p:cond delay="1400"/>
                      </p:stCondLst>
                      <p:childTnLst>
                        <p:set>
                          <p:cBhvr>
                            <p:cTn id="64" dur="1" fill="hold"/>
                            <p:tgtEl>
                              <p:spTgt spid="6"/>
                            </p:tgtEl>
                            <p:attrNameLst>
                              <p:attrName>style.visibility</p:attrName>
                            </p:attrNameLst>
                          </p:cBhvr>
                          <p:to>
                            <p:strVal val="visible"/>
                          </p:to>
                        </p:set>
                        <p:animEffect transition="in" filter="fade">
                          <p:cBhvr>
                            <p:cTn id="65" dur="350"/>
                            <p:tgtEl>
                              <p:spTgt spid="6"/>
                            </p:tgtEl>
                          </p:cBhvr>
                        </p:animEffect>
                      </p:childTnLst>
                    </p:cTn>
                  </p:par>
                  <p:par>
                    <p:cTn id="66" presetID="10" presetClass="entr" presetSubtype="0" fill="hold" grpId="21" nodeType="withEffect">
                      <p:stCondLst>
                        <p:cond delay="1470"/>
                      </p:stCondLst>
                      <p:childTnLst>
                        <p:set>
                          <p:cBhvr>
                            <p:cTn id="67" dur="1" fill="hold"/>
                            <p:tgtEl>
                              <p:spTgt spid="7"/>
                            </p:tgtEl>
                            <p:attrNameLst>
                              <p:attrName>style.visibility</p:attrName>
                            </p:attrNameLst>
                          </p:cBhvr>
                          <p:to>
                            <p:strVal val="visible"/>
                          </p:to>
                        </p:set>
                        <p:animEffect transition="in" filter="fade">
                          <p:cBhvr>
                            <p:cTn id="68" dur="350"/>
                            <p:tgtEl>
                              <p:spTgt spid="7"/>
                            </p:tgtEl>
                          </p:cBhvr>
                        </p:animEffect>
                      </p:childTnLst>
                    </p:cTn>
                  </p:par>
                  <p:par>
                    <p:cTn id="69" presetID="10" presetClass="entr" presetSubtype="0" fill="hold" grpId="22" nodeType="withEffect">
                      <p:stCondLst>
                        <p:cond delay="1540"/>
                      </p:stCondLst>
                      <p:childTnLst>
                        <p:set>
                          <p:cBhvr>
                            <p:cTn id="70" dur="1" fill="hold"/>
                            <p:tgtEl>
                              <p:spTgt spid="8"/>
                            </p:tgtEl>
                            <p:attrNameLst>
                              <p:attrName>style.visibility</p:attrName>
                            </p:attrNameLst>
                          </p:cBhvr>
                          <p:to>
                            <p:strVal val="visible"/>
                          </p:to>
                        </p:set>
                        <p:animEffect transition="in" filter="fade">
                          <p:cBhvr>
                            <p:cTn id="71" dur="350"/>
                            <p:tgtEl>
                              <p:spTgt spid="8"/>
                            </p:tgtEl>
                          </p:cBhvr>
                        </p:animEffect>
                      </p:childTnLst>
                    </p:cTn>
                  </p:par>
                  <p:par>
                    <p:cTn id="72" presetID="10" presetClass="entr" presetSubtype="0" fill="hold" grpId="23" nodeType="withEffect">
                      <p:stCondLst>
                        <p:cond delay="1610"/>
                      </p:stCondLst>
                      <p:childTnLst>
                        <p:set>
                          <p:cBhvr>
                            <p:cTn id="73" dur="1" fill="hold"/>
                            <p:tgtEl>
                              <p:spTgt spid="9"/>
                            </p:tgtEl>
                            <p:attrNameLst>
                              <p:attrName>style.visibility</p:attrName>
                            </p:attrNameLst>
                          </p:cBhvr>
                          <p:to>
                            <p:strVal val="visible"/>
                          </p:to>
                        </p:set>
                        <p:animEffect transition="in" filter="fade">
                          <p:cBhvr>
                            <p:cTn id="74" dur="350"/>
                            <p:tgtEl>
                              <p:spTgt spid="9"/>
                            </p:tgtEl>
                          </p:cBhvr>
                        </p:animEffect>
                      </p:childTnLst>
                    </p:cTn>
                  </p:par>
                  <p:par>
                    <p:cTn id="75" presetID="10" presetClass="entr" presetSubtype="0" fill="hold" grpId="24" nodeType="withEffect">
                      <p:stCondLst>
                        <p:cond delay="1680"/>
                      </p:stCondLst>
                      <p:childTnLst>
                        <p:set>
                          <p:cBhvr>
                            <p:cTn id="76" dur="1" fill="hold"/>
                            <p:tgtEl>
                              <p:spTgt spid="10"/>
                            </p:tgtEl>
                            <p:attrNameLst>
                              <p:attrName>style.visibility</p:attrName>
                            </p:attrNameLst>
                          </p:cBhvr>
                          <p:to>
                            <p:strVal val="visible"/>
                          </p:to>
                        </p:set>
                        <p:animEffect transition="in" filter="fade">
                          <p:cBhvr>
                            <p:cTn id="77" dur="350"/>
                            <p:tgtEl>
                              <p:spTgt spid="10"/>
                            </p:tgtEl>
                          </p:cBhvr>
                        </p:animEffect>
                      </p:childTnLst>
                    </p:cTn>
                  </p:par>
                  <p:par>
                    <p:cTn id="78" presetID="10" presetClass="entr" presetSubtype="0" fill="hold" grpId="25" nodeType="withEffect">
                      <p:stCondLst>
                        <p:cond delay="1750"/>
                      </p:stCondLst>
                      <p:childTnLst>
                        <p:set>
                          <p:cBhvr>
                            <p:cTn id="79" dur="1" fill="hold"/>
                            <p:tgtEl>
                              <p:spTgt spid="11"/>
                            </p:tgtEl>
                            <p:attrNameLst>
                              <p:attrName>style.visibility</p:attrName>
                            </p:attrNameLst>
                          </p:cBhvr>
                          <p:to>
                            <p:strVal val="visible"/>
                          </p:to>
                        </p:set>
                        <p:animEffect transition="in" filter="fade">
                          <p:cBhvr>
                            <p:cTn id="80" dur="350"/>
                            <p:tgtEl>
                              <p:spTgt spid="11"/>
                            </p:tgtEl>
                          </p:cBhvr>
                        </p:animEffect>
                      </p:childTnLst>
                    </p:cTn>
                  </p:par>
                  <p:par>
                    <p:cTn id="81" presetID="10" presetClass="entr" presetSubtype="0" fill="hold" grpId="26" nodeType="withEffect">
                      <p:stCondLst>
                        <p:cond delay="1820"/>
                      </p:stCondLst>
                      <p:childTnLst>
                        <p:set>
                          <p:cBhvr>
                            <p:cTn id="82" dur="1" fill="hold"/>
                            <p:tgtEl>
                              <p:spTgt spid="16"/>
                            </p:tgtEl>
                            <p:attrNameLst>
                              <p:attrName>style.visibility</p:attrName>
                            </p:attrNameLst>
                          </p:cBhvr>
                          <p:to>
                            <p:strVal val="visible"/>
                          </p:to>
                        </p:set>
                        <p:animEffect transition="in" filter="fade">
                          <p:cBhvr>
                            <p:cTn id="83" dur="350"/>
                            <p:tgtEl>
                              <p:spTgt spid="16"/>
                            </p:tgtEl>
                          </p:cBhvr>
                        </p:animEffect>
                      </p:childTnLst>
                    </p:cTn>
                  </p:par>
                  <p:par>
                    <p:cTn id="84" presetID="10" presetClass="entr" presetSubtype="0" fill="hold" grpId="27" nodeType="withEffect">
                      <p:stCondLst>
                        <p:cond delay="1890"/>
                      </p:stCondLst>
                      <p:childTnLst>
                        <p:set>
                          <p:cBhvr>
                            <p:cTn id="85" dur="1" fill="hold"/>
                            <p:tgtEl>
                              <p:spTgt spid="17"/>
                            </p:tgtEl>
                            <p:attrNameLst>
                              <p:attrName>style.visibility</p:attrName>
                            </p:attrNameLst>
                          </p:cBhvr>
                          <p:to>
                            <p:strVal val="visible"/>
                          </p:to>
                        </p:set>
                        <p:animEffect transition="in" filter="fade">
                          <p:cBhvr>
                            <p:cTn id="86" dur="350"/>
                            <p:tgtEl>
                              <p:spTgt spid="17"/>
                            </p:tgtEl>
                          </p:cBhvr>
                        </p:animEffect>
                      </p:childTnLst>
                    </p:cTn>
                  </p:par>
                  <p:par>
                    <p:cTn id="87" presetID="10" presetClass="entr" presetSubtype="0" fill="hold" grpId="28" nodeType="withEffect">
                      <p:stCondLst>
                        <p:cond delay="1960"/>
                      </p:stCondLst>
                      <p:childTnLst>
                        <p:set>
                          <p:cBhvr>
                            <p:cTn id="88" dur="1" fill="hold"/>
                            <p:tgtEl>
                              <p:spTgt spid="18"/>
                            </p:tgtEl>
                            <p:attrNameLst>
                              <p:attrName>style.visibility</p:attrName>
                            </p:attrNameLst>
                          </p:cBhvr>
                          <p:to>
                            <p:strVal val="visible"/>
                          </p:to>
                        </p:set>
                        <p:animEffect transition="in" filter="fade">
                          <p:cBhvr>
                            <p:cTn id="89" dur="350"/>
                            <p:tgtEl>
                              <p:spTgt spid="18"/>
                            </p:tgtEl>
                          </p:cBhvr>
                        </p:animEffect>
                      </p:childTnLst>
                    </p:cTn>
                  </p:par>
                  <p:par>
                    <p:cTn id="90" presetID="10" presetClass="entr" presetSubtype="0" fill="hold" grpId="29" nodeType="withEffect">
                      <p:stCondLst>
                        <p:cond delay="2030"/>
                      </p:stCondLst>
                      <p:childTnLst>
                        <p:set>
                          <p:cBhvr>
                            <p:cTn id="91" dur="1" fill="hold"/>
                            <p:tgtEl>
                              <p:spTgt spid="19"/>
                            </p:tgtEl>
                            <p:attrNameLst>
                              <p:attrName>style.visibility</p:attrName>
                            </p:attrNameLst>
                          </p:cBhvr>
                          <p:to>
                            <p:strVal val="visible"/>
                          </p:to>
                        </p:set>
                        <p:animEffect transition="in" filter="fade">
                          <p:cBhvr>
                            <p:cTn id="92" dur="350"/>
                            <p:tgtEl>
                              <p:spTgt spid="19"/>
                            </p:tgtEl>
                          </p:cBhvr>
                        </p:animEffect>
                      </p:childTnLst>
                    </p:cTn>
                  </p:par>
                  <p:par>
                    <p:cTn id="93" presetID="10" presetClass="entr" presetSubtype="0" fill="hold" grpId="30" nodeType="withEffect">
                      <p:stCondLst>
                        <p:cond delay="2100"/>
                      </p:stCondLst>
                      <p:childTnLst>
                        <p:set>
                          <p:cBhvr>
                            <p:cTn id="94" dur="1" fill="hold"/>
                            <p:tgtEl>
                              <p:spTgt spid="20"/>
                            </p:tgtEl>
                            <p:attrNameLst>
                              <p:attrName>style.visibility</p:attrName>
                            </p:attrNameLst>
                          </p:cBhvr>
                          <p:to>
                            <p:strVal val="visible"/>
                          </p:to>
                        </p:set>
                        <p:animEffect transition="in" filter="fade">
                          <p:cBhvr>
                            <p:cTn id="95" dur="350"/>
                            <p:tgtEl>
                              <p:spTgt spid="20"/>
                            </p:tgtEl>
                          </p:cBhvr>
                        </p:animEffect>
                      </p:childTnLst>
                    </p:cTn>
                  </p:par>
                  <p:par>
                    <p:cTn id="96" presetID="10" presetClass="entr" presetSubtype="0" fill="hold" grpId="31" nodeType="withEffect">
                      <p:stCondLst>
                        <p:cond delay="2170"/>
                      </p:stCondLst>
                      <p:childTnLst>
                        <p:set>
                          <p:cBhvr>
                            <p:cTn id="97" dur="1" fill="hold"/>
                            <p:tgtEl>
                              <p:spTgt spid="21"/>
                            </p:tgtEl>
                            <p:attrNameLst>
                              <p:attrName>style.visibility</p:attrName>
                            </p:attrNameLst>
                          </p:cBhvr>
                          <p:to>
                            <p:strVal val="visible"/>
                          </p:to>
                        </p:set>
                        <p:animEffect transition="in" filter="fade">
                          <p:cBhvr>
                            <p:cTn id="98" dur="350"/>
                            <p:tgtEl>
                              <p:spTgt spid="21"/>
                            </p:tgtEl>
                          </p:cBhvr>
                        </p:animEffect>
                      </p:childTnLst>
                    </p:cTn>
                  </p:par>
                  <p:par>
                    <p:cTn id="99" presetID="10" presetClass="entr" presetSubtype="0" fill="hold" grpId="32" nodeType="withEffect">
                      <p:stCondLst>
                        <p:cond delay="2240"/>
                      </p:stCondLst>
                      <p:childTnLst>
                        <p:set>
                          <p:cBhvr>
                            <p:cTn id="100" dur="1" fill="hold"/>
                            <p:tgtEl>
                              <p:spTgt spid="22"/>
                            </p:tgtEl>
                            <p:attrNameLst>
                              <p:attrName>style.visibility</p:attrName>
                            </p:attrNameLst>
                          </p:cBhvr>
                          <p:to>
                            <p:strVal val="visible"/>
                          </p:to>
                        </p:set>
                        <p:animEffect transition="in" filter="fade">
                          <p:cBhvr>
                            <p:cTn id="101" dur="350"/>
                            <p:tgtEl>
                              <p:spTgt spid="22"/>
                            </p:tgtEl>
                          </p:cBhvr>
                        </p:animEffect>
                      </p:childTnLst>
                    </p:cTn>
                  </p:par>
                  <p:par>
                    <p:cTn id="102" presetID="10" presetClass="entr" presetSubtype="0" fill="hold" grpId="33" nodeType="withEffect">
                      <p:stCondLst>
                        <p:cond delay="2310"/>
                      </p:stCondLst>
                      <p:childTnLst>
                        <p:set>
                          <p:cBhvr>
                            <p:cTn id="103" dur="1" fill="hold"/>
                            <p:tgtEl>
                              <p:spTgt spid="23"/>
                            </p:tgtEl>
                            <p:attrNameLst>
                              <p:attrName>style.visibility</p:attrName>
                            </p:attrNameLst>
                          </p:cBhvr>
                          <p:to>
                            <p:strVal val="visible"/>
                          </p:to>
                        </p:set>
                        <p:animEffect transition="in" filter="fade">
                          <p:cBhvr>
                            <p:cTn id="104" dur="350"/>
                            <p:tgtEl>
                              <p:spTgt spid="23"/>
                            </p:tgtEl>
                          </p:cBhvr>
                        </p:animEffect>
                      </p:childTnLst>
                    </p:cTn>
                  </p:par>
                  <p:par>
                    <p:cTn id="105" presetID="10" presetClass="entr" presetSubtype="0" fill="hold" grpId="34" nodeType="withEffect">
                      <p:stCondLst>
                        <p:cond delay="2380"/>
                      </p:stCondLst>
                      <p:childTnLst>
                        <p:set>
                          <p:cBhvr>
                            <p:cTn id="106" dur="1" fill="hold"/>
                            <p:tgtEl>
                              <p:spTgt spid="24"/>
                            </p:tgtEl>
                            <p:attrNameLst>
                              <p:attrName>style.visibility</p:attrName>
                            </p:attrNameLst>
                          </p:cBhvr>
                          <p:to>
                            <p:strVal val="visible"/>
                          </p:to>
                        </p:set>
                        <p:animEffect transition="in" filter="fade">
                          <p:cBhvr>
                            <p:cTn id="107" dur="350"/>
                            <p:tgtEl>
                              <p:spTgt spid="24"/>
                            </p:tgtEl>
                          </p:cBhvr>
                        </p:animEffect>
                      </p:childTnLst>
                    </p:cTn>
                  </p:par>
                  <p:par>
                    <p:cTn id="108" presetID="10" presetClass="entr" presetSubtype="0" fill="hold" grpId="35" nodeType="withEffect">
                      <p:stCondLst>
                        <p:cond delay="2450"/>
                      </p:stCondLst>
                      <p:childTnLst>
                        <p:set>
                          <p:cBhvr>
                            <p:cTn id="109" dur="1" fill="hold"/>
                            <p:tgtEl>
                              <p:spTgt spid="25"/>
                            </p:tgtEl>
                            <p:attrNameLst>
                              <p:attrName>style.visibility</p:attrName>
                            </p:attrNameLst>
                          </p:cBhvr>
                          <p:to>
                            <p:strVal val="visible"/>
                          </p:to>
                        </p:set>
                        <p:animEffect transition="in" filter="fade">
                          <p:cBhvr>
                            <p:cTn id="110" dur="350"/>
                            <p:tgtEl>
                              <p:spTgt spid="25"/>
                            </p:tgtEl>
                          </p:cBhvr>
                        </p:animEffect>
                      </p:childTnLst>
                    </p:cTn>
                  </p:par>
                  <p:par>
                    <p:cTn id="111" presetID="10" presetClass="entr" presetSubtype="0" fill="hold" grpId="36" nodeType="withEffect">
                      <p:stCondLst>
                        <p:cond delay="2520"/>
                      </p:stCondLst>
                      <p:childTnLst>
                        <p:set>
                          <p:cBhvr>
                            <p:cTn id="112" dur="1" fill="hold"/>
                            <p:tgtEl>
                              <p:spTgt spid="26"/>
                            </p:tgtEl>
                            <p:attrNameLst>
                              <p:attrName>style.visibility</p:attrName>
                            </p:attrNameLst>
                          </p:cBhvr>
                          <p:to>
                            <p:strVal val="visible"/>
                          </p:to>
                        </p:set>
                        <p:animEffect transition="in" filter="fade">
                          <p:cBhvr>
                            <p:cTn id="113" dur="350"/>
                            <p:tgtEl>
                              <p:spTgt spid="26"/>
                            </p:tgtEl>
                          </p:cBhvr>
                        </p:animEffect>
                      </p:childTnLst>
                    </p:cTn>
                  </p:par>
                  <p:par>
                    <p:cTn id="114" presetID="10" presetClass="entr" presetSubtype="0" fill="hold" grpId="37" nodeType="withEffect">
                      <p:stCondLst>
                        <p:cond delay="2590"/>
                      </p:stCondLst>
                      <p:childTnLst>
                        <p:set>
                          <p:cBhvr>
                            <p:cTn id="115" dur="1" fill="hold"/>
                            <p:tgtEl>
                              <p:spTgt spid="27"/>
                            </p:tgtEl>
                            <p:attrNameLst>
                              <p:attrName>style.visibility</p:attrName>
                            </p:attrNameLst>
                          </p:cBhvr>
                          <p:to>
                            <p:strVal val="visible"/>
                          </p:to>
                        </p:set>
                        <p:animEffect transition="in" filter="fade">
                          <p:cBhvr>
                            <p:cTn id="116" dur="350"/>
                            <p:tgtEl>
                              <p:spTgt spid="27"/>
                            </p:tgtEl>
                          </p:cBhvr>
                        </p:animEffect>
                      </p:childTnLst>
                    </p:cTn>
                  </p:par>
                  <p:par>
                    <p:cTn id="117" presetID="10" presetClass="entr" presetSubtype="0" fill="hold" grpId="38" nodeType="withEffect">
                      <p:stCondLst>
                        <p:cond delay="2660"/>
                      </p:stCondLst>
                      <p:childTnLst>
                        <p:set>
                          <p:cBhvr>
                            <p:cTn id="118" dur="1" fill="hold"/>
                            <p:tgtEl>
                              <p:spTgt spid="28"/>
                            </p:tgtEl>
                            <p:attrNameLst>
                              <p:attrName>style.visibility</p:attrName>
                            </p:attrNameLst>
                          </p:cBhvr>
                          <p:to>
                            <p:strVal val="visible"/>
                          </p:to>
                        </p:set>
                        <p:animEffect transition="in" filter="fade">
                          <p:cBhvr>
                            <p:cTn id="119" dur="350"/>
                            <p:tgtEl>
                              <p:spTgt spid="28"/>
                            </p:tgtEl>
                          </p:cBhvr>
                        </p:animEffect>
                      </p:childTnLst>
                    </p:cTn>
                  </p:par>
                  <p:par>
                    <p:cTn id="120" presetID="10" presetClass="entr" presetSubtype="0" fill="hold" grpId="39" nodeType="withEffect">
                      <p:stCondLst>
                        <p:cond delay="2730"/>
                      </p:stCondLst>
                      <p:childTnLst>
                        <p:set>
                          <p:cBhvr>
                            <p:cTn id="121" dur="1" fill="hold"/>
                            <p:tgtEl>
                              <p:spTgt spid="29"/>
                            </p:tgtEl>
                            <p:attrNameLst>
                              <p:attrName>style.visibility</p:attrName>
                            </p:attrNameLst>
                          </p:cBhvr>
                          <p:to>
                            <p:strVal val="visible"/>
                          </p:to>
                        </p:set>
                        <p:animEffect transition="in" filter="fade">
                          <p:cBhvr>
                            <p:cTn id="122" dur="350"/>
                            <p:tgtEl>
                              <p:spTgt spid="29"/>
                            </p:tgtEl>
                          </p:cBhvr>
                        </p:animEffect>
                      </p:childTnLst>
                    </p:cTn>
                  </p:par>
                  <p:par>
                    <p:cTn id="123" presetID="10" presetClass="entr" presetSubtype="0" fill="hold" grpId="40" nodeType="withEffect">
                      <p:stCondLst>
                        <p:cond delay="2800"/>
                      </p:stCondLst>
                      <p:childTnLst>
                        <p:set>
                          <p:cBhvr>
                            <p:cTn id="124" dur="1" fill="hold"/>
                            <p:tgtEl>
                              <p:spTgt spid="30"/>
                            </p:tgtEl>
                            <p:attrNameLst>
                              <p:attrName>style.visibility</p:attrName>
                            </p:attrNameLst>
                          </p:cBhvr>
                          <p:to>
                            <p:strVal val="visible"/>
                          </p:to>
                        </p:set>
                        <p:animEffect transition="in" filter="fade">
                          <p:cBhvr>
                            <p:cTn id="125" dur="350"/>
                            <p:tgtEl>
                              <p:spTgt spid="30"/>
                            </p:tgtEl>
                          </p:cBhvr>
                        </p:animEffect>
                      </p:childTnLst>
                    </p:cTn>
                  </p:par>
                  <p:par>
                    <p:cTn id="126" presetID="10" presetClass="entr" presetSubtype="0" fill="hold" grpId="41" nodeType="withEffect">
                      <p:stCondLst>
                        <p:cond delay="2870"/>
                      </p:stCondLst>
                      <p:childTnLst>
                        <p:set>
                          <p:cBhvr>
                            <p:cTn id="127" dur="1" fill="hold"/>
                            <p:tgtEl>
                              <p:spTgt spid="31"/>
                            </p:tgtEl>
                            <p:attrNameLst>
                              <p:attrName>style.visibility</p:attrName>
                            </p:attrNameLst>
                          </p:cBhvr>
                          <p:to>
                            <p:strVal val="visible"/>
                          </p:to>
                        </p:set>
                        <p:animEffect transition="in" filter="fade">
                          <p:cBhvr>
                            <p:cTn id="128" dur="350"/>
                            <p:tgtEl>
                              <p:spTgt spid="31"/>
                            </p:tgtEl>
                          </p:cBhvr>
                        </p:animEffect>
                      </p:childTnLst>
                    </p:cTn>
                  </p:par>
                  <p:par>
                    <p:cTn id="129" presetID="10" presetClass="entr" presetSubtype="0" fill="hold" grpId="42" nodeType="withEffect">
                      <p:stCondLst>
                        <p:cond delay="2940"/>
                      </p:stCondLst>
                      <p:childTnLst>
                        <p:set>
                          <p:cBhvr>
                            <p:cTn id="130" dur="1" fill="hold"/>
                            <p:tgtEl>
                              <p:spTgt spid="32"/>
                            </p:tgtEl>
                            <p:attrNameLst>
                              <p:attrName>style.visibility</p:attrName>
                            </p:attrNameLst>
                          </p:cBhvr>
                          <p:to>
                            <p:strVal val="visible"/>
                          </p:to>
                        </p:set>
                        <p:animEffect transition="in" filter="fade">
                          <p:cBhvr>
                            <p:cTn id="131" dur="350"/>
                            <p:tgtEl>
                              <p:spTgt spid="32"/>
                            </p:tgtEl>
                          </p:cBhvr>
                        </p:animEffect>
                      </p:childTnLst>
                    </p:cTn>
                  </p:par>
                  <p:par>
                    <p:cTn id="132" presetID="10" presetClass="entr" presetSubtype="0" fill="hold" grpId="43" nodeType="withEffect">
                      <p:stCondLst>
                        <p:cond delay="3010"/>
                      </p:stCondLst>
                      <p:childTnLst>
                        <p:set>
                          <p:cBhvr>
                            <p:cTn id="133" dur="1" fill="hold"/>
                            <p:tgtEl>
                              <p:spTgt spid="33"/>
                            </p:tgtEl>
                            <p:attrNameLst>
                              <p:attrName>style.visibility</p:attrName>
                            </p:attrNameLst>
                          </p:cBhvr>
                          <p:to>
                            <p:strVal val="visible"/>
                          </p:to>
                        </p:set>
                        <p:animEffect transition="in" filter="fade">
                          <p:cBhvr>
                            <p:cTn id="134" dur="350"/>
                            <p:tgtEl>
                              <p:spTgt spid="33"/>
                            </p:tgtEl>
                          </p:cBhvr>
                        </p:animEffect>
                      </p:childTnLst>
                    </p:cTn>
                  </p:par>
                  <p:par>
                    <p:cTn id="135" presetID="10" presetClass="entr" presetSubtype="0" fill="hold" grpId="44" nodeType="withEffect">
                      <p:stCondLst>
                        <p:cond delay="3080"/>
                      </p:stCondLst>
                      <p:childTnLst>
                        <p:set>
                          <p:cBhvr>
                            <p:cTn id="136" dur="1" fill="hold"/>
                            <p:tgtEl>
                              <p:spTgt spid="34"/>
                            </p:tgtEl>
                            <p:attrNameLst>
                              <p:attrName>style.visibility</p:attrName>
                            </p:attrNameLst>
                          </p:cBhvr>
                          <p:to>
                            <p:strVal val="visible"/>
                          </p:to>
                        </p:set>
                        <p:animEffect transition="in" filter="fade">
                          <p:cBhvr>
                            <p:cTn id="137" dur="350"/>
                            <p:tgtEl>
                              <p:spTgt spid="34"/>
                            </p:tgtEl>
                          </p:cBhvr>
                        </p:animEffect>
                      </p:childTnLst>
                    </p:cTn>
                  </p:par>
                  <p:par>
                    <p:cTn id="138" presetID="10" presetClass="entr" presetSubtype="0" fill="hold" grpId="45" nodeType="withEffect">
                      <p:stCondLst>
                        <p:cond delay="3150"/>
                      </p:stCondLst>
                      <p:childTnLst>
                        <p:set>
                          <p:cBhvr>
                            <p:cTn id="139" dur="1" fill="hold"/>
                            <p:tgtEl>
                              <p:spTgt spid="35"/>
                            </p:tgtEl>
                            <p:attrNameLst>
                              <p:attrName>style.visibility</p:attrName>
                            </p:attrNameLst>
                          </p:cBhvr>
                          <p:to>
                            <p:strVal val="visible"/>
                          </p:to>
                        </p:set>
                        <p:animEffect transition="in" filter="fade">
                          <p:cBhvr>
                            <p:cTn id="140" dur="350"/>
                            <p:tgtEl>
                              <p:spTgt spid="35"/>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6" grpId="26" uiExpand="1" build="p"/>
      <p:bldP spid="17" grpId="27" uiExpand="1" build="p"/>
      <p:bldP spid="18" grpId="28" uiExpand="1" build="p"/>
      <p:bldP spid="19" grpId="29" uiExpand="1" build="p"/>
      <p:bldP spid="20" grpId="30" uiExpand="1" build="p"/>
      <p:bldP spid="21" grpId="31" uiExpand="1" build="p"/>
      <p:bldP spid="22" grpId="32" uiExpand="1" build="p"/>
      <p:bldP spid="23" grpId="33" uiExpand="1" build="p"/>
      <p:bldP spid="24" grpId="34" uiExpand="1" build="p"/>
      <p:bldP spid="25" grpId="35" uiExpand="1" build="p"/>
      <p:bldP spid="26" grpId="36" uiExpand="1" build="p"/>
      <p:bldP spid="27" grpId="37" uiExpand="1" build="p"/>
      <p:bldP spid="28" grpId="38" uiExpand="1" build="p"/>
      <p:bldP spid="29" grpId="39" uiExpand="1" build="p"/>
      <p:bldP spid="30" grpId="40" uiExpand="1" build="p"/>
      <p:bldP spid="31" grpId="41" uiExpand="1" build="p"/>
      <p:bldP spid="32" grpId="42" uiExpand="1" build="p"/>
      <p:bldP spid="33" grpId="43" uiExpand="1" build="p"/>
      <p:bldP spid="34" grpId="44" uiExpand="1" build="p"/>
      <p:bldP spid="35" grpId="45"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9C27B0">
                <a:alpha val="6000"/>
              </a:srgbClr>
            </a:solidFill>
          </a:ln>
        </p:spPr>
      </p:sp>
      <p:sp>
        <p:nvSpPr>
          <p:cNvPr id="501" name="d501"/>
          <p:cNvSpPr/>
          <p:nvPr/>
        </p:nvSpPr>
        <p:spPr>
          <a:xfrm>
            <a:off x="3472000" y="1471750"/>
            <a:ext cx="2200000" cy="2200000"/>
          </a:xfrm>
          <a:prstGeom prst="ellipse">
            <a:avLst/>
          </a:prstGeom>
          <a:noFill/>
          <a:ln w="20000">
            <a:solidFill>
              <a:srgbClr val="FF6D00">
                <a:alpha val="3000"/>
              </a:srgbClr>
            </a:solidFill>
          </a:ln>
        </p:spPr>
      </p:sp>
      <p:sp>
        <p:nvSpPr>
          <p:cNvPr id="502" name="d502"/>
          <p:cNvSpPr/>
          <p:nvPr/>
        </p:nvSpPr>
        <p:spPr>
          <a:xfrm>
            <a:off x="0" y="0"/>
            <a:ext cx="9144000" cy="642937"/>
          </a:xfrm>
          <a:prstGeom prst="rect">
            <a:avLst/>
          </a:prstGeom>
          <a:solidFill>
            <a:srgbClr val="9C27B0">
              <a:alpha val="5000"/>
            </a:srgbClr>
          </a:solidFill>
          <a:ln>
            <a:noFill/>
          </a:ln>
        </p:spPr>
      </p:sp>
      <p:sp>
        <p:nvSpPr>
          <p:cNvPr id="503" name="d503"/>
          <p:cNvSpPr/>
          <p:nvPr/>
        </p:nvSpPr>
        <p:spPr>
          <a:xfrm>
            <a:off x="0" y="4500563"/>
            <a:ext cx="9144000" cy="642937"/>
          </a:xfrm>
          <a:prstGeom prst="rect">
            <a:avLst/>
          </a:prstGeom>
          <a:solidFill>
            <a:srgbClr val="00E676">
              <a:alpha val="5000"/>
            </a:srgbClr>
          </a:solidFill>
          <a:ln>
            <a:noFill/>
          </a:ln>
        </p:spPr>
      </p:sp>
      <p:sp>
        <p:nvSpPr>
          <p:cNvPr id="504" name="d504"/>
          <p:cNvSpPr/>
          <p:nvPr/>
        </p:nvSpPr>
        <p:spPr>
          <a:xfrm>
            <a:off x="0" y="514350"/>
            <a:ext cx="200000" cy="200000"/>
          </a:xfrm>
          <a:prstGeom prst="ellipse">
            <a:avLst/>
          </a:prstGeom>
          <a:solidFill>
            <a:srgbClr val="9C27B0">
              <a:alpha val="10000"/>
            </a:srgbClr>
          </a:solidFill>
          <a:ln>
            <a:noFill/>
          </a:ln>
        </p:spPr>
      </p:sp>
      <p:sp>
        <p:nvSpPr>
          <p:cNvPr id="505" name="d505"/>
          <p:cNvSpPr/>
          <p:nvPr/>
        </p:nvSpPr>
        <p:spPr>
          <a:xfrm>
            <a:off x="1828800" y="514350"/>
            <a:ext cx="200000" cy="200000"/>
          </a:xfrm>
          <a:prstGeom prst="ellipse">
            <a:avLst/>
          </a:prstGeom>
          <a:solidFill>
            <a:srgbClr val="9C27B0">
              <a:alpha val="10000"/>
            </a:srgbClr>
          </a:solidFill>
          <a:ln>
            <a:noFill/>
          </a:ln>
        </p:spPr>
      </p:sp>
      <p:sp>
        <p:nvSpPr>
          <p:cNvPr id="506" name="d506"/>
          <p:cNvSpPr/>
          <p:nvPr/>
        </p:nvSpPr>
        <p:spPr>
          <a:xfrm>
            <a:off x="3657600" y="514350"/>
            <a:ext cx="200000" cy="200000"/>
          </a:xfrm>
          <a:prstGeom prst="ellipse">
            <a:avLst/>
          </a:prstGeom>
          <a:solidFill>
            <a:srgbClr val="9C27B0">
              <a:alpha val="10000"/>
            </a:srgbClr>
          </a:solidFill>
          <a:ln>
            <a:noFill/>
          </a:ln>
        </p:spPr>
      </p:sp>
      <p:sp>
        <p:nvSpPr>
          <p:cNvPr id="507" name="d507"/>
          <p:cNvSpPr/>
          <p:nvPr/>
        </p:nvSpPr>
        <p:spPr>
          <a:xfrm>
            <a:off x="5486400" y="514350"/>
            <a:ext cx="200000" cy="200000"/>
          </a:xfrm>
          <a:prstGeom prst="ellipse">
            <a:avLst/>
          </a:prstGeom>
          <a:solidFill>
            <a:srgbClr val="9C27B0">
              <a:alpha val="10000"/>
            </a:srgbClr>
          </a:solidFill>
          <a:ln>
            <a:noFill/>
          </a:ln>
        </p:spPr>
      </p:sp>
      <p:sp>
        <p:nvSpPr>
          <p:cNvPr id="508" name="d508"/>
          <p:cNvSpPr/>
          <p:nvPr/>
        </p:nvSpPr>
        <p:spPr>
          <a:xfrm>
            <a:off x="7315200" y="514350"/>
            <a:ext cx="200000" cy="200000"/>
          </a:xfrm>
          <a:prstGeom prst="ellipse">
            <a:avLst/>
          </a:prstGeom>
          <a:solidFill>
            <a:srgbClr val="9C27B0">
              <a:alpha val="10000"/>
            </a:srgbClr>
          </a:solidFill>
          <a:ln>
            <a:noFill/>
          </a:ln>
        </p:spPr>
      </p:sp>
      <p:sp>
        <p:nvSpPr>
          <p:cNvPr id="509" name="d509"/>
          <p:cNvSpPr/>
          <p:nvPr/>
        </p:nvSpPr>
        <p:spPr>
          <a:xfrm>
            <a:off x="914400" y="4371975"/>
            <a:ext cx="150000" cy="150000"/>
          </a:xfrm>
          <a:prstGeom prst="ellipse">
            <a:avLst/>
          </a:prstGeom>
          <a:solidFill>
            <a:srgbClr val="2196F3">
              <a:alpha val="10000"/>
            </a:srgbClr>
          </a:solidFill>
          <a:ln>
            <a:noFill/>
          </a:ln>
        </p:spPr>
      </p:sp>
      <p:sp>
        <p:nvSpPr>
          <p:cNvPr id="510" name="d510"/>
          <p:cNvSpPr/>
          <p:nvPr/>
        </p:nvSpPr>
        <p:spPr>
          <a:xfrm>
            <a:off x="2743200" y="4371975"/>
            <a:ext cx="150000" cy="150000"/>
          </a:xfrm>
          <a:prstGeom prst="ellipse">
            <a:avLst/>
          </a:prstGeom>
          <a:solidFill>
            <a:srgbClr val="2196F3">
              <a:alpha val="10000"/>
            </a:srgbClr>
          </a:solidFill>
          <a:ln>
            <a:noFill/>
          </a:ln>
        </p:spPr>
      </p:sp>
      <p:sp>
        <p:nvSpPr>
          <p:cNvPr id="511" name="d511"/>
          <p:cNvSpPr/>
          <p:nvPr/>
        </p:nvSpPr>
        <p:spPr>
          <a:xfrm>
            <a:off x="4572000" y="4371975"/>
            <a:ext cx="150000" cy="150000"/>
          </a:xfrm>
          <a:prstGeom prst="ellipse">
            <a:avLst/>
          </a:prstGeom>
          <a:solidFill>
            <a:srgbClr val="2196F3">
              <a:alpha val="10000"/>
            </a:srgbClr>
          </a:solidFill>
          <a:ln>
            <a:noFill/>
          </a:ln>
        </p:spPr>
      </p:sp>
      <p:sp>
        <p:nvSpPr>
          <p:cNvPr id="512" name="d512"/>
          <p:cNvSpPr/>
          <p:nvPr/>
        </p:nvSpPr>
        <p:spPr>
          <a:xfrm>
            <a:off x="6400800" y="4371975"/>
            <a:ext cx="150000" cy="150000"/>
          </a:xfrm>
          <a:prstGeom prst="ellipse">
            <a:avLst/>
          </a:prstGeom>
          <a:solidFill>
            <a:srgbClr val="2196F3">
              <a:alpha val="10000"/>
            </a:srgbClr>
          </a:solidFill>
          <a:ln>
            <a:noFill/>
          </a:ln>
        </p:spPr>
      </p:sp>
      <p:sp>
        <p:nvSpPr>
          <p:cNvPr id="513" name="d513"/>
          <p:cNvSpPr/>
          <p:nvPr/>
        </p:nvSpPr>
        <p:spPr>
          <a:xfrm>
            <a:off x="8229600" y="4371975"/>
            <a:ext cx="150000" cy="150000"/>
          </a:xfrm>
          <a:prstGeom prst="ellipse">
            <a:avLst/>
          </a:prstGeom>
          <a:solidFill>
            <a:srgbClr val="2196F3">
              <a:alpha val="10000"/>
            </a:srgbClr>
          </a:solidFill>
          <a:ln>
            <a:noFill/>
          </a:ln>
        </p:spPr>
      </p:sp>
      <p:sp>
        <p:nvSpPr>
          <p:cNvPr id="514" name="d514"/>
          <p:cNvSpPr/>
          <p:nvPr/>
        </p:nvSpPr>
        <p:spPr>
          <a:xfrm>
            <a:off x="4272000" y="10000"/>
            <a:ext cx="600000" cy="300000"/>
          </a:xfrm>
          <a:prstGeom prst="diamond">
            <a:avLst/>
          </a:prstGeom>
          <a:solidFill>
            <a:srgbClr val="00E676">
              <a:alpha val="10000"/>
            </a:srgbClr>
          </a:solidFill>
          <a:ln>
            <a:noFill/>
          </a:ln>
        </p:spPr>
      </p:sp>
      <p:sp>
        <p:nvSpPr>
          <p:cNvPr id="515" name="d515"/>
          <p:cNvSpPr/>
          <p:nvPr/>
        </p:nvSpPr>
        <p:spPr>
          <a:xfrm>
            <a:off x="4272000" y="4833500"/>
            <a:ext cx="600000" cy="300000"/>
          </a:xfrm>
          <a:prstGeom prst="diamond">
            <a:avLst/>
          </a:prstGeom>
          <a:solidFill>
            <a:srgbClr val="9C27B0">
              <a:alpha val="1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blinds dir="vert"/>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65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76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187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198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209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2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31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par>
                    <p:cTn id="69" presetID="10" presetClass="entr" presetSubtype="0" fill="hold" grpId="22" nodeType="withEffect">
                      <p:stCondLst>
                        <p:cond delay="2420"/>
                      </p:stCondLst>
                      <p:childTnLst>
                        <p:set>
                          <p:cBhvr>
                            <p:cTn id="70" dur="1" fill="hold"/>
                            <p:tgtEl>
                              <p:spTgt spid="8"/>
                            </p:tgtEl>
                            <p:attrNameLst>
                              <p:attrName>style.visibility</p:attrName>
                            </p:attrNameLst>
                          </p:cBhvr>
                          <p:to>
                            <p:strVal val="visible"/>
                          </p:to>
                        </p:set>
                        <p:animEffect transition="in" filter="fade">
                          <p:cBhvr>
                            <p:cTn id="71" dur="600"/>
                            <p:tgtEl>
                              <p:spTgt spid="8"/>
                            </p:tgtEl>
                          </p:cBhvr>
                        </p:animEffect>
                      </p:childTnLst>
                    </p:cTn>
                  </p:par>
                  <p:par>
                    <p:cTn id="72" presetID="10" presetClass="entr" presetSubtype="0" fill="hold" grpId="23" nodeType="withEffect">
                      <p:stCondLst>
                        <p:cond delay="2530"/>
                      </p:stCondLst>
                      <p:childTnLst>
                        <p:set>
                          <p:cBhvr>
                            <p:cTn id="73" dur="1" fill="hold"/>
                            <p:tgtEl>
                              <p:spTgt spid="9"/>
                            </p:tgtEl>
                            <p:attrNameLst>
                              <p:attrName>style.visibility</p:attrName>
                            </p:attrNameLst>
                          </p:cBhvr>
                          <p:to>
                            <p:strVal val="visible"/>
                          </p:to>
                        </p:set>
                        <p:animEffect transition="in" filter="fade">
                          <p:cBhvr>
                            <p:cTn id="74" dur="600"/>
                            <p:tgtEl>
                              <p:spTgt spid="9"/>
                            </p:tgtEl>
                          </p:cBhvr>
                        </p:animEffect>
                      </p:childTnLst>
                    </p:cTn>
                  </p:par>
                  <p:par>
                    <p:cTn id="75" presetID="10" presetClass="entr" presetSubtype="0" fill="hold" grpId="24" nodeType="withEffect">
                      <p:stCondLst>
                        <p:cond delay="2640"/>
                      </p:stCondLst>
                      <p:childTnLst>
                        <p:set>
                          <p:cBhvr>
                            <p:cTn id="76" dur="1" fill="hold"/>
                            <p:tgtEl>
                              <p:spTgt spid="10"/>
                            </p:tgtEl>
                            <p:attrNameLst>
                              <p:attrName>style.visibility</p:attrName>
                            </p:attrNameLst>
                          </p:cBhvr>
                          <p:to>
                            <p:strVal val="visible"/>
                          </p:to>
                        </p:set>
                        <p:animEffect transition="in" filter="fade">
                          <p:cBhvr>
                            <p:cTn id="77" dur="600"/>
                            <p:tgtEl>
                              <p:spTgt spid="10"/>
                            </p:tgtEl>
                          </p:cBhvr>
                        </p:animEffect>
                      </p:childTnLst>
                    </p:cTn>
                  </p:par>
                  <p:par>
                    <p:cTn id="78" presetID="10" presetClass="entr" presetSubtype="0" fill="hold" grpId="25" nodeType="withEffect">
                      <p:stCondLst>
                        <p:cond delay="2750"/>
                      </p:stCondLst>
                      <p:childTnLst>
                        <p:set>
                          <p:cBhvr>
                            <p:cTn id="79" dur="1" fill="hold"/>
                            <p:tgtEl>
                              <p:spTgt spid="11"/>
                            </p:tgtEl>
                            <p:attrNameLst>
                              <p:attrName>style.visibility</p:attrName>
                            </p:attrNameLst>
                          </p:cBhvr>
                          <p:to>
                            <p:strVal val="visible"/>
                          </p:to>
                        </p:set>
                        <p:animEffect transition="in" filter="fade">
                          <p:cBhvr>
                            <p:cTn id="80" dur="600"/>
                            <p:tgtEl>
                              <p:spTgt spid="11"/>
                            </p:tgtEl>
                          </p:cBhvr>
                        </p:animEffect>
                      </p:childTnLst>
                    </p:cTn>
                  </p:par>
                  <p:par>
                    <p:cTn id="81" presetID="10" presetClass="entr" presetSubtype="0" fill="hold" grpId="26" nodeType="withEffect">
                      <p:stCondLst>
                        <p:cond delay="2860"/>
                      </p:stCondLst>
                      <p:childTnLst>
                        <p:set>
                          <p:cBhvr>
                            <p:cTn id="82" dur="1" fill="hold"/>
                            <p:tgtEl>
                              <p:spTgt spid="12"/>
                            </p:tgtEl>
                            <p:attrNameLst>
                              <p:attrName>style.visibility</p:attrName>
                            </p:attrNameLst>
                          </p:cBhvr>
                          <p:to>
                            <p:strVal val="visible"/>
                          </p:to>
                        </p:set>
                        <p:animEffect transition="in" filter="fade">
                          <p:cBhvr>
                            <p:cTn id="83" dur="600"/>
                            <p:tgtEl>
                              <p:spTgt spid="12"/>
                            </p:tgtEl>
                          </p:cBhvr>
                        </p:animEffect>
                      </p:childTnLst>
                    </p:cTn>
                  </p:par>
                  <p:par>
                    <p:cTn id="84" presetID="10" presetClass="entr" presetSubtype="0" fill="hold" grpId="27" nodeType="withEffect">
                      <p:stCondLst>
                        <p:cond delay="2970"/>
                      </p:stCondLst>
                      <p:childTnLst>
                        <p:set>
                          <p:cBhvr>
                            <p:cTn id="85" dur="1" fill="hold"/>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fill="hold" grpId="28" nodeType="withEffect">
                      <p:stCondLst>
                        <p:cond delay="3080"/>
                      </p:stCondLst>
                      <p:childTnLst>
                        <p:set>
                          <p:cBhvr>
                            <p:cTn id="88" dur="1" fill="hold"/>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fill="hold" grpId="29" nodeType="withEffect">
                      <p:stCondLst>
                        <p:cond delay="3190"/>
                      </p:stCondLst>
                      <p:childTnLst>
                        <p:set>
                          <p:cBhvr>
                            <p:cTn id="91" dur="1" fill="hold"/>
                            <p:tgtEl>
                              <p:spTgt spid="17"/>
                            </p:tgtEl>
                            <p:attrNameLst>
                              <p:attrName>style.visibility</p:attrName>
                            </p:attrNameLst>
                          </p:cBhvr>
                          <p:to>
                            <p:strVal val="visible"/>
                          </p:to>
                        </p:set>
                        <p:animEffect transition="in" filter="fade">
                          <p:cBhvr>
                            <p:cTn id="92" dur="600"/>
                            <p:tgtEl>
                              <p:spTgt spid="17"/>
                            </p:tgtEl>
                          </p:cBhvr>
                        </p:animEffect>
                      </p:childTnLst>
                    </p:cTn>
                  </p:par>
                  <p:par>
                    <p:cTn id="93" presetID="10" presetClass="entr" presetSubtype="0" fill="hold" grpId="30" nodeType="withEffect">
                      <p:stCondLst>
                        <p:cond delay="3300"/>
                      </p:stCondLst>
                      <p:childTnLst>
                        <p:set>
                          <p:cBhvr>
                            <p:cTn id="94" dur="1" fill="hold"/>
                            <p:tgtEl>
                              <p:spTgt spid="18"/>
                            </p:tgtEl>
                            <p:attrNameLst>
                              <p:attrName>style.visibility</p:attrName>
                            </p:attrNameLst>
                          </p:cBhvr>
                          <p:to>
                            <p:strVal val="visible"/>
                          </p:to>
                        </p:set>
                        <p:animEffect transition="in" filter="fade">
                          <p:cBhvr>
                            <p:cTn id="95" dur="600"/>
                            <p:tgtEl>
                              <p:spTgt spid="18"/>
                            </p:tgtEl>
                          </p:cBhvr>
                        </p:animEffect>
                      </p:childTnLst>
                    </p:cTn>
                  </p:par>
                  <p:par>
                    <p:cTn id="96" presetID="10" presetClass="entr" presetSubtype="0" fill="hold" grpId="31" nodeType="withEffect">
                      <p:stCondLst>
                        <p:cond delay="3410"/>
                      </p:stCondLst>
                      <p:childTnLst>
                        <p:set>
                          <p:cBhvr>
                            <p:cTn id="97" dur="1" fill="hold"/>
                            <p:tgtEl>
                              <p:spTgt spid="19"/>
                            </p:tgtEl>
                            <p:attrNameLst>
                              <p:attrName>style.visibility</p:attrName>
                            </p:attrNameLst>
                          </p:cBhvr>
                          <p:to>
                            <p:strVal val="visible"/>
                          </p:to>
                        </p:set>
                        <p:animEffect transition="in" filter="fade">
                          <p:cBhvr>
                            <p:cTn id="98" dur="600"/>
                            <p:tgtEl>
                              <p:spTgt spid="19"/>
                            </p:tgtEl>
                          </p:cBhvr>
                        </p:animEffect>
                      </p:childTnLst>
                    </p:cTn>
                  </p:par>
                  <p:par>
                    <p:cTn id="99" presetID="10" presetClass="entr" presetSubtype="0" fill="hold" grpId="32" nodeType="withEffect">
                      <p:stCondLst>
                        <p:cond delay="3520"/>
                      </p:stCondLst>
                      <p:childTnLst>
                        <p:set>
                          <p:cBhvr>
                            <p:cTn id="100" dur="1" fill="hold"/>
                            <p:tgtEl>
                              <p:spTgt spid="20"/>
                            </p:tgtEl>
                            <p:attrNameLst>
                              <p:attrName>style.visibility</p:attrName>
                            </p:attrNameLst>
                          </p:cBhvr>
                          <p:to>
                            <p:strVal val="visible"/>
                          </p:to>
                        </p:set>
                        <p:animEffect transition="in" filter="fade">
                          <p:cBhvr>
                            <p:cTn id="101" dur="600"/>
                            <p:tgtEl>
                              <p:spTgt spid="20"/>
                            </p:tgtEl>
                          </p:cBhvr>
                        </p:animEffect>
                      </p:childTnLst>
                    </p:cTn>
                  </p:par>
                  <p:par>
                    <p:cTn id="102" presetID="10" presetClass="entr" presetSubtype="0" fill="hold" grpId="33" nodeType="withEffect">
                      <p:stCondLst>
                        <p:cond delay="3630"/>
                      </p:stCondLst>
                      <p:childTnLst>
                        <p:set>
                          <p:cBhvr>
                            <p:cTn id="103" dur="1" fill="hold"/>
                            <p:tgtEl>
                              <p:spTgt spid="21"/>
                            </p:tgtEl>
                            <p:attrNameLst>
                              <p:attrName>style.visibility</p:attrName>
                            </p:attrNameLst>
                          </p:cBhvr>
                          <p:to>
                            <p:strVal val="visible"/>
                          </p:to>
                        </p:set>
                        <p:animEffect transition="in" filter="fade">
                          <p:cBhvr>
                            <p:cTn id="104" dur="600"/>
                            <p:tgtEl>
                              <p:spTgt spid="21"/>
                            </p:tgtEl>
                          </p:cBhvr>
                        </p:animEffect>
                      </p:childTnLst>
                    </p:cTn>
                  </p:par>
                  <p:par>
                    <p:cTn id="105" presetID="10" presetClass="entr" presetSubtype="0" fill="hold" grpId="34" nodeType="withEffect">
                      <p:stCondLst>
                        <p:cond delay="3740"/>
                      </p:stCondLst>
                      <p:childTnLst>
                        <p:set>
                          <p:cBhvr>
                            <p:cTn id="106" dur="1" fill="hold"/>
                            <p:tgtEl>
                              <p:spTgt spid="22"/>
                            </p:tgtEl>
                            <p:attrNameLst>
                              <p:attrName>style.visibility</p:attrName>
                            </p:attrNameLst>
                          </p:cBhvr>
                          <p:to>
                            <p:strVal val="visible"/>
                          </p:to>
                        </p:set>
                        <p:animEffect transition="in" filter="fade">
                          <p:cBhvr>
                            <p:cTn id="107" dur="600"/>
                            <p:tgtEl>
                              <p:spTgt spid="22"/>
                            </p:tgtEl>
                          </p:cBhvr>
                        </p:animEffect>
                      </p:childTnLst>
                    </p:cTn>
                  </p:par>
                  <p:par>
                    <p:cTn id="108" presetID="10" presetClass="entr" presetSubtype="0" fill="hold" grpId="35" nodeType="withEffect">
                      <p:stCondLst>
                        <p:cond delay="3850"/>
                      </p:stCondLst>
                      <p:childTnLst>
                        <p:set>
                          <p:cBhvr>
                            <p:cTn id="109" dur="1" fill="hold"/>
                            <p:tgtEl>
                              <p:spTgt spid="23"/>
                            </p:tgtEl>
                            <p:attrNameLst>
                              <p:attrName>style.visibility</p:attrName>
                            </p:attrNameLst>
                          </p:cBhvr>
                          <p:to>
                            <p:strVal val="visible"/>
                          </p:to>
                        </p:set>
                        <p:animEffect transition="in" filter="fade">
                          <p:cBhvr>
                            <p:cTn id="110" dur="600"/>
                            <p:tgtEl>
                              <p:spTgt spid="2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5" grpId="27" uiExpand="1" build="p"/>
      <p:bldP spid="16" grpId="28" uiExpand="1" build="p"/>
      <p:bldP spid="17" grpId="29" uiExpand="1" build="p"/>
      <p:bldP spid="18" grpId="30" uiExpand="1" build="p"/>
      <p:bldP spid="19" grpId="31" uiExpand="1" build="p"/>
      <p:bldP spid="20" grpId="32" uiExpand="1" build="p"/>
      <p:bldP spid="21" grpId="33" uiExpand="1" build="p"/>
      <p:bldP spid="22" grpId="34" uiExpand="1" build="p"/>
      <p:bldP spid="23" grpId="35"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00E676">
                <a:alpha val="7000"/>
              </a:srgbClr>
            </a:solidFill>
          </a:ln>
        </p:spPr>
      </p:sp>
      <p:sp>
        <p:nvSpPr>
          <p:cNvPr id="501" name="d501"/>
          <p:cNvSpPr/>
          <p:nvPr/>
        </p:nvSpPr>
        <p:spPr>
          <a:xfrm>
            <a:off x="3372000" y="1371750"/>
            <a:ext cx="2400000" cy="2400000"/>
          </a:xfrm>
          <a:prstGeom prst="ellipse">
            <a:avLst/>
          </a:prstGeom>
          <a:noFill/>
          <a:ln w="25400">
            <a:solidFill>
              <a:srgbClr val="2196F3">
                <a:alpha val="4000"/>
              </a:srgbClr>
            </a:solidFill>
          </a:ln>
        </p:spPr>
      </p:sp>
      <p:sp>
        <p:nvSpPr>
          <p:cNvPr id="502" name="d502"/>
          <p:cNvSpPr/>
          <p:nvPr/>
        </p:nvSpPr>
        <p:spPr>
          <a:xfrm>
            <a:off x="0" y="0"/>
            <a:ext cx="9144000" cy="642937"/>
          </a:xfrm>
          <a:prstGeom prst="rect">
            <a:avLst/>
          </a:prstGeom>
          <a:solidFill>
            <a:srgbClr val="00E676">
              <a:alpha val="5000"/>
            </a:srgbClr>
          </a:solidFill>
          <a:ln>
            <a:noFill/>
          </a:ln>
        </p:spPr>
      </p:sp>
      <p:sp>
        <p:nvSpPr>
          <p:cNvPr id="503" name="d503"/>
          <p:cNvSpPr/>
          <p:nvPr/>
        </p:nvSpPr>
        <p:spPr>
          <a:xfrm>
            <a:off x="0" y="4500563"/>
            <a:ext cx="9144000" cy="642937"/>
          </a:xfrm>
          <a:prstGeom prst="rect">
            <a:avLst/>
          </a:prstGeom>
          <a:solidFill>
            <a:srgbClr val="00BCD4">
              <a:alpha val="5000"/>
            </a:srgbClr>
          </a:solidFill>
          <a:ln>
            <a:noFill/>
          </a:ln>
        </p:spPr>
      </p:sp>
      <p:sp>
        <p:nvSpPr>
          <p:cNvPr id="504" name="d504"/>
          <p:cNvSpPr/>
          <p:nvPr/>
        </p:nvSpPr>
        <p:spPr>
          <a:xfrm>
            <a:off x="0" y="514350"/>
            <a:ext cx="200000" cy="200000"/>
          </a:xfrm>
          <a:prstGeom prst="ellipse">
            <a:avLst/>
          </a:prstGeom>
          <a:solidFill>
            <a:srgbClr val="00E676">
              <a:alpha val="10000"/>
            </a:srgbClr>
          </a:solidFill>
          <a:ln>
            <a:noFill/>
          </a:ln>
        </p:spPr>
      </p:sp>
      <p:sp>
        <p:nvSpPr>
          <p:cNvPr id="505" name="d505"/>
          <p:cNvSpPr/>
          <p:nvPr/>
        </p:nvSpPr>
        <p:spPr>
          <a:xfrm>
            <a:off x="1828800" y="514350"/>
            <a:ext cx="200000" cy="200000"/>
          </a:xfrm>
          <a:prstGeom prst="ellipse">
            <a:avLst/>
          </a:prstGeom>
          <a:solidFill>
            <a:srgbClr val="00E676">
              <a:alpha val="10000"/>
            </a:srgbClr>
          </a:solidFill>
          <a:ln>
            <a:noFill/>
          </a:ln>
        </p:spPr>
      </p:sp>
      <p:sp>
        <p:nvSpPr>
          <p:cNvPr id="506" name="d506"/>
          <p:cNvSpPr/>
          <p:nvPr/>
        </p:nvSpPr>
        <p:spPr>
          <a:xfrm>
            <a:off x="3657600" y="514350"/>
            <a:ext cx="200000" cy="200000"/>
          </a:xfrm>
          <a:prstGeom prst="ellipse">
            <a:avLst/>
          </a:prstGeom>
          <a:solidFill>
            <a:srgbClr val="00E676">
              <a:alpha val="10000"/>
            </a:srgbClr>
          </a:solidFill>
          <a:ln>
            <a:noFill/>
          </a:ln>
        </p:spPr>
      </p:sp>
      <p:sp>
        <p:nvSpPr>
          <p:cNvPr id="507" name="d507"/>
          <p:cNvSpPr/>
          <p:nvPr/>
        </p:nvSpPr>
        <p:spPr>
          <a:xfrm>
            <a:off x="5486400" y="514350"/>
            <a:ext cx="200000" cy="200000"/>
          </a:xfrm>
          <a:prstGeom prst="ellipse">
            <a:avLst/>
          </a:prstGeom>
          <a:solidFill>
            <a:srgbClr val="00E676">
              <a:alpha val="10000"/>
            </a:srgbClr>
          </a:solidFill>
          <a:ln>
            <a:noFill/>
          </a:ln>
        </p:spPr>
      </p:sp>
      <p:sp>
        <p:nvSpPr>
          <p:cNvPr id="508" name="d508"/>
          <p:cNvSpPr/>
          <p:nvPr/>
        </p:nvSpPr>
        <p:spPr>
          <a:xfrm>
            <a:off x="7315200" y="514350"/>
            <a:ext cx="200000" cy="200000"/>
          </a:xfrm>
          <a:prstGeom prst="ellipse">
            <a:avLst/>
          </a:prstGeom>
          <a:solidFill>
            <a:srgbClr val="00E676">
              <a:alpha val="10000"/>
            </a:srgbClr>
          </a:solidFill>
          <a:ln>
            <a:noFill/>
          </a:ln>
        </p:spPr>
      </p:sp>
      <p:sp>
        <p:nvSpPr>
          <p:cNvPr id="509" name="d509"/>
          <p:cNvSpPr/>
          <p:nvPr/>
        </p:nvSpPr>
        <p:spPr>
          <a:xfrm>
            <a:off x="914400" y="4371975"/>
            <a:ext cx="150000" cy="150000"/>
          </a:xfrm>
          <a:prstGeom prst="ellipse">
            <a:avLst/>
          </a:prstGeom>
          <a:solidFill>
            <a:srgbClr val="FF6D00">
              <a:alpha val="10000"/>
            </a:srgbClr>
          </a:solidFill>
          <a:ln>
            <a:noFill/>
          </a:ln>
        </p:spPr>
      </p:sp>
      <p:sp>
        <p:nvSpPr>
          <p:cNvPr id="510" name="d510"/>
          <p:cNvSpPr/>
          <p:nvPr/>
        </p:nvSpPr>
        <p:spPr>
          <a:xfrm>
            <a:off x="2743200" y="4371975"/>
            <a:ext cx="150000" cy="150000"/>
          </a:xfrm>
          <a:prstGeom prst="ellipse">
            <a:avLst/>
          </a:prstGeom>
          <a:solidFill>
            <a:srgbClr val="FF6D00">
              <a:alpha val="10000"/>
            </a:srgbClr>
          </a:solidFill>
          <a:ln>
            <a:noFill/>
          </a:ln>
        </p:spPr>
      </p:sp>
      <p:sp>
        <p:nvSpPr>
          <p:cNvPr id="511" name="d511"/>
          <p:cNvSpPr/>
          <p:nvPr/>
        </p:nvSpPr>
        <p:spPr>
          <a:xfrm>
            <a:off x="4572000" y="4371975"/>
            <a:ext cx="150000" cy="150000"/>
          </a:xfrm>
          <a:prstGeom prst="ellipse">
            <a:avLst/>
          </a:prstGeom>
          <a:solidFill>
            <a:srgbClr val="FF6D00">
              <a:alpha val="10000"/>
            </a:srgbClr>
          </a:solidFill>
          <a:ln>
            <a:noFill/>
          </a:ln>
        </p:spPr>
      </p:sp>
      <p:sp>
        <p:nvSpPr>
          <p:cNvPr id="512" name="d512"/>
          <p:cNvSpPr/>
          <p:nvPr/>
        </p:nvSpPr>
        <p:spPr>
          <a:xfrm>
            <a:off x="6400800" y="4371975"/>
            <a:ext cx="150000" cy="150000"/>
          </a:xfrm>
          <a:prstGeom prst="ellipse">
            <a:avLst/>
          </a:prstGeom>
          <a:solidFill>
            <a:srgbClr val="FF6D00">
              <a:alpha val="10000"/>
            </a:srgbClr>
          </a:solidFill>
          <a:ln>
            <a:noFill/>
          </a:ln>
        </p:spPr>
      </p:sp>
      <p:sp>
        <p:nvSpPr>
          <p:cNvPr id="513" name="d513"/>
          <p:cNvSpPr/>
          <p:nvPr/>
        </p:nvSpPr>
        <p:spPr>
          <a:xfrm>
            <a:off x="8229600" y="4371975"/>
            <a:ext cx="150000" cy="150000"/>
          </a:xfrm>
          <a:prstGeom prst="ellipse">
            <a:avLst/>
          </a:prstGeom>
          <a:solidFill>
            <a:srgbClr val="FF6D00">
              <a:alpha val="10000"/>
            </a:srgbClr>
          </a:solidFill>
          <a:ln>
            <a:noFill/>
          </a:ln>
        </p:spPr>
      </p:sp>
      <p:sp>
        <p:nvSpPr>
          <p:cNvPr id="514" name="d514"/>
          <p:cNvSpPr/>
          <p:nvPr/>
        </p:nvSpPr>
        <p:spPr>
          <a:xfrm>
            <a:off x="4272000" y="10000"/>
            <a:ext cx="600000" cy="300000"/>
          </a:xfrm>
          <a:prstGeom prst="diamond">
            <a:avLst/>
          </a:prstGeom>
          <a:solidFill>
            <a:srgbClr val="00BCD4">
              <a:alpha val="10000"/>
            </a:srgbClr>
          </a:solidFill>
          <a:ln>
            <a:noFill/>
          </a:ln>
        </p:spPr>
      </p:sp>
      <p:sp>
        <p:nvSpPr>
          <p:cNvPr id="515" name="d515"/>
          <p:cNvSpPr/>
          <p:nvPr/>
        </p:nvSpPr>
        <p:spPr>
          <a:xfrm>
            <a:off x="4272000" y="4833500"/>
            <a:ext cx="600000" cy="300000"/>
          </a:xfrm>
          <a:prstGeom prst="diamond">
            <a:avLst/>
          </a:prstGeom>
          <a:solidFill>
            <a:srgbClr val="00E676">
              <a:alpha val="1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2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4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6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8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60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72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84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96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108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2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32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44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56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68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80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92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204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216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228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4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52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38100">
            <a:solidFill>
              <a:srgbClr val="FF1744">
                <a:alpha val="7000"/>
              </a:srgbClr>
            </a:solidFill>
          </a:ln>
        </p:spPr>
      </p:sp>
      <p:sp>
        <p:nvSpPr>
          <p:cNvPr id="501" name="d501"/>
          <p:cNvSpPr/>
          <p:nvPr/>
        </p:nvSpPr>
        <p:spPr>
          <a:xfrm>
            <a:off x="3372000" y="1371750"/>
            <a:ext cx="2400000" cy="2400000"/>
          </a:xfrm>
          <a:prstGeom prst="ellipse">
            <a:avLst/>
          </a:prstGeom>
          <a:noFill/>
          <a:ln w="25400">
            <a:solidFill>
              <a:srgbClr val="00BCD4">
                <a:alpha val="4000"/>
              </a:srgbClr>
            </a:solidFill>
          </a:ln>
        </p:spPr>
      </p:sp>
      <p:sp>
        <p:nvSpPr>
          <p:cNvPr id="502" name="d502"/>
          <p:cNvSpPr/>
          <p:nvPr/>
        </p:nvSpPr>
        <p:spPr>
          <a:xfrm>
            <a:off x="0" y="0"/>
            <a:ext cx="9144000" cy="642937"/>
          </a:xfrm>
          <a:prstGeom prst="rect">
            <a:avLst/>
          </a:prstGeom>
          <a:solidFill>
            <a:srgbClr val="FF1744">
              <a:alpha val="5000"/>
            </a:srgbClr>
          </a:solidFill>
          <a:ln>
            <a:noFill/>
          </a:ln>
        </p:spPr>
      </p:sp>
      <p:sp>
        <p:nvSpPr>
          <p:cNvPr id="503" name="d503"/>
          <p:cNvSpPr/>
          <p:nvPr/>
        </p:nvSpPr>
        <p:spPr>
          <a:xfrm>
            <a:off x="0" y="4500563"/>
            <a:ext cx="9144000" cy="642937"/>
          </a:xfrm>
          <a:prstGeom prst="rect">
            <a:avLst/>
          </a:prstGeom>
          <a:solidFill>
            <a:srgbClr val="2196F3">
              <a:alpha val="5000"/>
            </a:srgbClr>
          </a:solidFill>
          <a:ln>
            <a:noFill/>
          </a:ln>
        </p:spPr>
      </p:sp>
      <p:sp>
        <p:nvSpPr>
          <p:cNvPr id="504" name="d504"/>
          <p:cNvSpPr/>
          <p:nvPr/>
        </p:nvSpPr>
        <p:spPr>
          <a:xfrm>
            <a:off x="0" y="514350"/>
            <a:ext cx="200000" cy="200000"/>
          </a:xfrm>
          <a:prstGeom prst="ellipse">
            <a:avLst/>
          </a:prstGeom>
          <a:solidFill>
            <a:srgbClr val="FF1744">
              <a:alpha val="10000"/>
            </a:srgbClr>
          </a:solidFill>
          <a:ln>
            <a:noFill/>
          </a:ln>
        </p:spPr>
      </p:sp>
      <p:sp>
        <p:nvSpPr>
          <p:cNvPr id="505" name="d505"/>
          <p:cNvSpPr/>
          <p:nvPr/>
        </p:nvSpPr>
        <p:spPr>
          <a:xfrm>
            <a:off x="1828800" y="514350"/>
            <a:ext cx="200000" cy="200000"/>
          </a:xfrm>
          <a:prstGeom prst="ellipse">
            <a:avLst/>
          </a:prstGeom>
          <a:solidFill>
            <a:srgbClr val="FF1744">
              <a:alpha val="10000"/>
            </a:srgbClr>
          </a:solidFill>
          <a:ln>
            <a:noFill/>
          </a:ln>
        </p:spPr>
      </p:sp>
      <p:sp>
        <p:nvSpPr>
          <p:cNvPr id="506" name="d506"/>
          <p:cNvSpPr/>
          <p:nvPr/>
        </p:nvSpPr>
        <p:spPr>
          <a:xfrm>
            <a:off x="3657600" y="514350"/>
            <a:ext cx="200000" cy="200000"/>
          </a:xfrm>
          <a:prstGeom prst="ellipse">
            <a:avLst/>
          </a:prstGeom>
          <a:solidFill>
            <a:srgbClr val="FF1744">
              <a:alpha val="10000"/>
            </a:srgbClr>
          </a:solidFill>
          <a:ln>
            <a:noFill/>
          </a:ln>
        </p:spPr>
      </p:sp>
      <p:sp>
        <p:nvSpPr>
          <p:cNvPr id="507" name="d507"/>
          <p:cNvSpPr/>
          <p:nvPr/>
        </p:nvSpPr>
        <p:spPr>
          <a:xfrm>
            <a:off x="5486400" y="514350"/>
            <a:ext cx="200000" cy="200000"/>
          </a:xfrm>
          <a:prstGeom prst="ellipse">
            <a:avLst/>
          </a:prstGeom>
          <a:solidFill>
            <a:srgbClr val="FF1744">
              <a:alpha val="10000"/>
            </a:srgbClr>
          </a:solidFill>
          <a:ln>
            <a:noFill/>
          </a:ln>
        </p:spPr>
      </p:sp>
      <p:sp>
        <p:nvSpPr>
          <p:cNvPr id="508" name="d508"/>
          <p:cNvSpPr/>
          <p:nvPr/>
        </p:nvSpPr>
        <p:spPr>
          <a:xfrm>
            <a:off x="7315200" y="514350"/>
            <a:ext cx="200000" cy="200000"/>
          </a:xfrm>
          <a:prstGeom prst="ellipse">
            <a:avLst/>
          </a:prstGeom>
          <a:solidFill>
            <a:srgbClr val="FF1744">
              <a:alpha val="10000"/>
            </a:srgbClr>
          </a:solidFill>
          <a:ln>
            <a:noFill/>
          </a:ln>
        </p:spPr>
      </p:sp>
      <p:sp>
        <p:nvSpPr>
          <p:cNvPr id="509" name="d509"/>
          <p:cNvSpPr/>
          <p:nvPr/>
        </p:nvSpPr>
        <p:spPr>
          <a:xfrm>
            <a:off x="914400" y="4371975"/>
            <a:ext cx="150000" cy="150000"/>
          </a:xfrm>
          <a:prstGeom prst="ellipse">
            <a:avLst/>
          </a:prstGeom>
          <a:solidFill>
            <a:srgbClr val="FF6D00">
              <a:alpha val="10000"/>
            </a:srgbClr>
          </a:solidFill>
          <a:ln>
            <a:noFill/>
          </a:ln>
        </p:spPr>
      </p:sp>
      <p:sp>
        <p:nvSpPr>
          <p:cNvPr id="510" name="d510"/>
          <p:cNvSpPr/>
          <p:nvPr/>
        </p:nvSpPr>
        <p:spPr>
          <a:xfrm>
            <a:off x="2743200" y="4371975"/>
            <a:ext cx="150000" cy="150000"/>
          </a:xfrm>
          <a:prstGeom prst="ellipse">
            <a:avLst/>
          </a:prstGeom>
          <a:solidFill>
            <a:srgbClr val="FF6D00">
              <a:alpha val="10000"/>
            </a:srgbClr>
          </a:solidFill>
          <a:ln>
            <a:noFill/>
          </a:ln>
        </p:spPr>
      </p:sp>
      <p:sp>
        <p:nvSpPr>
          <p:cNvPr id="511" name="d511"/>
          <p:cNvSpPr/>
          <p:nvPr/>
        </p:nvSpPr>
        <p:spPr>
          <a:xfrm>
            <a:off x="4572000" y="4371975"/>
            <a:ext cx="150000" cy="150000"/>
          </a:xfrm>
          <a:prstGeom prst="ellipse">
            <a:avLst/>
          </a:prstGeom>
          <a:solidFill>
            <a:srgbClr val="FF6D00">
              <a:alpha val="10000"/>
            </a:srgbClr>
          </a:solidFill>
          <a:ln>
            <a:noFill/>
          </a:ln>
        </p:spPr>
      </p:sp>
      <p:sp>
        <p:nvSpPr>
          <p:cNvPr id="512" name="d512"/>
          <p:cNvSpPr/>
          <p:nvPr/>
        </p:nvSpPr>
        <p:spPr>
          <a:xfrm>
            <a:off x="6400800" y="4371975"/>
            <a:ext cx="150000" cy="150000"/>
          </a:xfrm>
          <a:prstGeom prst="ellipse">
            <a:avLst/>
          </a:prstGeom>
          <a:solidFill>
            <a:srgbClr val="FF6D00">
              <a:alpha val="10000"/>
            </a:srgbClr>
          </a:solidFill>
          <a:ln>
            <a:noFill/>
          </a:ln>
        </p:spPr>
      </p:sp>
      <p:sp>
        <p:nvSpPr>
          <p:cNvPr id="513" name="d513"/>
          <p:cNvSpPr/>
          <p:nvPr/>
        </p:nvSpPr>
        <p:spPr>
          <a:xfrm>
            <a:off x="8229600" y="4371975"/>
            <a:ext cx="150000" cy="150000"/>
          </a:xfrm>
          <a:prstGeom prst="ellipse">
            <a:avLst/>
          </a:prstGeom>
          <a:solidFill>
            <a:srgbClr val="FF6D00">
              <a:alpha val="10000"/>
            </a:srgbClr>
          </a:solidFill>
          <a:ln>
            <a:noFill/>
          </a:ln>
        </p:spPr>
      </p:sp>
      <p:sp>
        <p:nvSpPr>
          <p:cNvPr id="514" name="d514"/>
          <p:cNvSpPr/>
          <p:nvPr/>
        </p:nvSpPr>
        <p:spPr>
          <a:xfrm>
            <a:off x="4272000" y="10000"/>
            <a:ext cx="600000" cy="300000"/>
          </a:xfrm>
          <a:prstGeom prst="diamond">
            <a:avLst/>
          </a:prstGeom>
          <a:solidFill>
            <a:srgbClr val="2196F3">
              <a:alpha val="10000"/>
            </a:srgbClr>
          </a:solidFill>
          <a:ln>
            <a:noFill/>
          </a:ln>
        </p:spPr>
      </p:sp>
      <p:sp>
        <p:nvSpPr>
          <p:cNvPr id="515" name="d515"/>
          <p:cNvSpPr/>
          <p:nvPr/>
        </p:nvSpPr>
        <p:spPr>
          <a:xfrm>
            <a:off x="4272000" y="4833500"/>
            <a:ext cx="600000" cy="300000"/>
          </a:xfrm>
          <a:prstGeom prst="diamond">
            <a:avLst/>
          </a:prstGeom>
          <a:solidFill>
            <a:srgbClr val="FF1744">
              <a:alpha val="1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FF1744"/>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1744"/>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FF1744"/>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1744"/>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1744"/>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FF1744"/>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FFD700"/>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circle/>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7"/>
                            </p:tgtEl>
                            <p:attrNameLst>
                              <p:attrName>style.visibility</p:attrName>
                            </p:attrNameLst>
                          </p:cBhvr>
                          <p:to>
                            <p:strVal val="visible"/>
                          </p:to>
                        </p:set>
                        <p:animEffect transition="in" filter="fade">
                          <p:cBhvr>
                            <p:cTn id="26" dur="350"/>
                            <p:tgtEl>
                              <p:spTgt spid="507"/>
                            </p:tgtEl>
                          </p:cBhvr>
                        </p:animEffect>
                      </p:childTnLst>
                    </p:cTn>
                  </p:par>
                  <p:par>
                    <p:cTn id="27" presetID="10" presetClass="entr" presetSubtype="0" fill="hold" grpId="8" nodeType="withEffect">
                      <p:stCondLst>
                        <p:cond delay="560"/>
                      </p:stCondLst>
                      <p:childTnLst>
                        <p:set>
                          <p:cBhvr>
                            <p:cTn id="28" dur="1" fill="hold"/>
                            <p:tgtEl>
                              <p:spTgt spid="508"/>
                            </p:tgtEl>
                            <p:attrNameLst>
                              <p:attrName>style.visibility</p:attrName>
                            </p:attrNameLst>
                          </p:cBhvr>
                          <p:to>
                            <p:strVal val="visible"/>
                          </p:to>
                        </p:set>
                        <p:animEffect transition="in" filter="fade">
                          <p:cBhvr>
                            <p:cTn id="29" dur="350"/>
                            <p:tgtEl>
                              <p:spTgt spid="508"/>
                            </p:tgtEl>
                          </p:cBhvr>
                        </p:animEffect>
                      </p:childTnLst>
                    </p:cTn>
                  </p:par>
                  <p:par>
                    <p:cTn id="30" presetID="10" presetClass="entr" presetSubtype="0" fill="hold" grpId="9" nodeType="withEffect">
                      <p:stCondLst>
                        <p:cond delay="630"/>
                      </p:stCondLst>
                      <p:childTnLst>
                        <p:set>
                          <p:cBhvr>
                            <p:cTn id="31" dur="1" fill="hold"/>
                            <p:tgtEl>
                              <p:spTgt spid="509"/>
                            </p:tgtEl>
                            <p:attrNameLst>
                              <p:attrName>style.visibility</p:attrName>
                            </p:attrNameLst>
                          </p:cBhvr>
                          <p:to>
                            <p:strVal val="visible"/>
                          </p:to>
                        </p:set>
                        <p:animEffect transition="in" filter="fade">
                          <p:cBhvr>
                            <p:cTn id="32" dur="350"/>
                            <p:tgtEl>
                              <p:spTgt spid="509"/>
                            </p:tgtEl>
                          </p:cBhvr>
                        </p:animEffect>
                      </p:childTnLst>
                    </p:cTn>
                  </p:par>
                  <p:par>
                    <p:cTn id="33" presetID="10" presetClass="entr" presetSubtype="0" fill="hold" grpId="10" nodeType="withEffect">
                      <p:stCondLst>
                        <p:cond delay="700"/>
                      </p:stCondLst>
                      <p:childTnLst>
                        <p:set>
                          <p:cBhvr>
                            <p:cTn id="34" dur="1" fill="hold"/>
                            <p:tgtEl>
                              <p:spTgt spid="510"/>
                            </p:tgtEl>
                            <p:attrNameLst>
                              <p:attrName>style.visibility</p:attrName>
                            </p:attrNameLst>
                          </p:cBhvr>
                          <p:to>
                            <p:strVal val="visible"/>
                          </p:to>
                        </p:set>
                        <p:animEffect transition="in" filter="fade">
                          <p:cBhvr>
                            <p:cTn id="35" dur="350"/>
                            <p:tgtEl>
                              <p:spTgt spid="510"/>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515"/>
                            </p:tgtEl>
                            <p:attrNameLst>
                              <p:attrName>style.visibility</p:attrName>
                            </p:attrNameLst>
                          </p:cBhvr>
                          <p:to>
                            <p:strVal val="visible"/>
                          </p:to>
                        </p:set>
                        <p:animEffect transition="in" filter="fade">
                          <p:cBhvr>
                            <p:cTn id="50" dur="350"/>
                            <p:tgtEl>
                              <p:spTgt spid="515"/>
                            </p:tgtEl>
                          </p:cBhvr>
                        </p:animEffect>
                      </p:childTnLst>
                    </p:cTn>
                  </p:par>
                  <p:par>
                    <p:cTn id="51" presetID="10" presetClass="entr" presetSubtype="0" fill="hold" grpId="16" nodeType="withEffect">
                      <p:stCondLst>
                        <p:cond delay="1120"/>
                      </p:stCondLst>
                      <p:childTnLst>
                        <p:set>
                          <p:cBhvr>
                            <p:cTn id="52" dur="1" fill="hold"/>
                            <p:tgtEl>
                              <p:spTgt spid="2"/>
                            </p:tgtEl>
                            <p:attrNameLst>
                              <p:attrName>style.visibility</p:attrName>
                            </p:attrNameLst>
                          </p:cBhvr>
                          <p:to>
                            <p:strVal val="visible"/>
                          </p:to>
                        </p:set>
                        <p:animEffect transition="in" filter="fade">
                          <p:cBhvr>
                            <p:cTn id="53" dur="350"/>
                            <p:tgtEl>
                              <p:spTgt spid="2"/>
                            </p:tgtEl>
                          </p:cBhvr>
                        </p:animEffect>
                      </p:childTnLst>
                    </p:cTn>
                  </p:par>
                  <p:par>
                    <p:cTn id="54" presetID="10" presetClass="entr" presetSubtype="0" fill="hold" grpId="17" nodeType="withEffect">
                      <p:stCondLst>
                        <p:cond delay="1190"/>
                      </p:stCondLst>
                      <p:childTnLst>
                        <p:set>
                          <p:cBhvr>
                            <p:cTn id="55" dur="1" fill="hold"/>
                            <p:tgtEl>
                              <p:spTgt spid="3"/>
                            </p:tgtEl>
                            <p:attrNameLst>
                              <p:attrName>style.visibility</p:attrName>
                            </p:attrNameLst>
                          </p:cBhvr>
                          <p:to>
                            <p:strVal val="visible"/>
                          </p:to>
                        </p:set>
                        <p:animEffect transition="in" filter="fade">
                          <p:cBhvr>
                            <p:cTn id="56" dur="350"/>
                            <p:tgtEl>
                              <p:spTgt spid="3"/>
                            </p:tgtEl>
                          </p:cBhvr>
                        </p:animEffect>
                      </p:childTnLst>
                    </p:cTn>
                  </p:par>
                  <p:par>
                    <p:cTn id="57" presetID="10" presetClass="entr" presetSubtype="0" fill="hold" grpId="18" nodeType="withEffect">
                      <p:stCondLst>
                        <p:cond delay="1260"/>
                      </p:stCondLst>
                      <p:childTnLst>
                        <p:set>
                          <p:cBhvr>
                            <p:cTn id="58" dur="1" fill="hold"/>
                            <p:tgtEl>
                              <p:spTgt spid="4"/>
                            </p:tgtEl>
                            <p:attrNameLst>
                              <p:attrName>style.visibility</p:attrName>
                            </p:attrNameLst>
                          </p:cBhvr>
                          <p:to>
                            <p:strVal val="visible"/>
                          </p:to>
                        </p:set>
                        <p:animEffect transition="in" filter="fade">
                          <p:cBhvr>
                            <p:cTn id="59" dur="350"/>
                            <p:tgtEl>
                              <p:spTgt spid="4"/>
                            </p:tgtEl>
                          </p:cBhvr>
                        </p:animEffect>
                      </p:childTnLst>
                    </p:cTn>
                  </p:par>
                  <p:par>
                    <p:cTn id="60" presetID="10" presetClass="entr" presetSubtype="0" fill="hold" grpId="19" nodeType="withEffect">
                      <p:stCondLst>
                        <p:cond delay="1330"/>
                      </p:stCondLst>
                      <p:childTnLst>
                        <p:set>
                          <p:cBhvr>
                            <p:cTn id="61" dur="1" fill="hold"/>
                            <p:tgtEl>
                              <p:spTgt spid="5"/>
                            </p:tgtEl>
                            <p:attrNameLst>
                              <p:attrName>style.visibility</p:attrName>
                            </p:attrNameLst>
                          </p:cBhvr>
                          <p:to>
                            <p:strVal val="visible"/>
                          </p:to>
                        </p:set>
                        <p:animEffect transition="in" filter="fade">
                          <p:cBhvr>
                            <p:cTn id="62" dur="350"/>
                            <p:tgtEl>
                              <p:spTgt spid="5"/>
                            </p:tgtEl>
                          </p:cBhvr>
                        </p:animEffect>
                      </p:childTnLst>
                    </p:cTn>
                  </p:par>
                  <p:par>
                    <p:cTn id="63" presetID="10" presetClass="entr" presetSubtype="0" fill="hold" grpId="20" nodeType="withEffect">
                      <p:stCondLst>
                        <p:cond delay="1400"/>
                      </p:stCondLst>
                      <p:childTnLst>
                        <p:set>
                          <p:cBhvr>
                            <p:cTn id="64" dur="1" fill="hold"/>
                            <p:tgtEl>
                              <p:spTgt spid="6"/>
                            </p:tgtEl>
                            <p:attrNameLst>
                              <p:attrName>style.visibility</p:attrName>
                            </p:attrNameLst>
                          </p:cBhvr>
                          <p:to>
                            <p:strVal val="visible"/>
                          </p:to>
                        </p:set>
                        <p:animEffect transition="in" filter="fade">
                          <p:cBhvr>
                            <p:cTn id="65" dur="350"/>
                            <p:tgtEl>
                              <p:spTgt spid="6"/>
                            </p:tgtEl>
                          </p:cBhvr>
                        </p:animEffect>
                      </p:childTnLst>
                    </p:cTn>
                  </p:par>
                  <p:par>
                    <p:cTn id="66" presetID="10" presetClass="entr" presetSubtype="0" fill="hold" grpId="21" nodeType="withEffect">
                      <p:stCondLst>
                        <p:cond delay="1470"/>
                      </p:stCondLst>
                      <p:childTnLst>
                        <p:set>
                          <p:cBhvr>
                            <p:cTn id="67" dur="1" fill="hold"/>
                            <p:tgtEl>
                              <p:spTgt spid="7"/>
                            </p:tgtEl>
                            <p:attrNameLst>
                              <p:attrName>style.visibility</p:attrName>
                            </p:attrNameLst>
                          </p:cBhvr>
                          <p:to>
                            <p:strVal val="visible"/>
                          </p:to>
                        </p:set>
                        <p:animEffect transition="in" filter="fade">
                          <p:cBhvr>
                            <p:cTn id="68" dur="350"/>
                            <p:tgtEl>
                              <p:spTgt spid="7"/>
                            </p:tgtEl>
                          </p:cBhvr>
                        </p:animEffect>
                      </p:childTnLst>
                    </p:cTn>
                  </p:par>
                  <p:par>
                    <p:cTn id="69" presetID="10" presetClass="entr" presetSubtype="0" fill="hold" grpId="22" nodeType="withEffect">
                      <p:stCondLst>
                        <p:cond delay="1540"/>
                      </p:stCondLst>
                      <p:childTnLst>
                        <p:set>
                          <p:cBhvr>
                            <p:cTn id="70" dur="1" fill="hold"/>
                            <p:tgtEl>
                              <p:spTgt spid="8"/>
                            </p:tgtEl>
                            <p:attrNameLst>
                              <p:attrName>style.visibility</p:attrName>
                            </p:attrNameLst>
                          </p:cBhvr>
                          <p:to>
                            <p:strVal val="visible"/>
                          </p:to>
                        </p:set>
                        <p:animEffect transition="in" filter="fade">
                          <p:cBhvr>
                            <p:cTn id="71" dur="350"/>
                            <p:tgtEl>
                              <p:spTgt spid="8"/>
                            </p:tgtEl>
                          </p:cBhvr>
                        </p:animEffect>
                      </p:childTnLst>
                    </p:cTn>
                  </p:par>
                  <p:par>
                    <p:cTn id="72" presetID="10" presetClass="entr" presetSubtype="0" fill="hold" grpId="23" nodeType="withEffect">
                      <p:stCondLst>
                        <p:cond delay="1610"/>
                      </p:stCondLst>
                      <p:childTnLst>
                        <p:set>
                          <p:cBhvr>
                            <p:cTn id="73" dur="1" fill="hold"/>
                            <p:tgtEl>
                              <p:spTgt spid="9"/>
                            </p:tgtEl>
                            <p:attrNameLst>
                              <p:attrName>style.visibility</p:attrName>
                            </p:attrNameLst>
                          </p:cBhvr>
                          <p:to>
                            <p:strVal val="visible"/>
                          </p:to>
                        </p:set>
                        <p:animEffect transition="in" filter="fade">
                          <p:cBhvr>
                            <p:cTn id="74" dur="350"/>
                            <p:tgtEl>
                              <p:spTgt spid="9"/>
                            </p:tgtEl>
                          </p:cBhvr>
                        </p:animEffect>
                      </p:childTnLst>
                    </p:cTn>
                  </p:par>
                  <p:par>
                    <p:cTn id="75" presetID="10" presetClass="entr" presetSubtype="0" fill="hold" grpId="24" nodeType="withEffect">
                      <p:stCondLst>
                        <p:cond delay="1680"/>
                      </p:stCondLst>
                      <p:childTnLst>
                        <p:set>
                          <p:cBhvr>
                            <p:cTn id="76" dur="1" fill="hold"/>
                            <p:tgtEl>
                              <p:spTgt spid="10"/>
                            </p:tgtEl>
                            <p:attrNameLst>
                              <p:attrName>style.visibility</p:attrName>
                            </p:attrNameLst>
                          </p:cBhvr>
                          <p:to>
                            <p:strVal val="visible"/>
                          </p:to>
                        </p:set>
                        <p:animEffect transition="in" filter="fade">
                          <p:cBhvr>
                            <p:cTn id="77" dur="350"/>
                            <p:tgtEl>
                              <p:spTgt spid="10"/>
                            </p:tgtEl>
                          </p:cBhvr>
                        </p:animEffect>
                      </p:childTnLst>
                    </p:cTn>
                  </p:par>
                  <p:par>
                    <p:cTn id="78" presetID="10" presetClass="entr" presetSubtype="0" fill="hold" grpId="25" nodeType="withEffect">
                      <p:stCondLst>
                        <p:cond delay="1750"/>
                      </p:stCondLst>
                      <p:childTnLst>
                        <p:set>
                          <p:cBhvr>
                            <p:cTn id="79" dur="1" fill="hold"/>
                            <p:tgtEl>
                              <p:spTgt spid="11"/>
                            </p:tgtEl>
                            <p:attrNameLst>
                              <p:attrName>style.visibility</p:attrName>
                            </p:attrNameLst>
                          </p:cBhvr>
                          <p:to>
                            <p:strVal val="visible"/>
                          </p:to>
                        </p:set>
                        <p:animEffect transition="in" filter="fade">
                          <p:cBhvr>
                            <p:cTn id="80" dur="350"/>
                            <p:tgtEl>
                              <p:spTgt spid="11"/>
                            </p:tgtEl>
                          </p:cBhvr>
                        </p:animEffect>
                      </p:childTnLst>
                    </p:cTn>
                  </p:par>
                  <p:par>
                    <p:cTn id="81" presetID="10" presetClass="entr" presetSubtype="0" fill="hold" grpId="26" nodeType="withEffect">
                      <p:stCondLst>
                        <p:cond delay="1820"/>
                      </p:stCondLst>
                      <p:childTnLst>
                        <p:set>
                          <p:cBhvr>
                            <p:cTn id="82" dur="1" fill="hold"/>
                            <p:tgtEl>
                              <p:spTgt spid="12"/>
                            </p:tgtEl>
                            <p:attrNameLst>
                              <p:attrName>style.visibility</p:attrName>
                            </p:attrNameLst>
                          </p:cBhvr>
                          <p:to>
                            <p:strVal val="visible"/>
                          </p:to>
                        </p:set>
                        <p:animEffect transition="in" filter="fade">
                          <p:cBhvr>
                            <p:cTn id="83" dur="350"/>
                            <p:tgtEl>
                              <p:spTgt spid="12"/>
                            </p:tgtEl>
                          </p:cBhvr>
                        </p:animEffect>
                      </p:childTnLst>
                    </p:cTn>
                  </p:par>
                  <p:par>
                    <p:cTn id="84" presetID="10" presetClass="entr" presetSubtype="0" fill="hold" grpId="27" nodeType="withEffect">
                      <p:stCondLst>
                        <p:cond delay="1890"/>
                      </p:stCondLst>
                      <p:childTnLst>
                        <p:set>
                          <p:cBhvr>
                            <p:cTn id="85" dur="1" fill="hold"/>
                            <p:tgtEl>
                              <p:spTgt spid="13"/>
                            </p:tgtEl>
                            <p:attrNameLst>
                              <p:attrName>style.visibility</p:attrName>
                            </p:attrNameLst>
                          </p:cBhvr>
                          <p:to>
                            <p:strVal val="visible"/>
                          </p:to>
                        </p:set>
                        <p:animEffect transition="in" filter="fade">
                          <p:cBhvr>
                            <p:cTn id="86" dur="350"/>
                            <p:tgtEl>
                              <p:spTgt spid="13"/>
                            </p:tgtEl>
                          </p:cBhvr>
                        </p:animEffect>
                      </p:childTnLst>
                    </p:cTn>
                  </p:par>
                  <p:par>
                    <p:cTn id="87" presetID="10" presetClass="entr" presetSubtype="0" fill="hold" grpId="28" nodeType="withEffect">
                      <p:stCondLst>
                        <p:cond delay="1960"/>
                      </p:stCondLst>
                      <p:childTnLst>
                        <p:set>
                          <p:cBhvr>
                            <p:cTn id="88" dur="1" fill="hold"/>
                            <p:tgtEl>
                              <p:spTgt spid="14"/>
                            </p:tgtEl>
                            <p:attrNameLst>
                              <p:attrName>style.visibility</p:attrName>
                            </p:attrNameLst>
                          </p:cBhvr>
                          <p:to>
                            <p:strVal val="visible"/>
                          </p:to>
                        </p:set>
                        <p:animEffect transition="in" filter="fade">
                          <p:cBhvr>
                            <p:cTn id="89" dur="350"/>
                            <p:tgtEl>
                              <p:spTgt spid="14"/>
                            </p:tgtEl>
                          </p:cBhvr>
                        </p:animEffect>
                      </p:childTnLst>
                    </p:cTn>
                  </p:par>
                  <p:par>
                    <p:cTn id="90" presetID="10" presetClass="entr" presetSubtype="0" fill="hold" grpId="29" nodeType="withEffect">
                      <p:stCondLst>
                        <p:cond delay="2030"/>
                      </p:stCondLst>
                      <p:childTnLst>
                        <p:set>
                          <p:cBhvr>
                            <p:cTn id="91" dur="1" fill="hold"/>
                            <p:tgtEl>
                              <p:spTgt spid="15"/>
                            </p:tgtEl>
                            <p:attrNameLst>
                              <p:attrName>style.visibility</p:attrName>
                            </p:attrNameLst>
                          </p:cBhvr>
                          <p:to>
                            <p:strVal val="visible"/>
                          </p:to>
                        </p:set>
                        <p:animEffect transition="in" filter="fade">
                          <p:cBhvr>
                            <p:cTn id="92" dur="350"/>
                            <p:tgtEl>
                              <p:spTgt spid="15"/>
                            </p:tgtEl>
                          </p:cBhvr>
                        </p:animEffect>
                      </p:childTnLst>
                    </p:cTn>
                  </p:par>
                  <p:par>
                    <p:cTn id="93" presetID="10" presetClass="entr" presetSubtype="0" fill="hold" grpId="30" nodeType="withEffect">
                      <p:stCondLst>
                        <p:cond delay="2100"/>
                      </p:stCondLst>
                      <p:childTnLst>
                        <p:set>
                          <p:cBhvr>
                            <p:cTn id="94" dur="1" fill="hold"/>
                            <p:tgtEl>
                              <p:spTgt spid="16"/>
                            </p:tgtEl>
                            <p:attrNameLst>
                              <p:attrName>style.visibility</p:attrName>
                            </p:attrNameLst>
                          </p:cBhvr>
                          <p:to>
                            <p:strVal val="visible"/>
                          </p:to>
                        </p:set>
                        <p:animEffect transition="in" filter="fade">
                          <p:cBhvr>
                            <p:cTn id="95" dur="350"/>
                            <p:tgtEl>
                              <p:spTgt spid="16"/>
                            </p:tgtEl>
                          </p:cBhvr>
                        </p:animEffect>
                      </p:childTnLst>
                    </p:cTn>
                  </p:par>
                  <p:par>
                    <p:cTn id="96" presetID="10" presetClass="entr" presetSubtype="0" fill="hold" grpId="31" nodeType="withEffect">
                      <p:stCondLst>
                        <p:cond delay="2170"/>
                      </p:stCondLst>
                      <p:childTnLst>
                        <p:set>
                          <p:cBhvr>
                            <p:cTn id="97" dur="1" fill="hold"/>
                            <p:tgtEl>
                              <p:spTgt spid="17"/>
                            </p:tgtEl>
                            <p:attrNameLst>
                              <p:attrName>style.visibility</p:attrName>
                            </p:attrNameLst>
                          </p:cBhvr>
                          <p:to>
                            <p:strVal val="visible"/>
                          </p:to>
                        </p:set>
                        <p:animEffect transition="in" filter="fade">
                          <p:cBhvr>
                            <p:cTn id="98" dur="350"/>
                            <p:tgtEl>
                              <p:spTgt spid="17"/>
                            </p:tgtEl>
                          </p:cBhvr>
                        </p:animEffect>
                      </p:childTnLst>
                    </p:cTn>
                  </p:par>
                  <p:par>
                    <p:cTn id="99" presetID="10" presetClass="entr" presetSubtype="0" fill="hold" grpId="32" nodeType="withEffect">
                      <p:stCondLst>
                        <p:cond delay="2240"/>
                      </p:stCondLst>
                      <p:childTnLst>
                        <p:set>
                          <p:cBhvr>
                            <p:cTn id="100" dur="1" fill="hold"/>
                            <p:tgtEl>
                              <p:spTgt spid="18"/>
                            </p:tgtEl>
                            <p:attrNameLst>
                              <p:attrName>style.visibility</p:attrName>
                            </p:attrNameLst>
                          </p:cBhvr>
                          <p:to>
                            <p:strVal val="visible"/>
                          </p:to>
                        </p:set>
                        <p:animEffect transition="in" filter="fade">
                          <p:cBhvr>
                            <p:cTn id="101" dur="350"/>
                            <p:tgtEl>
                              <p:spTgt spid="18"/>
                            </p:tgtEl>
                          </p:cBhvr>
                        </p:animEffect>
                      </p:childTnLst>
                    </p:cTn>
                  </p:par>
                  <p:par>
                    <p:cTn id="102" presetID="10" presetClass="entr" presetSubtype="0" fill="hold" grpId="33" nodeType="withEffect">
                      <p:stCondLst>
                        <p:cond delay="2310"/>
                      </p:stCondLst>
                      <p:childTnLst>
                        <p:set>
                          <p:cBhvr>
                            <p:cTn id="103" dur="1" fill="hold"/>
                            <p:tgtEl>
                              <p:spTgt spid="19"/>
                            </p:tgtEl>
                            <p:attrNameLst>
                              <p:attrName>style.visibility</p:attrName>
                            </p:attrNameLst>
                          </p:cBhvr>
                          <p:to>
                            <p:strVal val="visible"/>
                          </p:to>
                        </p:set>
                        <p:animEffect transition="in" filter="fade">
                          <p:cBhvr>
                            <p:cTn id="104" dur="350"/>
                            <p:tgtEl>
                              <p:spTgt spid="19"/>
                            </p:tgtEl>
                          </p:cBhvr>
                        </p:animEffect>
                      </p:childTnLst>
                    </p:cTn>
                  </p:par>
                  <p:par>
                    <p:cTn id="105" presetID="10" presetClass="entr" presetSubtype="0" fill="hold" grpId="34" nodeType="withEffect">
                      <p:stCondLst>
                        <p:cond delay="2380"/>
                      </p:stCondLst>
                      <p:childTnLst>
                        <p:set>
                          <p:cBhvr>
                            <p:cTn id="106" dur="1" fill="hold"/>
                            <p:tgtEl>
                              <p:spTgt spid="20"/>
                            </p:tgtEl>
                            <p:attrNameLst>
                              <p:attrName>style.visibility</p:attrName>
                            </p:attrNameLst>
                          </p:cBhvr>
                          <p:to>
                            <p:strVal val="visible"/>
                          </p:to>
                        </p:set>
                        <p:animEffect transition="in" filter="fade">
                          <p:cBhvr>
                            <p:cTn id="107" dur="350"/>
                            <p:tgtEl>
                              <p:spTgt spid="20"/>
                            </p:tgtEl>
                          </p:cBhvr>
                        </p:animEffect>
                      </p:childTnLst>
                    </p:cTn>
                  </p:par>
                  <p:par>
                    <p:cTn id="108" presetID="10" presetClass="entr" presetSubtype="0" fill="hold" grpId="35" nodeType="withEffect">
                      <p:stCondLst>
                        <p:cond delay="2450"/>
                      </p:stCondLst>
                      <p:childTnLst>
                        <p:set>
                          <p:cBhvr>
                            <p:cTn id="109" dur="1" fill="hold"/>
                            <p:tgtEl>
                              <p:spTgt spid="21"/>
                            </p:tgtEl>
                            <p:attrNameLst>
                              <p:attrName>style.visibility</p:attrName>
                            </p:attrNameLst>
                          </p:cBhvr>
                          <p:to>
                            <p:strVal val="visible"/>
                          </p:to>
                        </p:set>
                        <p:animEffect transition="in" filter="fade">
                          <p:cBhvr>
                            <p:cTn id="110" dur="350"/>
                            <p:tgtEl>
                              <p:spTgt spid="21"/>
                            </p:tgtEl>
                          </p:cBhvr>
                        </p:animEffect>
                      </p:childTnLst>
                    </p:cTn>
                  </p:par>
                  <p:par>
                    <p:cTn id="111" presetID="10" presetClass="entr" presetSubtype="0" fill="hold" grpId="36" nodeType="withEffect">
                      <p:stCondLst>
                        <p:cond delay="2520"/>
                      </p:stCondLst>
                      <p:childTnLst>
                        <p:set>
                          <p:cBhvr>
                            <p:cTn id="112" dur="1" fill="hold"/>
                            <p:tgtEl>
                              <p:spTgt spid="22"/>
                            </p:tgtEl>
                            <p:attrNameLst>
                              <p:attrName>style.visibility</p:attrName>
                            </p:attrNameLst>
                          </p:cBhvr>
                          <p:to>
                            <p:strVal val="visible"/>
                          </p:to>
                        </p:set>
                        <p:animEffect transition="in" filter="fade">
                          <p:cBhvr>
                            <p:cTn id="113" dur="350"/>
                            <p:tgtEl>
                              <p:spTgt spid="22"/>
                            </p:tgtEl>
                          </p:cBhvr>
                        </p:animEffect>
                      </p:childTnLst>
                    </p:cTn>
                  </p:par>
                  <p:par>
                    <p:cTn id="114" presetID="10" presetClass="entr" presetSubtype="0" fill="hold" grpId="37" nodeType="withEffect">
                      <p:stCondLst>
                        <p:cond delay="2590"/>
                      </p:stCondLst>
                      <p:childTnLst>
                        <p:set>
                          <p:cBhvr>
                            <p:cTn id="115" dur="1" fill="hold"/>
                            <p:tgtEl>
                              <p:spTgt spid="23"/>
                            </p:tgtEl>
                            <p:attrNameLst>
                              <p:attrName>style.visibility</p:attrName>
                            </p:attrNameLst>
                          </p:cBhvr>
                          <p:to>
                            <p:strVal val="visible"/>
                          </p:to>
                        </p:set>
                        <p:animEffect transition="in" filter="fade">
                          <p:cBhvr>
                            <p:cTn id="116" dur="350"/>
                            <p:tgtEl>
                              <p:spTgt spid="23"/>
                            </p:tgtEl>
                          </p:cBhvr>
                        </p:animEffect>
                      </p:childTnLst>
                    </p:cTn>
                  </p:par>
                  <p:par>
                    <p:cTn id="117" presetID="10" presetClass="entr" presetSubtype="0" fill="hold" grpId="38" nodeType="withEffect">
                      <p:stCondLst>
                        <p:cond delay="2660"/>
                      </p:stCondLst>
                      <p:childTnLst>
                        <p:set>
                          <p:cBhvr>
                            <p:cTn id="118" dur="1" fill="hold"/>
                            <p:tgtEl>
                              <p:spTgt spid="24"/>
                            </p:tgtEl>
                            <p:attrNameLst>
                              <p:attrName>style.visibility</p:attrName>
                            </p:attrNameLst>
                          </p:cBhvr>
                          <p:to>
                            <p:strVal val="visible"/>
                          </p:to>
                        </p:set>
                        <p:animEffect transition="in" filter="fade">
                          <p:cBhvr>
                            <p:cTn id="119" dur="350"/>
                            <p:tgtEl>
                              <p:spTgt spid="24"/>
                            </p:tgtEl>
                          </p:cBhvr>
                        </p:animEffect>
                      </p:childTnLst>
                    </p:cTn>
                  </p:par>
                  <p:par>
                    <p:cTn id="120" presetID="10" presetClass="entr" presetSubtype="0" fill="hold" grpId="39" nodeType="withEffect">
                      <p:stCondLst>
                        <p:cond delay="2730"/>
                      </p:stCondLst>
                      <p:childTnLst>
                        <p:set>
                          <p:cBhvr>
                            <p:cTn id="121" dur="1" fill="hold"/>
                            <p:tgtEl>
                              <p:spTgt spid="25"/>
                            </p:tgtEl>
                            <p:attrNameLst>
                              <p:attrName>style.visibility</p:attrName>
                            </p:attrNameLst>
                          </p:cBhvr>
                          <p:to>
                            <p:strVal val="visible"/>
                          </p:to>
                        </p:set>
                        <p:animEffect transition="in" filter="fade">
                          <p:cBhvr>
                            <p:cTn id="122" dur="350"/>
                            <p:tgtEl>
                              <p:spTgt spid="25"/>
                            </p:tgtEl>
                          </p:cBhvr>
                        </p:animEffect>
                      </p:childTnLst>
                    </p:cTn>
                  </p:par>
                  <p:par>
                    <p:cTn id="123" presetID="10" presetClass="entr" presetSubtype="0" fill="hold" grpId="40" nodeType="withEffect">
                      <p:stCondLst>
                        <p:cond delay="2800"/>
                      </p:stCondLst>
                      <p:childTnLst>
                        <p:set>
                          <p:cBhvr>
                            <p:cTn id="124" dur="1" fill="hold"/>
                            <p:tgtEl>
                              <p:spTgt spid="26"/>
                            </p:tgtEl>
                            <p:attrNameLst>
                              <p:attrName>style.visibility</p:attrName>
                            </p:attrNameLst>
                          </p:cBhvr>
                          <p:to>
                            <p:strVal val="visible"/>
                          </p:to>
                        </p:set>
                        <p:animEffect transition="in" filter="fade">
                          <p:cBhvr>
                            <p:cTn id="125" dur="350"/>
                            <p:tgtEl>
                              <p:spTgt spid="26"/>
                            </p:tgtEl>
                          </p:cBhvr>
                        </p:animEffect>
                      </p:childTnLst>
                    </p:cTn>
                  </p:par>
                  <p:par>
                    <p:cTn id="126" presetID="10" presetClass="entr" presetSubtype="0" fill="hold" grpId="41" nodeType="withEffect">
                      <p:stCondLst>
                        <p:cond delay="2870"/>
                      </p:stCondLst>
                      <p:childTnLst>
                        <p:set>
                          <p:cBhvr>
                            <p:cTn id="127" dur="1" fill="hold"/>
                            <p:tgtEl>
                              <p:spTgt spid="27"/>
                            </p:tgtEl>
                            <p:attrNameLst>
                              <p:attrName>style.visibility</p:attrName>
                            </p:attrNameLst>
                          </p:cBhvr>
                          <p:to>
                            <p:strVal val="visible"/>
                          </p:to>
                        </p:set>
                        <p:animEffect transition="in" filter="fade">
                          <p:cBhvr>
                            <p:cTn id="128" dur="350"/>
                            <p:tgtEl>
                              <p:spTgt spid="27"/>
                            </p:tgtEl>
                          </p:cBhvr>
                        </p:animEffect>
                      </p:childTnLst>
                    </p:cTn>
                  </p:par>
                  <p:par>
                    <p:cTn id="129" presetID="10" presetClass="entr" presetSubtype="0" fill="hold" grpId="42" nodeType="withEffect">
                      <p:stCondLst>
                        <p:cond delay="2940"/>
                      </p:stCondLst>
                      <p:childTnLst>
                        <p:set>
                          <p:cBhvr>
                            <p:cTn id="130" dur="1" fill="hold"/>
                            <p:tgtEl>
                              <p:spTgt spid="28"/>
                            </p:tgtEl>
                            <p:attrNameLst>
                              <p:attrName>style.visibility</p:attrName>
                            </p:attrNameLst>
                          </p:cBhvr>
                          <p:to>
                            <p:strVal val="visible"/>
                          </p:to>
                        </p:set>
                        <p:animEffect transition="in" filter="fade">
                          <p:cBhvr>
                            <p:cTn id="131" dur="350"/>
                            <p:tgtEl>
                              <p:spTgt spid="28"/>
                            </p:tgtEl>
                          </p:cBhvr>
                        </p:animEffect>
                      </p:childTnLst>
                    </p:cTn>
                  </p:par>
                  <p:par>
                    <p:cTn id="132" presetID="10" presetClass="entr" presetSubtype="0" fill="hold" grpId="43" nodeType="withEffect">
                      <p:stCondLst>
                        <p:cond delay="3010"/>
                      </p:stCondLst>
                      <p:childTnLst>
                        <p:set>
                          <p:cBhvr>
                            <p:cTn id="133" dur="1" fill="hold"/>
                            <p:tgtEl>
                              <p:spTgt spid="29"/>
                            </p:tgtEl>
                            <p:attrNameLst>
                              <p:attrName>style.visibility</p:attrName>
                            </p:attrNameLst>
                          </p:cBhvr>
                          <p:to>
                            <p:strVal val="visible"/>
                          </p:to>
                        </p:set>
                        <p:animEffect transition="in" filter="fade">
                          <p:cBhvr>
                            <p:cTn id="134" dur="350"/>
                            <p:tgtEl>
                              <p:spTgt spid="29"/>
                            </p:tgtEl>
                          </p:cBhvr>
                        </p:animEffect>
                      </p:childTnLst>
                    </p:cTn>
                  </p:par>
                  <p:par>
                    <p:cTn id="135" presetID="10" presetClass="entr" presetSubtype="0" fill="hold" grpId="44" nodeType="withEffect">
                      <p:stCondLst>
                        <p:cond delay="3080"/>
                      </p:stCondLst>
                      <p:childTnLst>
                        <p:set>
                          <p:cBhvr>
                            <p:cTn id="136" dur="1" fill="hold"/>
                            <p:tgtEl>
                              <p:spTgt spid="30"/>
                            </p:tgtEl>
                            <p:attrNameLst>
                              <p:attrName>style.visibility</p:attrName>
                            </p:attrNameLst>
                          </p:cBhvr>
                          <p:to>
                            <p:strVal val="visible"/>
                          </p:to>
                        </p:set>
                        <p:animEffect transition="in" filter="fade">
                          <p:cBhvr>
                            <p:cTn id="137" dur="350"/>
                            <p:tgtEl>
                              <p:spTgt spid="30"/>
                            </p:tgtEl>
                          </p:cBhvr>
                        </p:animEffect>
                      </p:childTnLst>
                    </p:cTn>
                  </p:par>
                  <p:par>
                    <p:cTn id="138" presetID="10" presetClass="entr" presetSubtype="0" fill="hold" grpId="45" nodeType="withEffect">
                      <p:stCondLst>
                        <p:cond delay="3150"/>
                      </p:stCondLst>
                      <p:childTnLst>
                        <p:set>
                          <p:cBhvr>
                            <p:cTn id="139" dur="1" fill="hold"/>
                            <p:tgtEl>
                              <p:spTgt spid="31"/>
                            </p:tgtEl>
                            <p:attrNameLst>
                              <p:attrName>style.visibility</p:attrName>
                            </p:attrNameLst>
                          </p:cBhvr>
                          <p:to>
                            <p:strVal val="visible"/>
                          </p:to>
                        </p:set>
                        <p:animEffect transition="in" filter="fade">
                          <p:cBhvr>
                            <p:cTn id="140" dur="350"/>
                            <p:tgtEl>
                              <p:spTgt spid="31"/>
                            </p:tgtEl>
                          </p:cBhvr>
                        </p:animEffect>
                      </p:childTnLst>
                    </p:cTn>
                  </p:par>
                  <p:par>
                    <p:cTn id="141" presetID="10" presetClass="entr" presetSubtype="0" fill="hold" grpId="46" nodeType="withEffect">
                      <p:stCondLst>
                        <p:cond delay="3220"/>
                      </p:stCondLst>
                      <p:childTnLst>
                        <p:set>
                          <p:cBhvr>
                            <p:cTn id="142" dur="1" fill="hold"/>
                            <p:tgtEl>
                              <p:spTgt spid="32"/>
                            </p:tgtEl>
                            <p:attrNameLst>
                              <p:attrName>style.visibility</p:attrName>
                            </p:attrNameLst>
                          </p:cBhvr>
                          <p:to>
                            <p:strVal val="visible"/>
                          </p:to>
                        </p:set>
                        <p:animEffect transition="in" filter="fade">
                          <p:cBhvr>
                            <p:cTn id="143" dur="350"/>
                            <p:tgtEl>
                              <p:spTgt spid="32"/>
                            </p:tgtEl>
                          </p:cBhvr>
                        </p:animEffect>
                      </p:childTnLst>
                    </p:cTn>
                  </p:par>
                  <p:par>
                    <p:cTn id="144" presetID="10" presetClass="entr" presetSubtype="0" fill="hold" grpId="47" nodeType="withEffect">
                      <p:stCondLst>
                        <p:cond delay="3290"/>
                      </p:stCondLst>
                      <p:childTnLst>
                        <p:set>
                          <p:cBhvr>
                            <p:cTn id="145" dur="1" fill="hold"/>
                            <p:tgtEl>
                              <p:spTgt spid="33"/>
                            </p:tgtEl>
                            <p:attrNameLst>
                              <p:attrName>style.visibility</p:attrName>
                            </p:attrNameLst>
                          </p:cBhvr>
                          <p:to>
                            <p:strVal val="visible"/>
                          </p:to>
                        </p:set>
                        <p:animEffect transition="in" filter="fade">
                          <p:cBhvr>
                            <p:cTn id="146" dur="350"/>
                            <p:tgtEl>
                              <p:spTgt spid="33"/>
                            </p:tgtEl>
                          </p:cBhvr>
                        </p:animEffect>
                      </p:childTnLst>
                    </p:cTn>
                  </p:par>
                  <p:par>
                    <p:cTn id="147" presetID="10" presetClass="entr" presetSubtype="0" fill="hold" grpId="48" nodeType="withEffect">
                      <p:stCondLst>
                        <p:cond delay="3360"/>
                      </p:stCondLst>
                      <p:childTnLst>
                        <p:set>
                          <p:cBhvr>
                            <p:cTn id="148" dur="1" fill="hold"/>
                            <p:tgtEl>
                              <p:spTgt spid="34"/>
                            </p:tgtEl>
                            <p:attrNameLst>
                              <p:attrName>style.visibility</p:attrName>
                            </p:attrNameLst>
                          </p:cBhvr>
                          <p:to>
                            <p:strVal val="visible"/>
                          </p:to>
                        </p:set>
                        <p:animEffect transition="in" filter="fade">
                          <p:cBhvr>
                            <p:cTn id="149" dur="350"/>
                            <p:tgtEl>
                              <p:spTgt spid="34"/>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3" grpId="27" uiExpand="1" build="p"/>
      <p:bldP spid="14" grpId="28" uiExpand="1" build="p"/>
      <p:bldP spid="15" grpId="29" uiExpand="1" build="p"/>
      <p:bldP spid="16" grpId="30" uiExpand="1" build="p"/>
      <p:bldP spid="17" grpId="31" uiExpand="1" build="p"/>
      <p:bldP spid="18" grpId="32" uiExpand="1" build="p"/>
      <p:bldP spid="19" grpId="33" uiExpand="1" build="p"/>
      <p:bldP spid="20" grpId="34" uiExpand="1" build="p"/>
      <p:bldP spid="21" grpId="35" uiExpand="1" build="p"/>
      <p:bldP spid="22" grpId="36" uiExpand="1" build="p"/>
      <p:bldP spid="23" grpId="37" uiExpand="1" build="p"/>
      <p:bldP spid="24" grpId="38" uiExpand="1" build="p"/>
      <p:bldP spid="25" grpId="39" uiExpand="1" build="p"/>
      <p:bldP spid="26" grpId="40" uiExpand="1" build="p"/>
      <p:bldP spid="27" grpId="41" uiExpand="1" build="p"/>
      <p:bldP spid="28" grpId="42" uiExpand="1" build="p"/>
      <p:bldP spid="29" grpId="43" uiExpand="1" build="p"/>
      <p:bldP spid="30" grpId="44" uiExpand="1" build="p"/>
      <p:bldP spid="31" grpId="45" uiExpand="1" build="p"/>
      <p:bldP spid="32" grpId="46" uiExpand="1" build="p"/>
      <p:bldP spid="33" grpId="47" uiExpand="1" build="p"/>
      <p:bldP spid="34" grpId="48"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3972000" y="1971750"/>
            <a:ext cx="1200000" cy="1200000"/>
          </a:xfrm>
          <a:prstGeom prst="ellipse">
            <a:avLst/>
          </a:prstGeom>
          <a:noFill/>
          <a:ln w="40000">
            <a:solidFill>
              <a:srgbClr val="FFD700">
                <a:alpha val="8000"/>
              </a:srgbClr>
            </a:solidFill>
          </a:ln>
        </p:spPr>
      </p:sp>
      <p:sp>
        <p:nvSpPr>
          <p:cNvPr id="501" name="d501"/>
          <p:cNvSpPr/>
          <p:nvPr/>
        </p:nvSpPr>
        <p:spPr>
          <a:xfrm>
            <a:off x="3372000" y="1371750"/>
            <a:ext cx="2400000" cy="2400000"/>
          </a:xfrm>
          <a:prstGeom prst="ellipse">
            <a:avLst/>
          </a:prstGeom>
          <a:noFill/>
          <a:ln w="28000">
            <a:solidFill>
              <a:srgbClr val="FFD700">
                <a:alpha val="5000"/>
              </a:srgbClr>
            </a:solidFill>
          </a:ln>
        </p:spPr>
      </p:sp>
      <p:sp>
        <p:nvSpPr>
          <p:cNvPr id="502" name="d502"/>
          <p:cNvSpPr/>
          <p:nvPr/>
        </p:nvSpPr>
        <p:spPr>
          <a:xfrm>
            <a:off x="2772000" y="771750"/>
            <a:ext cx="3600000" cy="3600000"/>
          </a:xfrm>
          <a:prstGeom prst="ellipse">
            <a:avLst/>
          </a:prstGeom>
          <a:noFill/>
          <a:ln w="18000">
            <a:solidFill>
              <a:srgbClr val="FFD700">
                <a:alpha val="3000"/>
              </a:srgbClr>
            </a:solidFill>
          </a:ln>
        </p:spPr>
      </p:sp>
      <p:sp>
        <p:nvSpPr>
          <p:cNvPr id="503" name="d503"/>
          <p:cNvSpPr/>
          <p:nvPr/>
        </p:nvSpPr>
        <p:spPr>
          <a:xfrm>
            <a:off x="0" y="0"/>
            <a:ext cx="9144000" cy="642937"/>
          </a:xfrm>
          <a:prstGeom prst="rect">
            <a:avLst/>
          </a:prstGeom>
          <a:solidFill>
            <a:srgbClr val="FFD700">
              <a:alpha val="8000"/>
            </a:srgbClr>
          </a:solidFill>
          <a:ln>
            <a:noFill/>
          </a:ln>
        </p:spPr>
      </p:sp>
      <p:sp>
        <p:nvSpPr>
          <p:cNvPr id="504" name="d504"/>
          <p:cNvSpPr/>
          <p:nvPr/>
        </p:nvSpPr>
        <p:spPr>
          <a:xfrm>
            <a:off x="0" y="4500563"/>
            <a:ext cx="9144000" cy="642937"/>
          </a:xfrm>
          <a:prstGeom prst="rect">
            <a:avLst/>
          </a:prstGeom>
          <a:solidFill>
            <a:srgbClr val="FF6D00">
              <a:alpha val="8000"/>
            </a:srgbClr>
          </a:solidFill>
          <a:ln>
            <a:noFill/>
          </a:ln>
        </p:spPr>
      </p:sp>
      <p:sp>
        <p:nvSpPr>
          <p:cNvPr id="505" name="d505"/>
          <p:cNvSpPr/>
          <p:nvPr/>
        </p:nvSpPr>
        <p:spPr>
          <a:xfrm>
            <a:off x="0" y="411480"/>
            <a:ext cx="200000" cy="200000"/>
          </a:xfrm>
          <a:prstGeom prst="ellipse">
            <a:avLst/>
          </a:prstGeom>
          <a:solidFill>
            <a:srgbClr val="FFD700">
              <a:alpha val="12000"/>
            </a:srgbClr>
          </a:solidFill>
          <a:ln>
            <a:noFill/>
          </a:ln>
        </p:spPr>
      </p:sp>
      <p:sp>
        <p:nvSpPr>
          <p:cNvPr id="506" name="d506"/>
          <p:cNvSpPr/>
          <p:nvPr/>
        </p:nvSpPr>
        <p:spPr>
          <a:xfrm>
            <a:off x="1524000" y="411480"/>
            <a:ext cx="200000" cy="200000"/>
          </a:xfrm>
          <a:prstGeom prst="ellipse">
            <a:avLst/>
          </a:prstGeom>
          <a:solidFill>
            <a:srgbClr val="FFD700">
              <a:alpha val="12000"/>
            </a:srgbClr>
          </a:solidFill>
          <a:ln>
            <a:noFill/>
          </a:ln>
        </p:spPr>
      </p:sp>
      <p:sp>
        <p:nvSpPr>
          <p:cNvPr id="507" name="d507"/>
          <p:cNvSpPr/>
          <p:nvPr/>
        </p:nvSpPr>
        <p:spPr>
          <a:xfrm>
            <a:off x="3048000" y="411480"/>
            <a:ext cx="200000" cy="200000"/>
          </a:xfrm>
          <a:prstGeom prst="ellipse">
            <a:avLst/>
          </a:prstGeom>
          <a:solidFill>
            <a:srgbClr val="FFD700">
              <a:alpha val="12000"/>
            </a:srgbClr>
          </a:solidFill>
          <a:ln>
            <a:noFill/>
          </a:ln>
        </p:spPr>
      </p:sp>
      <p:sp>
        <p:nvSpPr>
          <p:cNvPr id="508" name="d508"/>
          <p:cNvSpPr/>
          <p:nvPr/>
        </p:nvSpPr>
        <p:spPr>
          <a:xfrm>
            <a:off x="4572000" y="411480"/>
            <a:ext cx="200000" cy="200000"/>
          </a:xfrm>
          <a:prstGeom prst="ellipse">
            <a:avLst/>
          </a:prstGeom>
          <a:solidFill>
            <a:srgbClr val="FFD700">
              <a:alpha val="12000"/>
            </a:srgbClr>
          </a:solidFill>
          <a:ln>
            <a:noFill/>
          </a:ln>
        </p:spPr>
      </p:sp>
      <p:sp>
        <p:nvSpPr>
          <p:cNvPr id="509" name="d509"/>
          <p:cNvSpPr/>
          <p:nvPr/>
        </p:nvSpPr>
        <p:spPr>
          <a:xfrm>
            <a:off x="6096000" y="411480"/>
            <a:ext cx="200000" cy="200000"/>
          </a:xfrm>
          <a:prstGeom prst="ellipse">
            <a:avLst/>
          </a:prstGeom>
          <a:solidFill>
            <a:srgbClr val="FFD700">
              <a:alpha val="12000"/>
            </a:srgbClr>
          </a:solidFill>
          <a:ln>
            <a:noFill/>
          </a:ln>
        </p:spPr>
      </p:sp>
      <p:sp>
        <p:nvSpPr>
          <p:cNvPr id="510" name="d510"/>
          <p:cNvSpPr/>
          <p:nvPr/>
        </p:nvSpPr>
        <p:spPr>
          <a:xfrm>
            <a:off x="7620000" y="411480"/>
            <a:ext cx="200000" cy="200000"/>
          </a:xfrm>
          <a:prstGeom prst="ellipse">
            <a:avLst/>
          </a:prstGeom>
          <a:solidFill>
            <a:srgbClr val="FFD700">
              <a:alpha val="12000"/>
            </a:srgbClr>
          </a:solidFill>
          <a:ln>
            <a:noFill/>
          </a:ln>
        </p:spPr>
      </p:sp>
      <p:sp>
        <p:nvSpPr>
          <p:cNvPr id="511" name="d511"/>
          <p:cNvSpPr/>
          <p:nvPr/>
        </p:nvSpPr>
        <p:spPr>
          <a:xfrm>
            <a:off x="762000" y="4474845"/>
            <a:ext cx="160000" cy="160000"/>
          </a:xfrm>
          <a:prstGeom prst="ellipse">
            <a:avLst/>
          </a:prstGeom>
          <a:solidFill>
            <a:srgbClr val="FF6D00">
              <a:alpha val="12000"/>
            </a:srgbClr>
          </a:solidFill>
          <a:ln>
            <a:noFill/>
          </a:ln>
        </p:spPr>
      </p:sp>
      <p:sp>
        <p:nvSpPr>
          <p:cNvPr id="512" name="d512"/>
          <p:cNvSpPr/>
          <p:nvPr/>
        </p:nvSpPr>
        <p:spPr>
          <a:xfrm>
            <a:off x="2286000" y="4474845"/>
            <a:ext cx="160000" cy="160000"/>
          </a:xfrm>
          <a:prstGeom prst="ellipse">
            <a:avLst/>
          </a:prstGeom>
          <a:solidFill>
            <a:srgbClr val="FF6D00">
              <a:alpha val="12000"/>
            </a:srgbClr>
          </a:solidFill>
          <a:ln>
            <a:noFill/>
          </a:ln>
        </p:spPr>
      </p:sp>
      <p:sp>
        <p:nvSpPr>
          <p:cNvPr id="513" name="d513"/>
          <p:cNvSpPr/>
          <p:nvPr/>
        </p:nvSpPr>
        <p:spPr>
          <a:xfrm>
            <a:off x="3810000" y="4474845"/>
            <a:ext cx="160000" cy="160000"/>
          </a:xfrm>
          <a:prstGeom prst="ellipse">
            <a:avLst/>
          </a:prstGeom>
          <a:solidFill>
            <a:srgbClr val="FF6D00">
              <a:alpha val="12000"/>
            </a:srgbClr>
          </a:solidFill>
          <a:ln>
            <a:noFill/>
          </a:ln>
        </p:spPr>
      </p:sp>
      <p:sp>
        <p:nvSpPr>
          <p:cNvPr id="514" name="d514"/>
          <p:cNvSpPr/>
          <p:nvPr/>
        </p:nvSpPr>
        <p:spPr>
          <a:xfrm>
            <a:off x="5334000" y="4474845"/>
            <a:ext cx="160000" cy="160000"/>
          </a:xfrm>
          <a:prstGeom prst="ellipse">
            <a:avLst/>
          </a:prstGeom>
          <a:solidFill>
            <a:srgbClr val="FF6D00">
              <a:alpha val="12000"/>
            </a:srgbClr>
          </a:solidFill>
          <a:ln>
            <a:noFill/>
          </a:ln>
        </p:spPr>
      </p:sp>
      <p:sp>
        <p:nvSpPr>
          <p:cNvPr id="515" name="d515"/>
          <p:cNvSpPr/>
          <p:nvPr/>
        </p:nvSpPr>
        <p:spPr>
          <a:xfrm>
            <a:off x="6858000" y="4474845"/>
            <a:ext cx="160000" cy="160000"/>
          </a:xfrm>
          <a:prstGeom prst="ellipse">
            <a:avLst/>
          </a:prstGeom>
          <a:solidFill>
            <a:srgbClr val="FF6D00">
              <a:alpha val="12000"/>
            </a:srgbClr>
          </a:solidFill>
          <a:ln>
            <a:noFill/>
          </a:ln>
        </p:spPr>
      </p:sp>
      <p:sp>
        <p:nvSpPr>
          <p:cNvPr id="516" name="d516"/>
          <p:cNvSpPr/>
          <p:nvPr/>
        </p:nvSpPr>
        <p:spPr>
          <a:xfrm>
            <a:off x="8382000" y="4474845"/>
            <a:ext cx="160000" cy="160000"/>
          </a:xfrm>
          <a:prstGeom prst="ellipse">
            <a:avLst/>
          </a:prstGeom>
          <a:solidFill>
            <a:srgbClr val="FF6D00">
              <a:alpha val="12000"/>
            </a:srgbClr>
          </a:solidFill>
          <a:ln>
            <a:noFill/>
          </a:ln>
        </p:spPr>
      </p:sp>
      <p:sp>
        <p:nvSpPr>
          <p:cNvPr id="517" name="d517"/>
          <p:cNvSpPr/>
          <p:nvPr/>
        </p:nvSpPr>
        <p:spPr>
          <a:xfrm>
            <a:off x="4222000" y="10000"/>
            <a:ext cx="700000" cy="350000"/>
          </a:xfrm>
          <a:prstGeom prst="diamond">
            <a:avLst/>
          </a:prstGeom>
          <a:solidFill>
            <a:srgbClr val="FFD700">
              <a:alpha val="18000"/>
            </a:srgbClr>
          </a:solidFill>
          <a:ln>
            <a:noFill/>
          </a:ln>
        </p:spPr>
      </p:sp>
      <p:sp>
        <p:nvSpPr>
          <p:cNvPr id="518" name="d518"/>
          <p:cNvSpPr/>
          <p:nvPr/>
        </p:nvSpPr>
        <p:spPr>
          <a:xfrm>
            <a:off x="4222000" y="4783500"/>
            <a:ext cx="700000" cy="350000"/>
          </a:xfrm>
          <a:prstGeom prst="diamond">
            <a:avLst/>
          </a:prstGeom>
          <a:solidFill>
            <a:srgbClr val="FFD700">
              <a:alpha val="18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5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800"/>
                            <p:tgtEl>
                              <p:spTgt spid="500"/>
                            </p:tgtEl>
                          </p:cBhvr>
                        </p:animEffect>
                      </p:childTnLst>
                    </p:cTn>
                  </p:par>
                  <p:par>
                    <p:cTn id="6" presetID="10" presetClass="entr" presetSubtype="0" fill="hold" grpId="1" nodeType="withEffect">
                      <p:stCondLst>
                        <p:cond delay="150"/>
                      </p:stCondLst>
                      <p:childTnLst>
                        <p:set>
                          <p:cBhvr>
                            <p:cTn id="7" dur="1" fill="hold"/>
                            <p:tgtEl>
                              <p:spTgt spid="501"/>
                            </p:tgtEl>
                            <p:attrNameLst>
                              <p:attrName>style.visibility</p:attrName>
                            </p:attrNameLst>
                          </p:cBhvr>
                          <p:to>
                            <p:strVal val="visible"/>
                          </p:to>
                        </p:set>
                        <p:animEffect transition="in" filter="fade">
                          <p:cBhvr>
                            <p:cTn id="8" dur="800"/>
                            <p:tgtEl>
                              <p:spTgt spid="501"/>
                            </p:tgtEl>
                          </p:cBhvr>
                        </p:animEffect>
                      </p:childTnLst>
                    </p:cTn>
                  </p:par>
                  <p:par>
                    <p:cTn id="9" presetID="10" presetClass="entr" presetSubtype="0" fill="hold" grpId="2" nodeType="withEffect">
                      <p:stCondLst>
                        <p:cond delay="300"/>
                      </p:stCondLst>
                      <p:childTnLst>
                        <p:set>
                          <p:cBhvr>
                            <p:cTn id="10" dur="1" fill="hold"/>
                            <p:tgtEl>
                              <p:spTgt spid="502"/>
                            </p:tgtEl>
                            <p:attrNameLst>
                              <p:attrName>style.visibility</p:attrName>
                            </p:attrNameLst>
                          </p:cBhvr>
                          <p:to>
                            <p:strVal val="visible"/>
                          </p:to>
                        </p:set>
                        <p:animEffect transition="in" filter="fade">
                          <p:cBhvr>
                            <p:cTn id="11" dur="800"/>
                            <p:tgtEl>
                              <p:spTgt spid="502"/>
                            </p:tgtEl>
                          </p:cBhvr>
                        </p:animEffect>
                      </p:childTnLst>
                    </p:cTn>
                  </p:par>
                  <p:par>
                    <p:cTn id="12" presetID="10" presetClass="entr" presetSubtype="0" fill="hold" grpId="3" nodeType="withEffect">
                      <p:stCondLst>
                        <p:cond delay="450"/>
                      </p:stCondLst>
                      <p:childTnLst>
                        <p:set>
                          <p:cBhvr>
                            <p:cTn id="13" dur="1" fill="hold"/>
                            <p:tgtEl>
                              <p:spTgt spid="503"/>
                            </p:tgtEl>
                            <p:attrNameLst>
                              <p:attrName>style.visibility</p:attrName>
                            </p:attrNameLst>
                          </p:cBhvr>
                          <p:to>
                            <p:strVal val="visible"/>
                          </p:to>
                        </p:set>
                        <p:animEffect transition="in" filter="fade">
                          <p:cBhvr>
                            <p:cTn id="14" dur="800"/>
                            <p:tgtEl>
                              <p:spTgt spid="503"/>
                            </p:tgtEl>
                          </p:cBhvr>
                        </p:animEffect>
                      </p:childTnLst>
                    </p:cTn>
                  </p:par>
                  <p:par>
                    <p:cTn id="15" presetID="10" presetClass="entr" presetSubtype="0" fill="hold" grpId="4" nodeType="withEffect">
                      <p:stCondLst>
                        <p:cond delay="600"/>
                      </p:stCondLst>
                      <p:childTnLst>
                        <p:set>
                          <p:cBhvr>
                            <p:cTn id="16" dur="1" fill="hold"/>
                            <p:tgtEl>
                              <p:spTgt spid="504"/>
                            </p:tgtEl>
                            <p:attrNameLst>
                              <p:attrName>style.visibility</p:attrName>
                            </p:attrNameLst>
                          </p:cBhvr>
                          <p:to>
                            <p:strVal val="visible"/>
                          </p:to>
                        </p:set>
                        <p:animEffect transition="in" filter="fade">
                          <p:cBhvr>
                            <p:cTn id="17" dur="800"/>
                            <p:tgtEl>
                              <p:spTgt spid="504"/>
                            </p:tgtEl>
                          </p:cBhvr>
                        </p:animEffect>
                      </p:childTnLst>
                    </p:cTn>
                  </p:par>
                  <p:par>
                    <p:cTn id="18" presetID="10" presetClass="entr" presetSubtype="0" fill="hold" grpId="5" nodeType="withEffect">
                      <p:stCondLst>
                        <p:cond delay="750"/>
                      </p:stCondLst>
                      <p:childTnLst>
                        <p:set>
                          <p:cBhvr>
                            <p:cTn id="19" dur="1" fill="hold"/>
                            <p:tgtEl>
                              <p:spTgt spid="505"/>
                            </p:tgtEl>
                            <p:attrNameLst>
                              <p:attrName>style.visibility</p:attrName>
                            </p:attrNameLst>
                          </p:cBhvr>
                          <p:to>
                            <p:strVal val="visible"/>
                          </p:to>
                        </p:set>
                        <p:animEffect transition="in" filter="fade">
                          <p:cBhvr>
                            <p:cTn id="20" dur="800"/>
                            <p:tgtEl>
                              <p:spTgt spid="505"/>
                            </p:tgtEl>
                          </p:cBhvr>
                        </p:animEffect>
                      </p:childTnLst>
                    </p:cTn>
                  </p:par>
                  <p:par>
                    <p:cTn id="21" presetID="10" presetClass="entr" presetSubtype="0" fill="hold" grpId="6" nodeType="withEffect">
                      <p:stCondLst>
                        <p:cond delay="900"/>
                      </p:stCondLst>
                      <p:childTnLst>
                        <p:set>
                          <p:cBhvr>
                            <p:cTn id="22" dur="1" fill="hold"/>
                            <p:tgtEl>
                              <p:spTgt spid="506"/>
                            </p:tgtEl>
                            <p:attrNameLst>
                              <p:attrName>style.visibility</p:attrName>
                            </p:attrNameLst>
                          </p:cBhvr>
                          <p:to>
                            <p:strVal val="visible"/>
                          </p:to>
                        </p:set>
                        <p:animEffect transition="in" filter="fade">
                          <p:cBhvr>
                            <p:cTn id="23" dur="800"/>
                            <p:tgtEl>
                              <p:spTgt spid="506"/>
                            </p:tgtEl>
                          </p:cBhvr>
                        </p:animEffect>
                      </p:childTnLst>
                    </p:cTn>
                  </p:par>
                  <p:par>
                    <p:cTn id="24" presetID="10" presetClass="entr" presetSubtype="0" fill="hold" grpId="7" nodeType="withEffect">
                      <p:stCondLst>
                        <p:cond delay="1050"/>
                      </p:stCondLst>
                      <p:childTnLst>
                        <p:set>
                          <p:cBhvr>
                            <p:cTn id="25" dur="1" fill="hold"/>
                            <p:tgtEl>
                              <p:spTgt spid="507"/>
                            </p:tgtEl>
                            <p:attrNameLst>
                              <p:attrName>style.visibility</p:attrName>
                            </p:attrNameLst>
                          </p:cBhvr>
                          <p:to>
                            <p:strVal val="visible"/>
                          </p:to>
                        </p:set>
                        <p:animEffect transition="in" filter="fade">
                          <p:cBhvr>
                            <p:cTn id="26" dur="800"/>
                            <p:tgtEl>
                              <p:spTgt spid="507"/>
                            </p:tgtEl>
                          </p:cBhvr>
                        </p:animEffect>
                      </p:childTnLst>
                    </p:cTn>
                  </p:par>
                  <p:par>
                    <p:cTn id="27" presetID="10" presetClass="entr" presetSubtype="0" fill="hold" grpId="8" nodeType="withEffect">
                      <p:stCondLst>
                        <p:cond delay="1200"/>
                      </p:stCondLst>
                      <p:childTnLst>
                        <p:set>
                          <p:cBhvr>
                            <p:cTn id="28" dur="1" fill="hold"/>
                            <p:tgtEl>
                              <p:spTgt spid="508"/>
                            </p:tgtEl>
                            <p:attrNameLst>
                              <p:attrName>style.visibility</p:attrName>
                            </p:attrNameLst>
                          </p:cBhvr>
                          <p:to>
                            <p:strVal val="visible"/>
                          </p:to>
                        </p:set>
                        <p:animEffect transition="in" filter="fade">
                          <p:cBhvr>
                            <p:cTn id="29" dur="800"/>
                            <p:tgtEl>
                              <p:spTgt spid="508"/>
                            </p:tgtEl>
                          </p:cBhvr>
                        </p:animEffect>
                      </p:childTnLst>
                    </p:cTn>
                  </p:par>
                  <p:par>
                    <p:cTn id="30" presetID="10" presetClass="entr" presetSubtype="0" fill="hold" grpId="9" nodeType="withEffect">
                      <p:stCondLst>
                        <p:cond delay="1350"/>
                      </p:stCondLst>
                      <p:childTnLst>
                        <p:set>
                          <p:cBhvr>
                            <p:cTn id="31" dur="1" fill="hold"/>
                            <p:tgtEl>
                              <p:spTgt spid="509"/>
                            </p:tgtEl>
                            <p:attrNameLst>
                              <p:attrName>style.visibility</p:attrName>
                            </p:attrNameLst>
                          </p:cBhvr>
                          <p:to>
                            <p:strVal val="visible"/>
                          </p:to>
                        </p:set>
                        <p:animEffect transition="in" filter="fade">
                          <p:cBhvr>
                            <p:cTn id="32" dur="800"/>
                            <p:tgtEl>
                              <p:spTgt spid="509"/>
                            </p:tgtEl>
                          </p:cBhvr>
                        </p:animEffect>
                      </p:childTnLst>
                    </p:cTn>
                  </p:par>
                  <p:par>
                    <p:cTn id="33" presetID="10" presetClass="entr" presetSubtype="0" fill="hold" grpId="10" nodeType="withEffect">
                      <p:stCondLst>
                        <p:cond delay="1500"/>
                      </p:stCondLst>
                      <p:childTnLst>
                        <p:set>
                          <p:cBhvr>
                            <p:cTn id="34" dur="1" fill="hold"/>
                            <p:tgtEl>
                              <p:spTgt spid="510"/>
                            </p:tgtEl>
                            <p:attrNameLst>
                              <p:attrName>style.visibility</p:attrName>
                            </p:attrNameLst>
                          </p:cBhvr>
                          <p:to>
                            <p:strVal val="visible"/>
                          </p:to>
                        </p:set>
                        <p:animEffect transition="in" filter="fade">
                          <p:cBhvr>
                            <p:cTn id="35" dur="800"/>
                            <p:tgtEl>
                              <p:spTgt spid="510"/>
                            </p:tgtEl>
                          </p:cBhvr>
                        </p:animEffect>
                      </p:childTnLst>
                    </p:cTn>
                  </p:par>
                  <p:par>
                    <p:cTn id="36" presetID="10" presetClass="entr" presetSubtype="0" fill="hold" grpId="11" nodeType="withEffect">
                      <p:stCondLst>
                        <p:cond delay="1650"/>
                      </p:stCondLst>
                      <p:childTnLst>
                        <p:set>
                          <p:cBhvr>
                            <p:cTn id="37" dur="1" fill="hold"/>
                            <p:tgtEl>
                              <p:spTgt spid="511"/>
                            </p:tgtEl>
                            <p:attrNameLst>
                              <p:attrName>style.visibility</p:attrName>
                            </p:attrNameLst>
                          </p:cBhvr>
                          <p:to>
                            <p:strVal val="visible"/>
                          </p:to>
                        </p:set>
                        <p:animEffect transition="in" filter="fade">
                          <p:cBhvr>
                            <p:cTn id="38" dur="800"/>
                            <p:tgtEl>
                              <p:spTgt spid="511"/>
                            </p:tgtEl>
                          </p:cBhvr>
                        </p:animEffect>
                      </p:childTnLst>
                    </p:cTn>
                  </p:par>
                  <p:par>
                    <p:cTn id="39" presetID="10" presetClass="entr" presetSubtype="0" fill="hold" grpId="12" nodeType="withEffect">
                      <p:stCondLst>
                        <p:cond delay="1800"/>
                      </p:stCondLst>
                      <p:childTnLst>
                        <p:set>
                          <p:cBhvr>
                            <p:cTn id="40" dur="1" fill="hold"/>
                            <p:tgtEl>
                              <p:spTgt spid="512"/>
                            </p:tgtEl>
                            <p:attrNameLst>
                              <p:attrName>style.visibility</p:attrName>
                            </p:attrNameLst>
                          </p:cBhvr>
                          <p:to>
                            <p:strVal val="visible"/>
                          </p:to>
                        </p:set>
                        <p:animEffect transition="in" filter="fade">
                          <p:cBhvr>
                            <p:cTn id="41" dur="800"/>
                            <p:tgtEl>
                              <p:spTgt spid="512"/>
                            </p:tgtEl>
                          </p:cBhvr>
                        </p:animEffect>
                      </p:childTnLst>
                    </p:cTn>
                  </p:par>
                  <p:par>
                    <p:cTn id="42" presetID="10" presetClass="entr" presetSubtype="0" fill="hold" grpId="13" nodeType="withEffect">
                      <p:stCondLst>
                        <p:cond delay="1950"/>
                      </p:stCondLst>
                      <p:childTnLst>
                        <p:set>
                          <p:cBhvr>
                            <p:cTn id="43" dur="1" fill="hold"/>
                            <p:tgtEl>
                              <p:spTgt spid="513"/>
                            </p:tgtEl>
                            <p:attrNameLst>
                              <p:attrName>style.visibility</p:attrName>
                            </p:attrNameLst>
                          </p:cBhvr>
                          <p:to>
                            <p:strVal val="visible"/>
                          </p:to>
                        </p:set>
                        <p:animEffect transition="in" filter="fade">
                          <p:cBhvr>
                            <p:cTn id="44" dur="800"/>
                            <p:tgtEl>
                              <p:spTgt spid="513"/>
                            </p:tgtEl>
                          </p:cBhvr>
                        </p:animEffect>
                      </p:childTnLst>
                    </p:cTn>
                  </p:par>
                  <p:par>
                    <p:cTn id="45" presetID="10" presetClass="entr" presetSubtype="0" fill="hold" grpId="14" nodeType="withEffect">
                      <p:stCondLst>
                        <p:cond delay="2100"/>
                      </p:stCondLst>
                      <p:childTnLst>
                        <p:set>
                          <p:cBhvr>
                            <p:cTn id="46" dur="1" fill="hold"/>
                            <p:tgtEl>
                              <p:spTgt spid="514"/>
                            </p:tgtEl>
                            <p:attrNameLst>
                              <p:attrName>style.visibility</p:attrName>
                            </p:attrNameLst>
                          </p:cBhvr>
                          <p:to>
                            <p:strVal val="visible"/>
                          </p:to>
                        </p:set>
                        <p:animEffect transition="in" filter="fade">
                          <p:cBhvr>
                            <p:cTn id="47" dur="800"/>
                            <p:tgtEl>
                              <p:spTgt spid="514"/>
                            </p:tgtEl>
                          </p:cBhvr>
                        </p:animEffect>
                      </p:childTnLst>
                    </p:cTn>
                  </p:par>
                  <p:par>
                    <p:cTn id="48" presetID="10" presetClass="entr" presetSubtype="0" fill="hold" grpId="15" nodeType="withEffect">
                      <p:stCondLst>
                        <p:cond delay="2250"/>
                      </p:stCondLst>
                      <p:childTnLst>
                        <p:set>
                          <p:cBhvr>
                            <p:cTn id="49" dur="1" fill="hold"/>
                            <p:tgtEl>
                              <p:spTgt spid="515"/>
                            </p:tgtEl>
                            <p:attrNameLst>
                              <p:attrName>style.visibility</p:attrName>
                            </p:attrNameLst>
                          </p:cBhvr>
                          <p:to>
                            <p:strVal val="visible"/>
                          </p:to>
                        </p:set>
                        <p:animEffect transition="in" filter="fade">
                          <p:cBhvr>
                            <p:cTn id="50" dur="800"/>
                            <p:tgtEl>
                              <p:spTgt spid="515"/>
                            </p:tgtEl>
                          </p:cBhvr>
                        </p:animEffect>
                      </p:childTnLst>
                    </p:cTn>
                  </p:par>
                  <p:par>
                    <p:cTn id="51" presetID="10" presetClass="entr" presetSubtype="0" fill="hold" grpId="16" nodeType="withEffect">
                      <p:stCondLst>
                        <p:cond delay="2400"/>
                      </p:stCondLst>
                      <p:childTnLst>
                        <p:set>
                          <p:cBhvr>
                            <p:cTn id="52" dur="1" fill="hold"/>
                            <p:tgtEl>
                              <p:spTgt spid="516"/>
                            </p:tgtEl>
                            <p:attrNameLst>
                              <p:attrName>style.visibility</p:attrName>
                            </p:attrNameLst>
                          </p:cBhvr>
                          <p:to>
                            <p:strVal val="visible"/>
                          </p:to>
                        </p:set>
                        <p:animEffect transition="in" filter="fade">
                          <p:cBhvr>
                            <p:cTn id="53" dur="800"/>
                            <p:tgtEl>
                              <p:spTgt spid="516"/>
                            </p:tgtEl>
                          </p:cBhvr>
                        </p:animEffect>
                      </p:childTnLst>
                    </p:cTn>
                  </p:par>
                  <p:par>
                    <p:cTn id="54" presetID="10" presetClass="entr" presetSubtype="0" fill="hold" grpId="17" nodeType="withEffect">
                      <p:stCondLst>
                        <p:cond delay="2550"/>
                      </p:stCondLst>
                      <p:childTnLst>
                        <p:set>
                          <p:cBhvr>
                            <p:cTn id="55" dur="1" fill="hold"/>
                            <p:tgtEl>
                              <p:spTgt spid="517"/>
                            </p:tgtEl>
                            <p:attrNameLst>
                              <p:attrName>style.visibility</p:attrName>
                            </p:attrNameLst>
                          </p:cBhvr>
                          <p:to>
                            <p:strVal val="visible"/>
                          </p:to>
                        </p:set>
                        <p:animEffect transition="in" filter="fade">
                          <p:cBhvr>
                            <p:cTn id="56" dur="800"/>
                            <p:tgtEl>
                              <p:spTgt spid="517"/>
                            </p:tgtEl>
                          </p:cBhvr>
                        </p:animEffect>
                      </p:childTnLst>
                    </p:cTn>
                  </p:par>
                  <p:par>
                    <p:cTn id="57" presetID="10" presetClass="entr" presetSubtype="0" fill="hold" grpId="18" nodeType="withEffect">
                      <p:stCondLst>
                        <p:cond delay="2700"/>
                      </p:stCondLst>
                      <p:childTnLst>
                        <p:set>
                          <p:cBhvr>
                            <p:cTn id="58" dur="1" fill="hold"/>
                            <p:tgtEl>
                              <p:spTgt spid="518"/>
                            </p:tgtEl>
                            <p:attrNameLst>
                              <p:attrName>style.visibility</p:attrName>
                            </p:attrNameLst>
                          </p:cBhvr>
                          <p:to>
                            <p:strVal val="visible"/>
                          </p:to>
                        </p:set>
                        <p:animEffect transition="in" filter="fade">
                          <p:cBhvr>
                            <p:cTn id="59" dur="800"/>
                            <p:tgtEl>
                              <p:spTgt spid="518"/>
                            </p:tgtEl>
                          </p:cBhvr>
                        </p:animEffect>
                      </p:childTnLst>
                    </p:cTn>
                  </p:par>
                  <p:par>
                    <p:cTn id="60" presetID="10" presetClass="entr" presetSubtype="0" fill="hold" grpId="19" nodeType="withEffect">
                      <p:stCondLst>
                        <p:cond delay="2850"/>
                      </p:stCondLst>
                      <p:childTnLst>
                        <p:set>
                          <p:cBhvr>
                            <p:cTn id="61" dur="1" fill="hold"/>
                            <p:tgtEl>
                              <p:spTgt spid="2"/>
                            </p:tgtEl>
                            <p:attrNameLst>
                              <p:attrName>style.visibility</p:attrName>
                            </p:attrNameLst>
                          </p:cBhvr>
                          <p:to>
                            <p:strVal val="visible"/>
                          </p:to>
                        </p:set>
                        <p:animEffect transition="in" filter="fade">
                          <p:cBhvr>
                            <p:cTn id="62" dur="800"/>
                            <p:tgtEl>
                              <p:spTgt spid="2"/>
                            </p:tgtEl>
                          </p:cBhvr>
                        </p:animEffect>
                      </p:childTnLst>
                    </p:cTn>
                  </p:par>
                  <p:par>
                    <p:cTn id="63" presetID="10" presetClass="entr" presetSubtype="0" fill="hold" grpId="20" nodeType="withEffect">
                      <p:stCondLst>
                        <p:cond delay="3000"/>
                      </p:stCondLst>
                      <p:childTnLst>
                        <p:set>
                          <p:cBhvr>
                            <p:cTn id="64" dur="1" fill="hold"/>
                            <p:tgtEl>
                              <p:spTgt spid="3"/>
                            </p:tgtEl>
                            <p:attrNameLst>
                              <p:attrName>style.visibility</p:attrName>
                            </p:attrNameLst>
                          </p:cBhvr>
                          <p:to>
                            <p:strVal val="visible"/>
                          </p:to>
                        </p:set>
                        <p:animEffect transition="in" filter="fade">
                          <p:cBhvr>
                            <p:cTn id="65" dur="800"/>
                            <p:tgtEl>
                              <p:spTgt spid="3"/>
                            </p:tgtEl>
                          </p:cBhvr>
                        </p:animEffect>
                      </p:childTnLst>
                    </p:cTn>
                  </p:par>
                  <p:par>
                    <p:cTn id="66" presetID="10" presetClass="entr" presetSubtype="0" fill="hold" grpId="21" nodeType="withEffect">
                      <p:stCondLst>
                        <p:cond delay="3150"/>
                      </p:stCondLst>
                      <p:childTnLst>
                        <p:set>
                          <p:cBhvr>
                            <p:cTn id="67" dur="1" fill="hold"/>
                            <p:tgtEl>
                              <p:spTgt spid="4"/>
                            </p:tgtEl>
                            <p:attrNameLst>
                              <p:attrName>style.visibility</p:attrName>
                            </p:attrNameLst>
                          </p:cBhvr>
                          <p:to>
                            <p:strVal val="visible"/>
                          </p:to>
                        </p:set>
                        <p:animEffect transition="in" filter="fade">
                          <p:cBhvr>
                            <p:cTn id="68" dur="800"/>
                            <p:tgtEl>
                              <p:spTgt spid="4"/>
                            </p:tgtEl>
                          </p:cBhvr>
                        </p:animEffect>
                      </p:childTnLst>
                    </p:cTn>
                  </p:par>
                  <p:par>
                    <p:cTn id="69" presetID="10" presetClass="entr" presetSubtype="0" fill="hold" grpId="22" nodeType="withEffect">
                      <p:stCondLst>
                        <p:cond delay="3300"/>
                      </p:stCondLst>
                      <p:childTnLst>
                        <p:set>
                          <p:cBhvr>
                            <p:cTn id="70" dur="1" fill="hold"/>
                            <p:tgtEl>
                              <p:spTgt spid="7"/>
                            </p:tgtEl>
                            <p:attrNameLst>
                              <p:attrName>style.visibility</p:attrName>
                            </p:attrNameLst>
                          </p:cBhvr>
                          <p:to>
                            <p:strVal val="visible"/>
                          </p:to>
                        </p:set>
                        <p:animEffect transition="in" filter="fade">
                          <p:cBhvr>
                            <p:cTn id="71" dur="800"/>
                            <p:tgtEl>
                              <p:spTgt spid="7"/>
                            </p:tgtEl>
                          </p:cBhvr>
                        </p:animEffect>
                      </p:childTnLst>
                    </p:cTn>
                  </p:par>
                  <p:par>
                    <p:cTn id="72" presetID="10" presetClass="entr" presetSubtype="0" fill="hold" grpId="23" nodeType="withEffect">
                      <p:stCondLst>
                        <p:cond delay="3450"/>
                      </p:stCondLst>
                      <p:childTnLst>
                        <p:set>
                          <p:cBhvr>
                            <p:cTn id="73" dur="1" fill="hold"/>
                            <p:tgtEl>
                              <p:spTgt spid="8"/>
                            </p:tgtEl>
                            <p:attrNameLst>
                              <p:attrName>style.visibility</p:attrName>
                            </p:attrNameLst>
                          </p:cBhvr>
                          <p:to>
                            <p:strVal val="visible"/>
                          </p:to>
                        </p:set>
                        <p:animEffect transition="in" filter="fade">
                          <p:cBhvr>
                            <p:cTn id="74" dur="800"/>
                            <p:tgtEl>
                              <p:spTgt spid="8"/>
                            </p:tgtEl>
                          </p:cBhvr>
                        </p:animEffect>
                      </p:childTnLst>
                    </p:cTn>
                  </p:par>
                  <p:par>
                    <p:cTn id="75" presetID="10" presetClass="entr" presetSubtype="0" fill="hold" grpId="24" nodeType="withEffect">
                      <p:stCondLst>
                        <p:cond delay="3600"/>
                      </p:stCondLst>
                      <p:childTnLst>
                        <p:set>
                          <p:cBhvr>
                            <p:cTn id="76" dur="1" fill="hold"/>
                            <p:tgtEl>
                              <p:spTgt spid="9"/>
                            </p:tgtEl>
                            <p:attrNameLst>
                              <p:attrName>style.visibility</p:attrName>
                            </p:attrNameLst>
                          </p:cBhvr>
                          <p:to>
                            <p:strVal val="visible"/>
                          </p:to>
                        </p:set>
                        <p:animEffect transition="in" filter="fade">
                          <p:cBhvr>
                            <p:cTn id="77" dur="800"/>
                            <p:tgtEl>
                              <p:spTgt spid="9"/>
                            </p:tgtEl>
                          </p:cBhvr>
                        </p:animEffect>
                      </p:childTnLst>
                    </p:cTn>
                  </p:par>
                  <p:par>
                    <p:cTn id="78" presetID="10" presetClass="entr" presetSubtype="0" fill="hold" grpId="25" nodeType="withEffect">
                      <p:stCondLst>
                        <p:cond delay="3750"/>
                      </p:stCondLst>
                      <p:childTnLst>
                        <p:set>
                          <p:cBhvr>
                            <p:cTn id="79" dur="1" fill="hold"/>
                            <p:tgtEl>
                              <p:spTgt spid="10"/>
                            </p:tgtEl>
                            <p:attrNameLst>
                              <p:attrName>style.visibility</p:attrName>
                            </p:attrNameLst>
                          </p:cBhvr>
                          <p:to>
                            <p:strVal val="visible"/>
                          </p:to>
                        </p:set>
                        <p:animEffect transition="in" filter="fade">
                          <p:cBhvr>
                            <p:cTn id="80" dur="800"/>
                            <p:tgtEl>
                              <p:spTgt spid="10"/>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516" grpId="16" uiExpand="1" build="p"/>
      <p:bldP spid="517" grpId="17" uiExpand="1" build="p"/>
      <p:bldP spid="518" grpId="18" uiExpand="1" build="p"/>
      <p:bldP spid="2" grpId="19" uiExpand="1" build="p"/>
      <p:bldP spid="3" grpId="20" uiExpand="1" build="p"/>
      <p:bldP spid="4" grpId="21" uiExpand="1" build="p"/>
      <p:bldP spid="7" grpId="22" uiExpand="1" build="p"/>
      <p:bldP spid="8" grpId="23" uiExpand="1" build="p"/>
      <p:bldP spid="9" grpId="24" uiExpand="1" build="p"/>
      <p:bldP spid="10" grpId="25"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