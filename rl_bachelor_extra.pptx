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Default Extension="wav" ContentType="audio/wav"/>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66" r:id="rId4"/>
    <p:sldId id="258" r:id="rId5"/>
    <p:sldId id="259" r:id="rId6"/>
    <p:sldId id="260" r:id="rId7"/>
    <p:sldId id="263" r:id="rId8"/>
    <p:sldId id="264" r:id="rId9"/>
    <p:sldId id="265" r:id="rId1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2913063" y="0"/>
            <a:ext cx="2228850" cy="458788"/>
          </a:xfrm>
          <a:prstGeom prst="rect">
            <a:avLst/>
          </a:prstGeom>
        </p:spPr>
        <p:txBody>
          <a:bodyPr vert="horz" lIns="91440" tIns="45720" rIns="91440" bIns="45720" rtlCol="0"/>
          <a:lstStyle>
            <a:lvl1pPr algn="r">
              <a:defRPr sz="1200"/>
            </a:lvl1pPr>
          </a:lstStyle>
          <a:p>
            <a:fld id="{183D6434-3C88-4B39-BEFA-BD907CBD84B7}" type="datetimeFigureOut">
              <a:t>7/23/26</a:t>
            </a:fld>
            <a:endParaRPr lang="en-US"/>
          </a:p>
        </p:txBody>
      </p:sp>
      <p:sp>
        <p:nvSpPr>
          <p:cNvPr id="4" name="Slide Image Placeholder 3"/>
          <p:cNvSpPr>
            <a:spLocks noGrp="1" noRot="1" noChangeAspect="1"/>
          </p:cNvSpPr>
          <p:nvPr>
            <p:ph type="sldImg" idx="2"/>
          </p:nvPr>
        </p:nvSpPr>
        <p:spPr>
          <a:xfrm>
            <a:off x="-17145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514350" y="4400550"/>
            <a:ext cx="41148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22885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2913063" y="8685213"/>
            <a:ext cx="2228850" cy="458787"/>
          </a:xfrm>
          <a:prstGeom prst="rect">
            <a:avLst/>
          </a:prstGeom>
        </p:spPr>
        <p:txBody>
          <a:bodyPr vert="horz" lIns="91440" tIns="45720" rIns="91440" bIns="45720" rtlCol="0" anchor="b"/>
          <a:lstStyle>
            <a:lvl1pPr algn="r">
              <a:defRPr sz="1200"/>
            </a:lvl1pPr>
          </a:lstStyle>
          <a:p>
            <a:fld id="{A185807C-A129-4F14-8335-90EB6958D291}" type="slidenum">
              <a:t>‹#›</a:t>
            </a:fld>
            <a:endParaRPr lang="en-US"/>
          </a:p>
        </p:txBody>
      </p:sp>
    </p:spTree>
    <p:extLst>
      <p:ext uri="{BB962C8B-B14F-4D97-AF65-F5344CB8AC3E}">
        <p14:creationId xmlns:p14="http://schemas.microsoft.com/office/powerpoint/2010/main" val="2172232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hyperlink" Target="https://www.reddit.com/r/RocketLeagueEsports/comments/1qwww68/rocket_league_is_the_hardest_game_to_go_pro_in_is/" TargetMode="External"/><Relationship Id="rId3" Type="http://schemas.openxmlformats.org/officeDocument/2006/relationships/hyperlink" Target="https://www.raiderreader.org/with-its-new-season-it-is-time-to-ask-is-rocket-league-the-most-challenging-game/" TargetMode="External"/><Relationship Id="rId7" Type="http://schemas.openxmlformats.org/officeDocument/2006/relationships/hyperlink" Target="https://www.reddit.com/r/RocketLeague/comments/1e3puex/is_rocket_league_the_hardest_game/" TargetMode="External"/><Relationship Id="rId2" Type="http://schemas.openxmlformats.org/officeDocument/2006/relationships/hyperlink" Target="https://www.youtube.com/watch?v=98kdfRgTxtw&amp;t=53" TargetMode="External"/><Relationship Id="rId1" Type="http://schemas.openxmlformats.org/officeDocument/2006/relationships/slideLayout" Target="../slideLayouts/slideLayout1.xml"/><Relationship Id="rId6" Type="http://schemas.openxmlformats.org/officeDocument/2006/relationships/hyperlink" Target="https://www.tiktok.com/@thescoreesports/video/7356708564431424774" TargetMode="External"/><Relationship Id="rId5" Type="http://schemas.openxmlformats.org/officeDocument/2006/relationships/hyperlink" Target="https://www.quora.com/Why-is-Rocket-League-so-hard" TargetMode="External"/><Relationship Id="rId10" Type="http://schemas.openxmlformats.org/officeDocument/2006/relationships/image" Target="../media/image5.png"/><Relationship Id="rId4" Type="http://schemas.openxmlformats.org/officeDocument/2006/relationships/hyperlink" Target="https://www.reddit.com/r/esports/comments/1pi4yee/which_has_a_higher_skill_gap_rocket_league_or/" TargetMode="External"/><Relationship Id="rId9" Type="http://schemas.openxmlformats.org/officeDocument/2006/relationships/hyperlink" Target="https://www.reddit.com/r/RocketLeague/comments/1r6zh71/clix_says_rocket_league_is_easier_than_fortnite/"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6858000" y="-457200"/>
            <a:ext cx="2743200" cy="2743200"/>
          </a:xfrm>
          <a:prstGeom prst="ellipse">
            <a:avLst/>
          </a:prstGeom>
          <a:solidFill>
            <a:srgbClr val="2196F3">
              <a:alpha val="6000"/>
            </a:srgbClr>
          </a:solidFill>
          <a:ln>
            <a:noFill/>
          </a:ln>
        </p:spPr>
      </p:sp>
      <p:sp>
        <p:nvSpPr>
          <p:cNvPr id="501" name="d501"/>
          <p:cNvSpPr/>
          <p:nvPr/>
        </p:nvSpPr>
        <p:spPr>
          <a:xfrm>
            <a:off x="-1828800" y="3314700"/>
            <a:ext cx="3657600" cy="3657600"/>
          </a:xfrm>
          <a:prstGeom prst="ellipse">
            <a:avLst/>
          </a:prstGeom>
          <a:solidFill>
            <a:srgbClr val="FF6D00">
              <a:alpha val="5000"/>
            </a:srgbClr>
          </a:solidFill>
          <a:ln>
            <a:noFill/>
          </a:ln>
        </p:spPr>
      </p:sp>
      <p:sp>
        <p:nvSpPr>
          <p:cNvPr id="502" name="d502"/>
          <p:cNvSpPr/>
          <p:nvPr/>
        </p:nvSpPr>
        <p:spPr>
          <a:xfrm>
            <a:off x="2286000" y="285750"/>
            <a:ext cx="4572000" cy="4572000"/>
          </a:xfrm>
          <a:prstGeom prst="ellipse">
            <a:avLst/>
          </a:prstGeom>
          <a:solidFill>
            <a:srgbClr val="00BCD4">
              <a:alpha val="3000"/>
            </a:srgbClr>
          </a:solidFill>
          <a:ln>
            <a:noFill/>
          </a:ln>
        </p:spPr>
      </p:sp>
      <p:sp>
        <p:nvSpPr>
          <p:cNvPr id="503" name="d503"/>
          <p:cNvSpPr/>
          <p:nvPr/>
        </p:nvSpPr>
        <p:spPr>
          <a:xfrm>
            <a:off x="1371600" y="0"/>
            <a:ext cx="1828800" cy="1828800"/>
          </a:xfrm>
          <a:prstGeom prst="ellipse">
            <a:avLst/>
          </a:prstGeom>
          <a:solidFill>
            <a:srgbClr val="9C27B0">
              <a:alpha val="5000"/>
            </a:srgbClr>
          </a:solidFill>
          <a:ln>
            <a:noFill/>
          </a:ln>
        </p:spPr>
      </p:sp>
      <p:sp>
        <p:nvSpPr>
          <p:cNvPr id="504" name="d504"/>
          <p:cNvSpPr/>
          <p:nvPr/>
        </p:nvSpPr>
        <p:spPr>
          <a:xfrm>
            <a:off x="1371600" y="-1085850"/>
            <a:ext cx="6400800" cy="6400800"/>
          </a:xfrm>
          <a:prstGeom prst="ellipse">
            <a:avLst/>
          </a:prstGeom>
          <a:noFill/>
          <a:ln w="20000">
            <a:solidFill>
              <a:srgbClr val="FF6D00">
                <a:alpha val="12000"/>
              </a:srgbClr>
            </a:solidFill>
          </a:ln>
          <a:effectLst>
            <a:glow rad="300000">
              <a:srgbClr val="FF6D00">
                <a:alpha val="42000"/>
              </a:srgbClr>
            </a:glow>
          </a:effectLst>
        </p:spPr>
      </p:sp>
      <p:sp>
        <p:nvSpPr>
          <p:cNvPr id="505" name="d505"/>
          <p:cNvSpPr/>
          <p:nvPr/>
        </p:nvSpPr>
        <p:spPr>
          <a:xfrm>
            <a:off x="2286000" y="-171450"/>
            <a:ext cx="4572000" cy="4572000"/>
          </a:xfrm>
          <a:prstGeom prst="ellipse">
            <a:avLst/>
          </a:prstGeom>
          <a:noFill/>
          <a:ln w="15000">
            <a:solidFill>
              <a:srgbClr val="00BCD4">
                <a:alpha val="8000"/>
              </a:srgbClr>
            </a:solidFill>
          </a:ln>
          <a:effectLst>
            <a:glow rad="200000">
              <a:srgbClr val="00BCD4">
                <a:alpha val="38000"/>
              </a:srgbClr>
            </a:glow>
          </a:effectLst>
        </p:spPr>
      </p:sp>
      <p:sp>
        <p:nvSpPr>
          <p:cNvPr id="506" name="d506"/>
          <p:cNvSpPr/>
          <p:nvPr/>
        </p:nvSpPr>
        <p:spPr>
          <a:xfrm>
            <a:off x="0" y="-457200"/>
            <a:ext cx="1828800" cy="1828800"/>
          </a:xfrm>
          <a:prstGeom prst="hexagon">
            <a:avLst/>
          </a:prstGeom>
          <a:noFill/>
          <a:ln w="25400">
            <a:solidFill>
              <a:srgbClr val="2196F3">
                <a:alpha val="10000"/>
              </a:srgbClr>
            </a:solidFill>
          </a:ln>
          <a:effectLst>
            <a:glow rad="200000">
              <a:srgbClr val="2196F3">
                <a:alpha val="30000"/>
              </a:srgbClr>
            </a:glow>
          </a:effectLst>
        </p:spPr>
      </p:sp>
      <p:sp>
        <p:nvSpPr>
          <p:cNvPr id="507" name="d507"/>
          <p:cNvSpPr/>
          <p:nvPr/>
        </p:nvSpPr>
        <p:spPr>
          <a:xfrm>
            <a:off x="7315200" y="3314700"/>
            <a:ext cx="1828800" cy="1828800"/>
          </a:xfrm>
          <a:prstGeom prst="hexagon">
            <a:avLst/>
          </a:prstGeom>
          <a:noFill/>
          <a:ln w="25400">
            <a:solidFill>
              <a:srgbClr val="FF6D00">
                <a:alpha val="10000"/>
              </a:srgbClr>
            </a:solidFill>
          </a:ln>
          <a:effectLst>
            <a:glow rad="200000">
              <a:srgbClr val="FF6D00">
                <a:alpha val="30000"/>
              </a:srgbClr>
            </a:glow>
          </a:effectLst>
        </p:spPr>
      </p:sp>
      <p:sp>
        <p:nvSpPr>
          <p:cNvPr id="508" name="d508"/>
          <p:cNvSpPr/>
          <p:nvPr/>
        </p:nvSpPr>
        <p:spPr>
          <a:xfrm>
            <a:off x="1828800" y="3400425"/>
            <a:ext cx="914400" cy="914400"/>
          </a:xfrm>
          <a:prstGeom prst="hexagon">
            <a:avLst/>
          </a:prstGeom>
          <a:noFill/>
          <a:ln w="25400">
            <a:solidFill>
              <a:srgbClr val="00BCD4">
                <a:alpha val="8000"/>
              </a:srgbClr>
            </a:solidFill>
          </a:ln>
          <a:effectLst>
            <a:glow rad="200000">
              <a:srgbClr val="00BCD4">
                <a:alpha val="28000"/>
              </a:srgbClr>
            </a:glow>
          </a:effectLst>
        </p:spPr>
      </p:sp>
      <p:sp>
        <p:nvSpPr>
          <p:cNvPr id="509" name="d509"/>
          <p:cNvSpPr/>
          <p:nvPr/>
        </p:nvSpPr>
        <p:spPr>
          <a:xfrm>
            <a:off x="6400800" y="0"/>
            <a:ext cx="914400" cy="914400"/>
          </a:xfrm>
          <a:prstGeom prst="hexagon">
            <a:avLst/>
          </a:prstGeom>
          <a:noFill/>
          <a:ln w="25400">
            <a:solidFill>
              <a:srgbClr val="FF6D00">
                <a:alpha val="8000"/>
              </a:srgbClr>
            </a:solidFill>
          </a:ln>
          <a:effectLst>
            <a:glow rad="200000">
              <a:srgbClr val="FF6D00">
                <a:alpha val="28000"/>
              </a:srgbClr>
            </a:glow>
          </a:effectLst>
        </p:spPr>
      </p:sp>
      <p:sp>
        <p:nvSpPr>
          <p:cNvPr id="510" name="d510"/>
          <p:cNvSpPr/>
          <p:nvPr/>
        </p:nvSpPr>
        <p:spPr>
          <a:xfrm rot="720000">
            <a:off x="914400" y="905400"/>
            <a:ext cx="7315200" cy="18000"/>
          </a:xfrm>
          <a:prstGeom prst="rect">
            <a:avLst/>
          </a:prstGeom>
          <a:solidFill>
            <a:srgbClr val="FFFFFF">
              <a:alpha val="8000"/>
            </a:srgbClr>
          </a:solidFill>
          <a:ln>
            <a:noFill/>
          </a:ln>
        </p:spPr>
      </p:sp>
      <p:sp>
        <p:nvSpPr>
          <p:cNvPr id="511" name="d511"/>
          <p:cNvSpPr/>
          <p:nvPr/>
        </p:nvSpPr>
        <p:spPr>
          <a:xfrm rot="720000">
            <a:off x="914400" y="1362600"/>
            <a:ext cx="7315200" cy="18000"/>
          </a:xfrm>
          <a:prstGeom prst="rect">
            <a:avLst/>
          </a:prstGeom>
          <a:solidFill>
            <a:srgbClr val="00BCD4">
              <a:alpha val="10000"/>
            </a:srgbClr>
          </a:solidFill>
          <a:ln>
            <a:noFill/>
          </a:ln>
        </p:spPr>
      </p:sp>
      <p:sp>
        <p:nvSpPr>
          <p:cNvPr id="512" name="d512"/>
          <p:cNvSpPr/>
          <p:nvPr/>
        </p:nvSpPr>
        <p:spPr>
          <a:xfrm rot="-720000">
            <a:off x="914400" y="4220100"/>
            <a:ext cx="7315200" cy="18000"/>
          </a:xfrm>
          <a:prstGeom prst="rect">
            <a:avLst/>
          </a:prstGeom>
          <a:solidFill>
            <a:srgbClr val="FF6D00">
              <a:alpha val="8000"/>
            </a:srgbClr>
          </a:solidFill>
          <a:ln>
            <a:noFill/>
          </a:ln>
        </p:spPr>
      </p:sp>
      <p:sp>
        <p:nvSpPr>
          <p:cNvPr id="513" name="d513"/>
          <p:cNvSpPr/>
          <p:nvPr/>
        </p:nvSpPr>
        <p:spPr>
          <a:xfrm rot="-720000">
            <a:off x="914400" y="3848625"/>
            <a:ext cx="7315200" cy="18000"/>
          </a:xfrm>
          <a:prstGeom prst="rect">
            <a:avLst/>
          </a:prstGeom>
          <a:solidFill>
            <a:srgbClr val="FFFFFF">
              <a:alpha val="6000"/>
            </a:srgbClr>
          </a:solidFill>
          <a:ln>
            <a:noFill/>
          </a:ln>
        </p:spPr>
      </p:sp>
      <p:sp>
        <p:nvSpPr>
          <p:cNvPr id="514" name="d514"/>
          <p:cNvSpPr/>
          <p:nvPr/>
        </p:nvSpPr>
        <p:spPr>
          <a:xfrm>
            <a:off x="228600" y="2343150"/>
            <a:ext cx="457200" cy="457200"/>
          </a:xfrm>
          <a:prstGeom prst="star4">
            <a:avLst/>
          </a:prstGeom>
          <a:solidFill>
            <a:srgbClr val="FF6D00">
              <a:alpha val="20000"/>
            </a:srgbClr>
          </a:solidFill>
          <a:ln>
            <a:noFill/>
          </a:ln>
          <a:effectLst>
            <a:glow rad="152400">
              <a:srgbClr val="FF6D00">
                <a:alpha val="40000"/>
              </a:srgbClr>
            </a:glow>
          </a:effectLst>
        </p:spPr>
      </p:sp>
      <p:sp>
        <p:nvSpPr>
          <p:cNvPr id="515" name="d515"/>
          <p:cNvSpPr/>
          <p:nvPr/>
        </p:nvSpPr>
        <p:spPr>
          <a:xfrm>
            <a:off x="8534400" y="1562100"/>
            <a:ext cx="304800" cy="304800"/>
          </a:xfrm>
          <a:prstGeom prst="star4">
            <a:avLst/>
          </a:prstGeom>
          <a:solidFill>
            <a:srgbClr val="00BCD4">
              <a:alpha val="20000"/>
            </a:srgbClr>
          </a:solidFill>
          <a:ln>
            <a:noFill/>
          </a:ln>
          <a:effectLst>
            <a:glow rad="101600">
              <a:srgbClr val="00BCD4">
                <a:alpha val="40000"/>
              </a:srgbClr>
            </a:glow>
          </a:effectLst>
        </p:spPr>
      </p:sp>
      <p:sp>
        <p:nvSpPr>
          <p:cNvPr id="516" name="d516"/>
          <p:cNvSpPr/>
          <p:nvPr/>
        </p:nvSpPr>
        <p:spPr>
          <a:xfrm>
            <a:off x="2133600" y="3705225"/>
            <a:ext cx="304800" cy="304800"/>
          </a:xfrm>
          <a:prstGeom prst="star4">
            <a:avLst/>
          </a:prstGeom>
          <a:solidFill>
            <a:srgbClr val="FFFFFF">
              <a:alpha val="20000"/>
            </a:srgbClr>
          </a:solidFill>
          <a:ln>
            <a:noFill/>
          </a:ln>
          <a:effectLst>
            <a:glow rad="101600">
              <a:srgbClr val="FFFFFF">
                <a:alpha val="40000"/>
              </a:srgbClr>
            </a:glow>
          </a:effectLst>
        </p:spPr>
      </p:sp>
      <p:sp>
        <p:nvSpPr>
          <p:cNvPr id="517" name="d517"/>
          <p:cNvSpPr/>
          <p:nvPr/>
        </p:nvSpPr>
        <p:spPr>
          <a:xfrm>
            <a:off x="6629400" y="1057275"/>
            <a:ext cx="457200" cy="457200"/>
          </a:xfrm>
          <a:prstGeom prst="star4">
            <a:avLst/>
          </a:prstGeom>
          <a:solidFill>
            <a:srgbClr val="FF6D00">
              <a:alpha val="20000"/>
            </a:srgbClr>
          </a:solidFill>
          <a:ln>
            <a:noFill/>
          </a:ln>
          <a:effectLst>
            <a:glow rad="152400">
              <a:srgbClr val="FF6D00">
                <a:alpha val="40000"/>
              </a:srgbClr>
            </a:glow>
          </a:effectLst>
        </p:spPr>
      </p:sp>
      <p:sp>
        <p:nvSpPr>
          <p:cNvPr id="518" name="d518"/>
          <p:cNvSpPr/>
          <p:nvPr/>
        </p:nvSpPr>
        <p:spPr>
          <a:xfrm>
            <a:off x="427200" y="427200"/>
            <a:ext cx="60000" cy="60000"/>
          </a:xfrm>
          <a:prstGeom prst="ellipse">
            <a:avLst/>
          </a:prstGeom>
          <a:solidFill>
            <a:srgbClr val="FF6D00">
              <a:alpha val="80000"/>
            </a:srgbClr>
          </a:solidFill>
          <a:ln>
            <a:noFill/>
          </a:ln>
        </p:spPr>
      </p:sp>
      <p:sp>
        <p:nvSpPr>
          <p:cNvPr id="519" name="d519"/>
          <p:cNvSpPr/>
          <p:nvPr/>
        </p:nvSpPr>
        <p:spPr>
          <a:xfrm>
            <a:off x="1795800" y="271800"/>
            <a:ext cx="66000" cy="66000"/>
          </a:xfrm>
          <a:prstGeom prst="ellipse">
            <a:avLst/>
          </a:prstGeom>
          <a:solidFill>
            <a:srgbClr val="00BCD4">
              <a:alpha val="70000"/>
            </a:srgbClr>
          </a:solidFill>
          <a:ln>
            <a:noFill/>
          </a:ln>
        </p:spPr>
      </p:sp>
      <p:sp>
        <p:nvSpPr>
          <p:cNvPr id="520" name="d520"/>
          <p:cNvSpPr/>
          <p:nvPr/>
        </p:nvSpPr>
        <p:spPr>
          <a:xfrm>
            <a:off x="3621600" y="192600"/>
            <a:ext cx="72000" cy="72000"/>
          </a:xfrm>
          <a:prstGeom prst="ellipse">
            <a:avLst/>
          </a:prstGeom>
          <a:solidFill>
            <a:srgbClr val="FFFFFF">
              <a:alpha val="50000"/>
            </a:srgbClr>
          </a:solidFill>
          <a:ln>
            <a:noFill/>
          </a:ln>
        </p:spPr>
      </p:sp>
      <p:sp>
        <p:nvSpPr>
          <p:cNvPr id="521" name="d521"/>
          <p:cNvSpPr/>
          <p:nvPr/>
        </p:nvSpPr>
        <p:spPr>
          <a:xfrm>
            <a:off x="6361800" y="418200"/>
            <a:ext cx="78000" cy="78000"/>
          </a:xfrm>
          <a:prstGeom prst="ellipse">
            <a:avLst/>
          </a:prstGeom>
          <a:solidFill>
            <a:srgbClr val="2196F3">
              <a:alpha val="80000"/>
            </a:srgbClr>
          </a:solidFill>
          <a:ln>
            <a:noFill/>
          </a:ln>
        </p:spPr>
      </p:sp>
      <p:sp>
        <p:nvSpPr>
          <p:cNvPr id="522" name="d522"/>
          <p:cNvSpPr/>
          <p:nvPr/>
        </p:nvSpPr>
        <p:spPr>
          <a:xfrm>
            <a:off x="186600" y="1786800"/>
            <a:ext cx="84000" cy="84000"/>
          </a:xfrm>
          <a:prstGeom prst="ellipse">
            <a:avLst/>
          </a:prstGeom>
          <a:solidFill>
            <a:srgbClr val="00BCD4">
              <a:alpha val="60000"/>
            </a:srgbClr>
          </a:solidFill>
          <a:ln>
            <a:noFill/>
          </a:ln>
        </p:spPr>
      </p:sp>
      <p:sp>
        <p:nvSpPr>
          <p:cNvPr id="523" name="d523"/>
          <p:cNvSpPr/>
          <p:nvPr/>
        </p:nvSpPr>
        <p:spPr>
          <a:xfrm>
            <a:off x="7270200" y="1783800"/>
            <a:ext cx="90000" cy="90000"/>
          </a:xfrm>
          <a:prstGeom prst="ellipse">
            <a:avLst/>
          </a:prstGeom>
          <a:solidFill>
            <a:srgbClr val="FF6D00">
              <a:alpha val="70000"/>
            </a:srgbClr>
          </a:solidFill>
          <a:ln>
            <a:noFill/>
          </a:ln>
        </p:spPr>
      </p:sp>
      <p:sp>
        <p:nvSpPr>
          <p:cNvPr id="524" name="d524"/>
          <p:cNvSpPr/>
          <p:nvPr/>
        </p:nvSpPr>
        <p:spPr>
          <a:xfrm>
            <a:off x="409200" y="3609600"/>
            <a:ext cx="96000" cy="96000"/>
          </a:xfrm>
          <a:prstGeom prst="ellipse">
            <a:avLst/>
          </a:prstGeom>
          <a:solidFill>
            <a:srgbClr val="FFFFFF">
              <a:alpha val="50000"/>
            </a:srgbClr>
          </a:solidFill>
          <a:ln>
            <a:noFill/>
          </a:ln>
        </p:spPr>
      </p:sp>
      <p:sp>
        <p:nvSpPr>
          <p:cNvPr id="525" name="d525"/>
          <p:cNvSpPr/>
          <p:nvPr/>
        </p:nvSpPr>
        <p:spPr>
          <a:xfrm>
            <a:off x="4521000" y="4863900"/>
            <a:ext cx="102000" cy="102000"/>
          </a:xfrm>
          <a:prstGeom prst="ellipse">
            <a:avLst/>
          </a:prstGeom>
          <a:solidFill>
            <a:srgbClr val="2196F3">
              <a:alpha val="70000"/>
            </a:srgbClr>
          </a:solidFill>
          <a:ln>
            <a:noFill/>
          </a:ln>
        </p:spPr>
      </p:sp>
      <p:sp>
        <p:nvSpPr>
          <p:cNvPr id="526" name="d526"/>
          <p:cNvSpPr/>
          <p:nvPr/>
        </p:nvSpPr>
        <p:spPr>
          <a:xfrm>
            <a:off x="8861400" y="2517750"/>
            <a:ext cx="108000" cy="108000"/>
          </a:xfrm>
          <a:prstGeom prst="ellipse">
            <a:avLst/>
          </a:prstGeom>
          <a:solidFill>
            <a:srgbClr val="00BCD4">
              <a:alpha val="60000"/>
            </a:srgbClr>
          </a:solidFill>
          <a:ln>
            <a:noFill/>
          </a:ln>
        </p:spPr>
      </p:sp>
      <p:sp>
        <p:nvSpPr>
          <p:cNvPr id="527" name="d527"/>
          <p:cNvSpPr/>
          <p:nvPr/>
        </p:nvSpPr>
        <p:spPr>
          <a:xfrm>
            <a:off x="2686200" y="4781700"/>
            <a:ext cx="114000" cy="114000"/>
          </a:xfrm>
          <a:prstGeom prst="ellipse">
            <a:avLst/>
          </a:prstGeom>
          <a:solidFill>
            <a:srgbClr val="FF6D00">
              <a:alpha val="60000"/>
            </a:srgbClr>
          </a:solidFill>
          <a:ln>
            <a:noFill/>
          </a:ln>
        </p:spPr>
      </p:sp>
      <p:sp>
        <p:nvSpPr>
          <p:cNvPr id="2" name="Shape 0"/>
          <p:cNvSpPr/>
          <p:nvPr/>
        </p:nvSpPr>
        <p:spPr>
          <a:xfrm>
            <a:off x="6400800" y="-1377043"/>
            <a:ext cx="4114800" cy="4114800"/>
          </a:xfrm>
          <a:prstGeom prst="ellipse">
            <a:avLst/>
          </a:prstGeom>
          <a:solidFill>
            <a:srgbClr val="FF6D00">
              <a:alpha val="15000"/>
            </a:srgbClr>
          </a:solidFill>
          <a:ln/>
        </p:spPr>
      </p:sp>
      <p:sp>
        <p:nvSpPr>
          <p:cNvPr id="3" name="Shape 1"/>
          <p:cNvSpPr/>
          <p:nvPr/>
        </p:nvSpPr>
        <p:spPr>
          <a:xfrm>
            <a:off x="-1371600" y="3200400"/>
            <a:ext cx="3657600" cy="3657600"/>
          </a:xfrm>
          <a:prstGeom prst="ellipse">
            <a:avLst/>
          </a:prstGeom>
          <a:solidFill>
            <a:srgbClr val="2196F3">
              <a:alpha val="15000"/>
            </a:srgbClr>
          </a:solidFill>
          <a:ln/>
        </p:spPr>
      </p:sp>
      <p:sp>
        <p:nvSpPr>
          <p:cNvPr id="4" name="Text 2"/>
          <p:cNvSpPr/>
          <p:nvPr/>
        </p:nvSpPr>
        <p:spPr>
          <a:xfrm>
            <a:off x="457200" y="914400"/>
            <a:ext cx="8229600" cy="1097280"/>
          </a:xfrm>
          <a:prstGeom prst="rect">
            <a:avLst/>
          </a:prstGeom>
          <a:noFill/>
          <a:ln/>
        </p:spPr>
        <p:txBody>
          <a:bodyPr wrap="square" lIns="0" tIns="0" rIns="0" bIns="0" rtlCol="0" anchor="ctr"/>
          <a:lstStyle/>
          <a:p>
            <a:r>
              <a:rPr lang="en-US" sz="3600" b="1">
                <a:solidFill>
                  <a:srgbClr val="FF6D00"/>
                </a:solidFill>
                <a:latin typeface="Arial"/>
                <a:ea typeface="Arial" pitchFamily="34" charset="-122"/>
                <a:cs typeface="Arial"/>
              </a:rPr>
              <a:t>ROCKET LEAGUE PRESENTATION</a:t>
            </a:r>
            <a:r>
              <a:rPr lang="en-US" sz="3600">
                <a:solidFill>
                  <a:srgbClr val="000000"/>
                </a:solidFill>
                <a:latin typeface="Calibri"/>
                <a:ea typeface="Calibri"/>
                <a:cs typeface="Calibri"/>
              </a:rPr>
              <a:t> </a:t>
            </a:r>
            <a:endParaRPr lang="en-US" sz="3600">
              <a:ea typeface="Calibri"/>
              <a:cs typeface="Calibri"/>
            </a:endParaRPr>
          </a:p>
        </p:txBody>
      </p:sp>
      <p:sp>
        <p:nvSpPr>
          <p:cNvPr id="5" name="Text 3"/>
          <p:cNvSpPr/>
          <p:nvPr/>
        </p:nvSpPr>
        <p:spPr>
          <a:xfrm>
            <a:off x="457200" y="2011680"/>
            <a:ext cx="8229600" cy="1097280"/>
          </a:xfrm>
          <a:prstGeom prst="rect">
            <a:avLst/>
          </a:prstGeom>
          <a:noFill/>
          <a:ln/>
        </p:spPr>
        <p:txBody>
          <a:bodyPr wrap="square" lIns="0" tIns="0" rIns="0" bIns="0" rtlCol="0" anchor="ctr"/>
          <a:lstStyle/>
          <a:p>
            <a:pPr marL="0" indent="0" algn="l">
              <a:lnSpc>
                <a:spcPct val="110000"/>
              </a:lnSpc>
              <a:buNone/>
            </a:pPr>
            <a:endParaRPr lang="en-US" sz="2800" b="1">
              <a:solidFill>
                <a:srgbClr val="FFFFFF"/>
              </a:solidFill>
              <a:latin typeface="Arial"/>
              <a:cs typeface="Arial"/>
            </a:endParaRPr>
          </a:p>
        </p:txBody>
      </p:sp>
      <p:sp>
        <p:nvSpPr>
          <p:cNvPr id="6" name="Text 4"/>
          <p:cNvSpPr/>
          <p:nvPr/>
        </p:nvSpPr>
        <p:spPr>
          <a:xfrm>
            <a:off x="457200" y="3474720"/>
            <a:ext cx="8229600" cy="457200"/>
          </a:xfrm>
          <a:prstGeom prst="rect">
            <a:avLst/>
          </a:prstGeom>
          <a:noFill/>
          <a:ln/>
        </p:spPr>
        <p:txBody>
          <a:bodyPr wrap="square" lIns="0" tIns="0" rIns="0" bIns="0" rtlCol="0" anchor="ctr"/>
          <a:lstStyle/>
          <a:p>
            <a:pPr marL="0" indent="0" algn="l">
              <a:buNone/>
            </a:pPr>
            <a:endParaRPr lang="en-US" sz="1400" i="1">
              <a:solidFill>
                <a:srgbClr val="B0BEC5"/>
              </a:solidFill>
              <a:latin typeface="Arial"/>
              <a:cs typeface="Arial"/>
            </a:endParaRPr>
          </a:p>
        </p:txBody>
      </p:sp>
      <p:sp>
        <p:nvSpPr>
          <p:cNvPr id="7" name="Text 5"/>
          <p:cNvSpPr/>
          <p:nvPr/>
        </p:nvSpPr>
        <p:spPr>
          <a:xfrm>
            <a:off x="457200" y="4389120"/>
            <a:ext cx="8229600" cy="365760"/>
          </a:xfrm>
          <a:prstGeom prst="rect">
            <a:avLst/>
          </a:prstGeom>
          <a:noFill/>
          <a:ln/>
        </p:spPr>
        <p:txBody>
          <a:bodyPr wrap="square" lIns="0" tIns="0" rIns="0" bIns="0" rtlCol="0" anchor="ctr"/>
          <a:lstStyle/>
          <a:p>
            <a:pPr marL="0" indent="0" algn="l">
              <a:buNone/>
            </a:pPr>
            <a:r>
              <a:rPr lang="en-US" sz="1100">
                <a:solidFill>
                  <a:srgbClr val="00BCD4"/>
                </a:solidFill>
                <a:latin typeface="Courier New" pitchFamily="34" charset="0"/>
                <a:ea typeface="Courier New" pitchFamily="34" charset="-122"/>
                <a:cs typeface="Courier New" pitchFamily="34" charset="-120"/>
              </a:rPr>
              <a:t>WHAT A SAVE!  WHAT A SAVE!  WHAT A SAVE!</a:t>
            </a:r>
            <a:endParaRPr lang="en-US" sz="1100"/>
          </a:p>
        </p:txBody>
      </p:sp>
      <p:pic>
        <p:nvPicPr>
          <p:cNvPr id="8" name="Picture 7">
            <a:extLst>
              <a:ext uri="{FF2B5EF4-FFF2-40B4-BE49-F238E27FC236}">
                <a16:creationId xmlns:a16="http://schemas.microsoft.com/office/drawing/2014/main" id="{4B567EDE-7E1D-CE7D-614F-2338EBBCD624}"/>
              </a:ext>
            </a:extLst>
          </p:cNvPr>
          <p:cNvPicPr>
            <a:picLocks noChangeAspect="1"/>
          </p:cNvPicPr>
          <p:nvPr/>
        </p:nvPicPr>
        <p:blipFill>
          <a:blip r:embed="rId3"/>
          <a:stretch>
            <a:fillRect/>
          </a:stretch>
        </p:blipFill>
        <p:spPr>
          <a:xfrm>
            <a:off x="111578" y="1836284"/>
            <a:ext cx="4354286" cy="2428875"/>
          </a:xfrm>
          <a:prstGeom prst="rect">
            <a:avLst/>
          </a:prstGeom>
        </p:spPr>
      </p:pic>
      <p:pic>
        <p:nvPicPr>
          <p:cNvPr id="9" name="Picture 8">
            <a:extLst>
              <a:ext uri="{FF2B5EF4-FFF2-40B4-BE49-F238E27FC236}">
                <a16:creationId xmlns:a16="http://schemas.microsoft.com/office/drawing/2014/main" id="{AC57625F-12D4-C6C2-F0B6-D71AB6ED7463}"/>
              </a:ext>
            </a:extLst>
          </p:cNvPr>
          <p:cNvPicPr>
            <a:picLocks noChangeAspect="1"/>
          </p:cNvPicPr>
          <p:nvPr/>
        </p:nvPicPr>
        <p:blipFill>
          <a:blip r:embed="rId4"/>
          <a:stretch>
            <a:fillRect/>
          </a:stretch>
        </p:blipFill>
        <p:spPr>
          <a:xfrm>
            <a:off x="4465864" y="1836285"/>
            <a:ext cx="4680857" cy="2401660"/>
          </a:xfrm>
          <a:prstGeom prst="rect">
            <a:avLst/>
          </a:prstGeom>
        </p:spPr>
      </p:pic>
    </p:spTree>
  </p:cSld>
  <p:clrMapOvr>
    <a:masterClrMapping/>
  </p:clrMapOvr>
  <p:transition spd="med">
    <p:zoom dir="in"/>
  </p:transition>
  <p:timing>
    <p:tnLst>
      <p:par>
        <p:cTn id="1" dur="indefinite" restart="whenNotActive" nodeType="tmRoot">
          <p:childTnLst>
            <p:par>
              <p:cTn id="2" fill="hold">
                <p:stCondLst>
                  <p:cond delay="300"/>
                </p:stCondLst>
                <p:childTnLst>
                  <p:par>
                    <p:cTn id="10" presetID="10" presetClass="entr" presetSubtype="0" fill="hold" grpId="0" nodeType="withEffect">
                      <p:stCondLst>
                        <p:cond delay="0"/>
                      </p:stCondLst>
                      <p:childTnLst>
                        <p:set>
                          <p:cBhvr>
                            <p:cTn id="11" dur="1" fill="hold"/>
                            <p:tgtEl>
                              <p:spTgt spid="500"/>
                            </p:tgtEl>
                            <p:attrNameLst>
                              <p:attrName>style.visibility</p:attrName>
                            </p:attrNameLst>
                          </p:cBhvr>
                          <p:to>
                            <p:strVal val="visible"/>
                          </p:to>
                        </p:set>
                        <p:animEffect transition="in" filter="zoom(inCenter)">
                          <p:cBhvr>
                            <p:cTn id="12" dur="700"/>
                            <p:tgtEl>
                              <p:spTgt spid="500"/>
                            </p:tgtEl>
                          </p:cBhvr>
                        </p:animEffect>
                      </p:childTnLst>
                    </p:cTn>
                  </p:par>
                  <p:par>
                    <p:cTn id="13" presetID="26" presetClass="emph" presetSubtype="0" fill="hold" grpId="200" nodeType="afterEffect">
                      <p:stCondLst>
                        <p:cond delay="780"/>
                      </p:stCondLst>
                      <p:childTnLst>
                        <p:animScale>
                          <p:by x="112000" y="112000"/>
                          <p:cBhvr autoRev="1">
                            <p:cTn id="14" dur="200" autoRev="1"/>
                            <p:tgtEl>
                              <p:spTgt spid="500"/>
                            </p:tgtEl>
                          </p:cBhvr>
                        </p:animScale>
                      </p:childTnLst>
                    </p:cTn>
                  </p:par>
                  <p:par>
                    <p:cTn id="15" presetID="10" presetClass="entr" presetSubtype="0" fill="hold" grpId="1" nodeType="withEffect">
                      <p:stCondLst>
                        <p:cond delay="120"/>
                      </p:stCondLst>
                      <p:childTnLst>
                        <p:set>
                          <p:cBhvr>
                            <p:cTn id="16" dur="1" fill="hold"/>
                            <p:tgtEl>
                              <p:spTgt spid="501"/>
                            </p:tgtEl>
                            <p:attrNameLst>
                              <p:attrName>style.visibility</p:attrName>
                            </p:attrNameLst>
                          </p:cBhvr>
                          <p:to>
                            <p:strVal val="visible"/>
                          </p:to>
                        </p:set>
                        <p:animEffect transition="in" filter="fade">
                          <p:cBhvr>
                            <p:cTn id="17" dur="700"/>
                            <p:tgtEl>
                              <p:spTgt spid="501"/>
                            </p:tgtEl>
                          </p:cBhvr>
                        </p:animEffect>
                      </p:childTnLst>
                    </p:cTn>
                  </p:par>
                  <p:par>
                    <p:cTn id="18" presetID="26" presetClass="emph" presetSubtype="0" fill="hold" grpId="201" nodeType="afterEffect">
                      <p:stCondLst>
                        <p:cond delay="900"/>
                      </p:stCondLst>
                      <p:childTnLst>
                        <p:animScale>
                          <p:by x="112000" y="112000"/>
                          <p:cBhvr autoRev="1">
                            <p:cTn id="19" dur="200" autoRev="1"/>
                            <p:tgtEl>
                              <p:spTgt spid="501"/>
                            </p:tgtEl>
                          </p:cBhvr>
                        </p:animScale>
                      </p:childTnLst>
                    </p:cTn>
                  </p:par>
                  <p:par>
                    <p:cTn id="20" presetID="10" presetClass="entr" presetSubtype="0" fill="hold" grpId="2" nodeType="withEffect">
                      <p:stCondLst>
                        <p:cond delay="240"/>
                      </p:stCondLst>
                      <p:childTnLst>
                        <p:set>
                          <p:cBhvr>
                            <p:cTn id="21" dur="1" fill="hold"/>
                            <p:tgtEl>
                              <p:spTgt spid="502"/>
                            </p:tgtEl>
                            <p:attrNameLst>
                              <p:attrName>style.visibility</p:attrName>
                            </p:attrNameLst>
                          </p:cBhvr>
                          <p:to>
                            <p:strVal val="visible"/>
                          </p:to>
                        </p:set>
                        <p:animEffect transition="in" filter="zoom(inCenter)">
                          <p:cBhvr>
                            <p:cTn id="22" dur="700"/>
                            <p:tgtEl>
                              <p:spTgt spid="502"/>
                            </p:tgtEl>
                          </p:cBhvr>
                        </p:animEffect>
                      </p:childTnLst>
                    </p:cTn>
                  </p:par>
                  <p:par>
                    <p:cTn id="23" presetID="26" presetClass="emph" presetSubtype="0" fill="hold" grpId="202" nodeType="afterEffect">
                      <p:stCondLst>
                        <p:cond delay="1020"/>
                      </p:stCondLst>
                      <p:childTnLst>
                        <p:animScale>
                          <p:by x="112000" y="112000"/>
                          <p:cBhvr autoRev="1">
                            <p:cTn id="24" dur="200" autoRev="1"/>
                            <p:tgtEl>
                              <p:spTgt spid="502"/>
                            </p:tgtEl>
                          </p:cBhvr>
                        </p:animScale>
                      </p:childTnLst>
                    </p:cTn>
                  </p:par>
                  <p:par>
                    <p:cTn id="25" presetID="10" presetClass="entr" presetSubtype="0" fill="hold" grpId="3" nodeType="withEffect">
                      <p:stCondLst>
                        <p:cond delay="360"/>
                      </p:stCondLst>
                      <p:childTnLst>
                        <p:set>
                          <p:cBhvr>
                            <p:cTn id="26" dur="1" fill="hold"/>
                            <p:tgtEl>
                              <p:spTgt spid="503"/>
                            </p:tgtEl>
                            <p:attrNameLst>
                              <p:attrName>style.visibility</p:attrName>
                            </p:attrNameLst>
                          </p:cBhvr>
                          <p:to>
                            <p:strVal val="visible"/>
                          </p:to>
                        </p:set>
                        <p:animEffect transition="in" filter="fade">
                          <p:cBhvr>
                            <p:cTn id="27" dur="700"/>
                            <p:tgtEl>
                              <p:spTgt spid="503"/>
                            </p:tgtEl>
                          </p:cBhvr>
                        </p:animEffect>
                      </p:childTnLst>
                    </p:cTn>
                  </p:par>
                  <p:par>
                    <p:cTn id="28" presetID="10" presetClass="entr" presetSubtype="0" fill="hold" grpId="4" nodeType="withEffect">
                      <p:stCondLst>
                        <p:cond delay="480"/>
                      </p:stCondLst>
                      <p:childTnLst>
                        <p:set>
                          <p:cBhvr>
                            <p:cTn id="29" dur="1" fill="hold"/>
                            <p:tgtEl>
                              <p:spTgt spid="504"/>
                            </p:tgtEl>
                            <p:attrNameLst>
                              <p:attrName>style.visibility</p:attrName>
                            </p:attrNameLst>
                          </p:cBhvr>
                          <p:to>
                            <p:strVal val="visible"/>
                          </p:to>
                        </p:set>
                        <p:animEffect transition="in" filter="zoom(inCenter)">
                          <p:cBhvr>
                            <p:cTn id="30" dur="700"/>
                            <p:tgtEl>
                              <p:spTgt spid="504"/>
                            </p:tgtEl>
                          </p:cBhvr>
                        </p:animEffect>
                      </p:childTnLst>
                    </p:cTn>
                  </p:par>
                  <p:par>
                    <p:cTn id="31" presetID="10" presetClass="entr" presetSubtype="0" fill="hold" grpId="5" nodeType="withEffect">
                      <p:stCondLst>
                        <p:cond delay="600"/>
                      </p:stCondLst>
                      <p:childTnLst>
                        <p:set>
                          <p:cBhvr>
                            <p:cTn id="32" dur="1" fill="hold"/>
                            <p:tgtEl>
                              <p:spTgt spid="505"/>
                            </p:tgtEl>
                            <p:attrNameLst>
                              <p:attrName>style.visibility</p:attrName>
                            </p:attrNameLst>
                          </p:cBhvr>
                          <p:to>
                            <p:strVal val="visible"/>
                          </p:to>
                        </p:set>
                        <p:animEffect transition="in" filter="fade">
                          <p:cBhvr>
                            <p:cTn id="33" dur="700"/>
                            <p:tgtEl>
                              <p:spTgt spid="505"/>
                            </p:tgtEl>
                          </p:cBhvr>
                        </p:animEffect>
                      </p:childTnLst>
                    </p:cTn>
                  </p:par>
                  <p:par>
                    <p:cTn id="34" presetID="10" presetClass="entr" presetSubtype="0" fill="hold" grpId="6" nodeType="withEffect">
                      <p:stCondLst>
                        <p:cond delay="720"/>
                      </p:stCondLst>
                      <p:childTnLst>
                        <p:set>
                          <p:cBhvr>
                            <p:cTn id="35" dur="1" fill="hold"/>
                            <p:tgtEl>
                              <p:spTgt spid="506"/>
                            </p:tgtEl>
                            <p:attrNameLst>
                              <p:attrName>style.visibility</p:attrName>
                            </p:attrNameLst>
                          </p:cBhvr>
                          <p:to>
                            <p:strVal val="visible"/>
                          </p:to>
                        </p:set>
                        <p:animEffect transition="in" filter="zoom(inCenter)">
                          <p:cBhvr>
                            <p:cTn id="36" dur="700"/>
                            <p:tgtEl>
                              <p:spTgt spid="506"/>
                            </p:tgtEl>
                          </p:cBhvr>
                        </p:animEffect>
                      </p:childTnLst>
                    </p:cTn>
                  </p:par>
                  <p:par>
                    <p:cTn id="37" presetID="10" presetClass="entr" presetSubtype="0" fill="hold" grpId="7" nodeType="withEffect">
                      <p:stCondLst>
                        <p:cond delay="840"/>
                      </p:stCondLst>
                      <p:childTnLst>
                        <p:set>
                          <p:cBhvr>
                            <p:cTn id="38" dur="1" fill="hold"/>
                            <p:tgtEl>
                              <p:spTgt spid="507"/>
                            </p:tgtEl>
                            <p:attrNameLst>
                              <p:attrName>style.visibility</p:attrName>
                            </p:attrNameLst>
                          </p:cBhvr>
                          <p:to>
                            <p:strVal val="visible"/>
                          </p:to>
                        </p:set>
                        <p:animEffect transition="in" filter="fade">
                          <p:cBhvr>
                            <p:cTn id="39" dur="700"/>
                            <p:tgtEl>
                              <p:spTgt spid="507"/>
                            </p:tgtEl>
                          </p:cBhvr>
                        </p:animEffect>
                      </p:childTnLst>
                    </p:cTn>
                  </p:par>
                  <p:par>
                    <p:cTn id="40" presetID="10" presetClass="entr" presetSubtype="0" fill="hold" grpId="8" nodeType="withEffect">
                      <p:stCondLst>
                        <p:cond delay="960"/>
                      </p:stCondLst>
                      <p:childTnLst>
                        <p:set>
                          <p:cBhvr>
                            <p:cTn id="41" dur="1" fill="hold"/>
                            <p:tgtEl>
                              <p:spTgt spid="508"/>
                            </p:tgtEl>
                            <p:attrNameLst>
                              <p:attrName>style.visibility</p:attrName>
                            </p:attrNameLst>
                          </p:cBhvr>
                          <p:to>
                            <p:strVal val="visible"/>
                          </p:to>
                        </p:set>
                        <p:animEffect transition="in" filter="zoom(inCenter)">
                          <p:cBhvr>
                            <p:cTn id="42" dur="700"/>
                            <p:tgtEl>
                              <p:spTgt spid="508"/>
                            </p:tgtEl>
                          </p:cBhvr>
                        </p:animEffect>
                      </p:childTnLst>
                    </p:cTn>
                  </p:par>
                  <p:par>
                    <p:cTn id="43" presetID="10" presetClass="entr" presetSubtype="0" fill="hold" grpId="9" nodeType="withEffect">
                      <p:stCondLst>
                        <p:cond delay="1080"/>
                      </p:stCondLst>
                      <p:childTnLst>
                        <p:set>
                          <p:cBhvr>
                            <p:cTn id="44" dur="1" fill="hold"/>
                            <p:tgtEl>
                              <p:spTgt spid="509"/>
                            </p:tgtEl>
                            <p:attrNameLst>
                              <p:attrName>style.visibility</p:attrName>
                            </p:attrNameLst>
                          </p:cBhvr>
                          <p:to>
                            <p:strVal val="visible"/>
                          </p:to>
                        </p:set>
                        <p:animEffect transition="in" filter="fade">
                          <p:cBhvr>
                            <p:cTn id="45" dur="700"/>
                            <p:tgtEl>
                              <p:spTgt spid="509"/>
                            </p:tgtEl>
                          </p:cBhvr>
                        </p:animEffect>
                      </p:childTnLst>
                    </p:cTn>
                  </p:par>
                  <p:par>
                    <p:cTn id="46" presetID="10" presetClass="entr" presetSubtype="0" fill="hold" grpId="10" nodeType="withEffect">
                      <p:stCondLst>
                        <p:cond delay="1200"/>
                      </p:stCondLst>
                      <p:childTnLst>
                        <p:set>
                          <p:cBhvr>
                            <p:cTn id="47" dur="1" fill="hold"/>
                            <p:tgtEl>
                              <p:spTgt spid="510"/>
                            </p:tgtEl>
                            <p:attrNameLst>
                              <p:attrName>style.visibility</p:attrName>
                            </p:attrNameLst>
                          </p:cBhvr>
                          <p:to>
                            <p:strVal val="visible"/>
                          </p:to>
                        </p:set>
                        <p:animEffect transition="in" filter="zoom(inCenter)">
                          <p:cBhvr>
                            <p:cTn id="48" dur="700"/>
                            <p:tgtEl>
                              <p:spTgt spid="510"/>
                            </p:tgtEl>
                          </p:cBhvr>
                        </p:animEffect>
                      </p:childTnLst>
                    </p:cTn>
                  </p:par>
                  <p:par>
                    <p:cTn id="49" presetID="10" presetClass="entr" presetSubtype="0" fill="hold" grpId="11" nodeType="withEffect">
                      <p:stCondLst>
                        <p:cond delay="1320"/>
                      </p:stCondLst>
                      <p:childTnLst>
                        <p:set>
                          <p:cBhvr>
                            <p:cTn id="50" dur="1" fill="hold"/>
                            <p:tgtEl>
                              <p:spTgt spid="511"/>
                            </p:tgtEl>
                            <p:attrNameLst>
                              <p:attrName>style.visibility</p:attrName>
                            </p:attrNameLst>
                          </p:cBhvr>
                          <p:to>
                            <p:strVal val="visible"/>
                          </p:to>
                        </p:set>
                        <p:animEffect transition="in" filter="fade">
                          <p:cBhvr>
                            <p:cTn id="51" dur="700"/>
                            <p:tgtEl>
                              <p:spTgt spid="511"/>
                            </p:tgtEl>
                          </p:cBhvr>
                        </p:animEffect>
                      </p:childTnLst>
                    </p:cTn>
                  </p:par>
                  <p:par>
                    <p:cTn id="52" presetID="10" presetClass="entr" presetSubtype="0" fill="hold" grpId="12" nodeType="withEffect">
                      <p:stCondLst>
                        <p:cond delay="1440"/>
                      </p:stCondLst>
                      <p:childTnLst>
                        <p:set>
                          <p:cBhvr>
                            <p:cTn id="53" dur="1" fill="hold"/>
                            <p:tgtEl>
                              <p:spTgt spid="512"/>
                            </p:tgtEl>
                            <p:attrNameLst>
                              <p:attrName>style.visibility</p:attrName>
                            </p:attrNameLst>
                          </p:cBhvr>
                          <p:to>
                            <p:strVal val="visible"/>
                          </p:to>
                        </p:set>
                        <p:animEffect transition="in" filter="zoom(inCenter)">
                          <p:cBhvr>
                            <p:cTn id="54" dur="700"/>
                            <p:tgtEl>
                              <p:spTgt spid="512"/>
                            </p:tgtEl>
                          </p:cBhvr>
                        </p:animEffect>
                      </p:childTnLst>
                    </p:cTn>
                  </p:par>
                  <p:par>
                    <p:cTn id="55" presetID="10" presetClass="entr" presetSubtype="0" fill="hold" grpId="13" nodeType="withEffect">
                      <p:stCondLst>
                        <p:cond delay="1560"/>
                      </p:stCondLst>
                      <p:childTnLst>
                        <p:set>
                          <p:cBhvr>
                            <p:cTn id="56" dur="1" fill="hold"/>
                            <p:tgtEl>
                              <p:spTgt spid="513"/>
                            </p:tgtEl>
                            <p:attrNameLst>
                              <p:attrName>style.visibility</p:attrName>
                            </p:attrNameLst>
                          </p:cBhvr>
                          <p:to>
                            <p:strVal val="visible"/>
                          </p:to>
                        </p:set>
                        <p:animEffect transition="in" filter="fade">
                          <p:cBhvr>
                            <p:cTn id="57" dur="700"/>
                            <p:tgtEl>
                              <p:spTgt spid="513"/>
                            </p:tgtEl>
                          </p:cBhvr>
                        </p:animEffect>
                      </p:childTnLst>
                    </p:cTn>
                  </p:par>
                  <p:par>
                    <p:cTn id="58" presetID="10" presetClass="entr" presetSubtype="0" fill="hold" grpId="14" nodeType="withEffect">
                      <p:stCondLst>
                        <p:cond delay="1680"/>
                      </p:stCondLst>
                      <p:childTnLst>
                        <p:set>
                          <p:cBhvr>
                            <p:cTn id="59" dur="1" fill="hold"/>
                            <p:tgtEl>
                              <p:spTgt spid="514"/>
                            </p:tgtEl>
                            <p:attrNameLst>
                              <p:attrName>style.visibility</p:attrName>
                            </p:attrNameLst>
                          </p:cBhvr>
                          <p:to>
                            <p:strVal val="visible"/>
                          </p:to>
                        </p:set>
                        <p:animEffect transition="in" filter="zoom(inCenter)">
                          <p:cBhvr>
                            <p:cTn id="60" dur="700"/>
                            <p:tgtEl>
                              <p:spTgt spid="514"/>
                            </p:tgtEl>
                          </p:cBhvr>
                        </p:animEffect>
                      </p:childTnLst>
                    </p:cTn>
                  </p:par>
                  <p:par>
                    <p:cTn id="61" presetID="10" presetClass="entr" presetSubtype="0" fill="hold" grpId="15" nodeType="withEffect">
                      <p:stCondLst>
                        <p:cond delay="1800"/>
                      </p:stCondLst>
                      <p:childTnLst>
                        <p:set>
                          <p:cBhvr>
                            <p:cTn id="62" dur="1" fill="hold"/>
                            <p:tgtEl>
                              <p:spTgt spid="515"/>
                            </p:tgtEl>
                            <p:attrNameLst>
                              <p:attrName>style.visibility</p:attrName>
                            </p:attrNameLst>
                          </p:cBhvr>
                          <p:to>
                            <p:strVal val="visible"/>
                          </p:to>
                        </p:set>
                        <p:animEffect transition="in" filter="fade">
                          <p:cBhvr>
                            <p:cTn id="63" dur="700"/>
                            <p:tgtEl>
                              <p:spTgt spid="515"/>
                            </p:tgtEl>
                          </p:cBhvr>
                        </p:animEffect>
                      </p:childTnLst>
                    </p:cTn>
                  </p:par>
                  <p:par>
                    <p:cTn id="64" presetID="10" presetClass="entr" presetSubtype="0" fill="hold" grpId="16" nodeType="withEffect">
                      <p:stCondLst>
                        <p:cond delay="1920"/>
                      </p:stCondLst>
                      <p:childTnLst>
                        <p:set>
                          <p:cBhvr>
                            <p:cTn id="65" dur="1" fill="hold"/>
                            <p:tgtEl>
                              <p:spTgt spid="516"/>
                            </p:tgtEl>
                            <p:attrNameLst>
                              <p:attrName>style.visibility</p:attrName>
                            </p:attrNameLst>
                          </p:cBhvr>
                          <p:to>
                            <p:strVal val="visible"/>
                          </p:to>
                        </p:set>
                        <p:animEffect transition="in" filter="zoom(inCenter)">
                          <p:cBhvr>
                            <p:cTn id="66" dur="700"/>
                            <p:tgtEl>
                              <p:spTgt spid="516"/>
                            </p:tgtEl>
                          </p:cBhvr>
                        </p:animEffect>
                      </p:childTnLst>
                    </p:cTn>
                  </p:par>
                  <p:par>
                    <p:cTn id="67" presetID="10" presetClass="entr" presetSubtype="0" fill="hold" grpId="17" nodeType="withEffect">
                      <p:stCondLst>
                        <p:cond delay="2040"/>
                      </p:stCondLst>
                      <p:childTnLst>
                        <p:set>
                          <p:cBhvr>
                            <p:cTn id="68" dur="1" fill="hold"/>
                            <p:tgtEl>
                              <p:spTgt spid="517"/>
                            </p:tgtEl>
                            <p:attrNameLst>
                              <p:attrName>style.visibility</p:attrName>
                            </p:attrNameLst>
                          </p:cBhvr>
                          <p:to>
                            <p:strVal val="visible"/>
                          </p:to>
                        </p:set>
                        <p:animEffect transition="in" filter="fade">
                          <p:cBhvr>
                            <p:cTn id="69" dur="700"/>
                            <p:tgtEl>
                              <p:spTgt spid="517"/>
                            </p:tgtEl>
                          </p:cBhvr>
                        </p:animEffect>
                      </p:childTnLst>
                    </p:cTn>
                  </p:par>
                  <p:par>
                    <p:cTn id="70" presetID="10" presetClass="entr" presetSubtype="0" fill="hold" grpId="18" nodeType="withEffect">
                      <p:stCondLst>
                        <p:cond delay="2160"/>
                      </p:stCondLst>
                      <p:childTnLst>
                        <p:set>
                          <p:cBhvr>
                            <p:cTn id="71" dur="1" fill="hold"/>
                            <p:tgtEl>
                              <p:spTgt spid="518"/>
                            </p:tgtEl>
                            <p:attrNameLst>
                              <p:attrName>style.visibility</p:attrName>
                            </p:attrNameLst>
                          </p:cBhvr>
                          <p:to>
                            <p:strVal val="visible"/>
                          </p:to>
                        </p:set>
                        <p:animEffect transition="in" filter="zoom(inCenter)">
                          <p:cBhvr>
                            <p:cTn id="72" dur="700"/>
                            <p:tgtEl>
                              <p:spTgt spid="518"/>
                            </p:tgtEl>
                          </p:cBhvr>
                        </p:animEffect>
                      </p:childTnLst>
                    </p:cTn>
                  </p:par>
                  <p:par>
                    <p:cTn id="73" presetID="10" presetClass="entr" presetSubtype="0" fill="hold" grpId="19" nodeType="withEffect">
                      <p:stCondLst>
                        <p:cond delay="2280"/>
                      </p:stCondLst>
                      <p:childTnLst>
                        <p:set>
                          <p:cBhvr>
                            <p:cTn id="74" dur="1" fill="hold"/>
                            <p:tgtEl>
                              <p:spTgt spid="519"/>
                            </p:tgtEl>
                            <p:attrNameLst>
                              <p:attrName>style.visibility</p:attrName>
                            </p:attrNameLst>
                          </p:cBhvr>
                          <p:to>
                            <p:strVal val="visible"/>
                          </p:to>
                        </p:set>
                        <p:animEffect transition="in" filter="fade">
                          <p:cBhvr>
                            <p:cTn id="75" dur="700"/>
                            <p:tgtEl>
                              <p:spTgt spid="519"/>
                            </p:tgtEl>
                          </p:cBhvr>
                        </p:animEffect>
                      </p:childTnLst>
                    </p:cTn>
                  </p:par>
                  <p:par>
                    <p:cTn id="76" presetID="10" presetClass="entr" presetSubtype="0" fill="hold" grpId="20" nodeType="withEffect">
                      <p:stCondLst>
                        <p:cond delay="2400"/>
                      </p:stCondLst>
                      <p:childTnLst>
                        <p:set>
                          <p:cBhvr>
                            <p:cTn id="77" dur="1" fill="hold"/>
                            <p:tgtEl>
                              <p:spTgt spid="520"/>
                            </p:tgtEl>
                            <p:attrNameLst>
                              <p:attrName>style.visibility</p:attrName>
                            </p:attrNameLst>
                          </p:cBhvr>
                          <p:to>
                            <p:strVal val="visible"/>
                          </p:to>
                        </p:set>
                        <p:animEffect transition="in" filter="zoom(inCenter)">
                          <p:cBhvr>
                            <p:cTn id="78" dur="700"/>
                            <p:tgtEl>
                              <p:spTgt spid="520"/>
                            </p:tgtEl>
                          </p:cBhvr>
                        </p:animEffect>
                      </p:childTnLst>
                    </p:cTn>
                  </p:par>
                  <p:par>
                    <p:cTn id="79" presetID="10" presetClass="entr" presetSubtype="0" fill="hold" grpId="21" nodeType="withEffect">
                      <p:stCondLst>
                        <p:cond delay="2520"/>
                      </p:stCondLst>
                      <p:childTnLst>
                        <p:set>
                          <p:cBhvr>
                            <p:cTn id="80" dur="1" fill="hold"/>
                            <p:tgtEl>
                              <p:spTgt spid="521"/>
                            </p:tgtEl>
                            <p:attrNameLst>
                              <p:attrName>style.visibility</p:attrName>
                            </p:attrNameLst>
                          </p:cBhvr>
                          <p:to>
                            <p:strVal val="visible"/>
                          </p:to>
                        </p:set>
                        <p:animEffect transition="in" filter="fade">
                          <p:cBhvr>
                            <p:cTn id="81" dur="700"/>
                            <p:tgtEl>
                              <p:spTgt spid="521"/>
                            </p:tgtEl>
                          </p:cBhvr>
                        </p:animEffect>
                      </p:childTnLst>
                    </p:cTn>
                  </p:par>
                  <p:par>
                    <p:cTn id="82" presetID="10" presetClass="entr" presetSubtype="0" fill="hold" grpId="22" nodeType="withEffect">
                      <p:stCondLst>
                        <p:cond delay="2640"/>
                      </p:stCondLst>
                      <p:childTnLst>
                        <p:set>
                          <p:cBhvr>
                            <p:cTn id="83" dur="1" fill="hold"/>
                            <p:tgtEl>
                              <p:spTgt spid="522"/>
                            </p:tgtEl>
                            <p:attrNameLst>
                              <p:attrName>style.visibility</p:attrName>
                            </p:attrNameLst>
                          </p:cBhvr>
                          <p:to>
                            <p:strVal val="visible"/>
                          </p:to>
                        </p:set>
                        <p:animEffect transition="in" filter="zoom(inCenter)">
                          <p:cBhvr>
                            <p:cTn id="84" dur="700"/>
                            <p:tgtEl>
                              <p:spTgt spid="522"/>
                            </p:tgtEl>
                          </p:cBhvr>
                        </p:animEffect>
                      </p:childTnLst>
                    </p:cTn>
                  </p:par>
                  <p:par>
                    <p:cTn id="85" presetID="10" presetClass="entr" presetSubtype="0" fill="hold" grpId="23" nodeType="withEffect">
                      <p:stCondLst>
                        <p:cond delay="2760"/>
                      </p:stCondLst>
                      <p:childTnLst>
                        <p:set>
                          <p:cBhvr>
                            <p:cTn id="86" dur="1" fill="hold"/>
                            <p:tgtEl>
                              <p:spTgt spid="523"/>
                            </p:tgtEl>
                            <p:attrNameLst>
                              <p:attrName>style.visibility</p:attrName>
                            </p:attrNameLst>
                          </p:cBhvr>
                          <p:to>
                            <p:strVal val="visible"/>
                          </p:to>
                        </p:set>
                        <p:animEffect transition="in" filter="fade">
                          <p:cBhvr>
                            <p:cTn id="87" dur="700"/>
                            <p:tgtEl>
                              <p:spTgt spid="523"/>
                            </p:tgtEl>
                          </p:cBhvr>
                        </p:animEffect>
                      </p:childTnLst>
                    </p:cTn>
                  </p:par>
                  <p:par>
                    <p:cTn id="88" presetID="10" presetClass="entr" presetSubtype="0" fill="hold" grpId="24" nodeType="withEffect">
                      <p:stCondLst>
                        <p:cond delay="2880"/>
                      </p:stCondLst>
                      <p:childTnLst>
                        <p:set>
                          <p:cBhvr>
                            <p:cTn id="89" dur="1" fill="hold"/>
                            <p:tgtEl>
                              <p:spTgt spid="524"/>
                            </p:tgtEl>
                            <p:attrNameLst>
                              <p:attrName>style.visibility</p:attrName>
                            </p:attrNameLst>
                          </p:cBhvr>
                          <p:to>
                            <p:strVal val="visible"/>
                          </p:to>
                        </p:set>
                        <p:animEffect transition="in" filter="zoom(inCenter)">
                          <p:cBhvr>
                            <p:cTn id="90" dur="700"/>
                            <p:tgtEl>
                              <p:spTgt spid="524"/>
                            </p:tgtEl>
                          </p:cBhvr>
                        </p:animEffect>
                      </p:childTnLst>
                    </p:cTn>
                  </p:par>
                  <p:par>
                    <p:cTn id="91" presetID="10" presetClass="entr" presetSubtype="0" fill="hold" grpId="25" nodeType="withEffect">
                      <p:stCondLst>
                        <p:cond delay="3000"/>
                      </p:stCondLst>
                      <p:childTnLst>
                        <p:set>
                          <p:cBhvr>
                            <p:cTn id="92" dur="1" fill="hold"/>
                            <p:tgtEl>
                              <p:spTgt spid="525"/>
                            </p:tgtEl>
                            <p:attrNameLst>
                              <p:attrName>style.visibility</p:attrName>
                            </p:attrNameLst>
                          </p:cBhvr>
                          <p:to>
                            <p:strVal val="visible"/>
                          </p:to>
                        </p:set>
                        <p:animEffect transition="in" filter="fade">
                          <p:cBhvr>
                            <p:cTn id="93" dur="700"/>
                            <p:tgtEl>
                              <p:spTgt spid="525"/>
                            </p:tgtEl>
                          </p:cBhvr>
                        </p:animEffect>
                      </p:childTnLst>
                    </p:cTn>
                  </p:par>
                  <p:par>
                    <p:cTn id="94" presetID="10" presetClass="entr" presetSubtype="0" fill="hold" grpId="26" nodeType="withEffect">
                      <p:stCondLst>
                        <p:cond delay="3120"/>
                      </p:stCondLst>
                      <p:childTnLst>
                        <p:set>
                          <p:cBhvr>
                            <p:cTn id="95" dur="1" fill="hold"/>
                            <p:tgtEl>
                              <p:spTgt spid="526"/>
                            </p:tgtEl>
                            <p:attrNameLst>
                              <p:attrName>style.visibility</p:attrName>
                            </p:attrNameLst>
                          </p:cBhvr>
                          <p:to>
                            <p:strVal val="visible"/>
                          </p:to>
                        </p:set>
                        <p:animEffect transition="in" filter="zoom(inCenter)">
                          <p:cBhvr>
                            <p:cTn id="96" dur="700"/>
                            <p:tgtEl>
                              <p:spTgt spid="526"/>
                            </p:tgtEl>
                          </p:cBhvr>
                        </p:animEffect>
                      </p:childTnLst>
                    </p:cTn>
                  </p:par>
                  <p:par>
                    <p:cTn id="97" presetID="10" presetClass="entr" presetSubtype="0" fill="hold" grpId="27" nodeType="withEffect">
                      <p:stCondLst>
                        <p:cond delay="3240"/>
                      </p:stCondLst>
                      <p:childTnLst>
                        <p:set>
                          <p:cBhvr>
                            <p:cTn id="98" dur="1" fill="hold"/>
                            <p:tgtEl>
                              <p:spTgt spid="527"/>
                            </p:tgtEl>
                            <p:attrNameLst>
                              <p:attrName>style.visibility</p:attrName>
                            </p:attrNameLst>
                          </p:cBhvr>
                          <p:to>
                            <p:strVal val="visible"/>
                          </p:to>
                        </p:set>
                        <p:animEffect transition="in" filter="fade">
                          <p:cBhvr>
                            <p:cTn id="99" dur="700"/>
                            <p:tgtEl>
                              <p:spTgt spid="527"/>
                            </p:tgtEl>
                          </p:cBhvr>
                        </p:animEffect>
                      </p:childTnLst>
                    </p:cTn>
                  </p:par>
                  <p:par>
                    <p:cTn id="100" presetID="10" presetClass="entr" presetSubtype="0" fill="hold" grpId="28" nodeType="withEffect">
                      <p:stCondLst>
                        <p:cond delay="3360"/>
                      </p:stCondLst>
                      <p:childTnLst>
                        <p:set>
                          <p:cBhvr>
                            <p:cTn id="101" dur="1" fill="hold"/>
                            <p:tgtEl>
                              <p:spTgt spid="2"/>
                            </p:tgtEl>
                            <p:attrNameLst>
                              <p:attrName>style.visibility</p:attrName>
                            </p:attrNameLst>
                          </p:cBhvr>
                          <p:to>
                            <p:strVal val="visible"/>
                          </p:to>
                        </p:set>
                        <p:animEffect transition="in" filter="zoom(inCenter)">
                          <p:cBhvr>
                            <p:cTn id="102" dur="700"/>
                            <p:tgtEl>
                              <p:spTgt spid="2"/>
                            </p:tgtEl>
                          </p:cBhvr>
                        </p:animEffect>
                      </p:childTnLst>
                    </p:cTn>
                  </p:par>
                  <p:par>
                    <p:cTn id="103" presetID="10" presetClass="entr" presetSubtype="0" fill="hold" grpId="29" nodeType="withEffect">
                      <p:stCondLst>
                        <p:cond delay="3480"/>
                      </p:stCondLst>
                      <p:childTnLst>
                        <p:set>
                          <p:cBhvr>
                            <p:cTn id="104" dur="1" fill="hold"/>
                            <p:tgtEl>
                              <p:spTgt spid="3"/>
                            </p:tgtEl>
                            <p:attrNameLst>
                              <p:attrName>style.visibility</p:attrName>
                            </p:attrNameLst>
                          </p:cBhvr>
                          <p:to>
                            <p:strVal val="visible"/>
                          </p:to>
                        </p:set>
                        <p:animEffect transition="in" filter="fade">
                          <p:cBhvr>
                            <p:cTn id="105" dur="700"/>
                            <p:tgtEl>
                              <p:spTgt spid="3"/>
                            </p:tgtEl>
                          </p:cBhvr>
                        </p:animEffect>
                      </p:childTnLst>
                    </p:cTn>
                  </p:par>
                  <p:par>
                    <p:cTn id="106" presetID="10" presetClass="entr" presetSubtype="0" fill="hold" grpId="30" nodeType="withEffect">
                      <p:stCondLst>
                        <p:cond delay="3600"/>
                      </p:stCondLst>
                      <p:childTnLst>
                        <p:set>
                          <p:cBhvr>
                            <p:cTn id="107" dur="1" fill="hold"/>
                            <p:tgtEl>
                              <p:spTgt spid="4"/>
                            </p:tgtEl>
                            <p:attrNameLst>
                              <p:attrName>style.visibility</p:attrName>
                            </p:attrNameLst>
                          </p:cBhvr>
                          <p:to>
                            <p:strVal val="visible"/>
                          </p:to>
                        </p:set>
                        <p:animEffect transition="in" filter="zoom(inCenter)">
                          <p:cBhvr>
                            <p:cTn id="108" dur="700"/>
                            <p:tgtEl>
                              <p:spTgt spid="4"/>
                            </p:tgtEl>
                          </p:cBhvr>
                        </p:animEffect>
                      </p:childTnLst>
                    </p:cTn>
                  </p:par>
                  <p:par>
                    <p:cTn id="109" presetID="10" presetClass="entr" presetSubtype="0" fill="hold" grpId="31" nodeType="withEffect">
                      <p:stCondLst>
                        <p:cond delay="3720"/>
                      </p:stCondLst>
                      <p:childTnLst>
                        <p:set>
                          <p:cBhvr>
                            <p:cTn id="110" dur="1" fill="hold"/>
                            <p:tgtEl>
                              <p:spTgt spid="5"/>
                            </p:tgtEl>
                            <p:attrNameLst>
                              <p:attrName>style.visibility</p:attrName>
                            </p:attrNameLst>
                          </p:cBhvr>
                          <p:to>
                            <p:strVal val="visible"/>
                          </p:to>
                        </p:set>
                        <p:animEffect transition="in" filter="fade">
                          <p:cBhvr>
                            <p:cTn id="111" dur="700"/>
                            <p:tgtEl>
                              <p:spTgt spid="5"/>
                            </p:tgtEl>
                          </p:cBhvr>
                        </p:animEffect>
                      </p:childTnLst>
                    </p:cTn>
                  </p:par>
                  <p:par>
                    <p:cTn id="112" presetID="10" presetClass="entr" presetSubtype="0" fill="hold" grpId="32" nodeType="withEffect">
                      <p:stCondLst>
                        <p:cond delay="3840"/>
                      </p:stCondLst>
                      <p:childTnLst>
                        <p:set>
                          <p:cBhvr>
                            <p:cTn id="113" dur="1" fill="hold"/>
                            <p:tgtEl>
                              <p:spTgt spid="6"/>
                            </p:tgtEl>
                            <p:attrNameLst>
                              <p:attrName>style.visibility</p:attrName>
                            </p:attrNameLst>
                          </p:cBhvr>
                          <p:to>
                            <p:strVal val="visible"/>
                          </p:to>
                        </p:set>
                        <p:animEffect transition="in" filter="zoom(inCenter)">
                          <p:cBhvr>
                            <p:cTn id="114" dur="700"/>
                            <p:tgtEl>
                              <p:spTgt spid="6"/>
                            </p:tgtEl>
                          </p:cBhvr>
                        </p:animEffect>
                      </p:childTnLst>
                    </p:cTn>
                  </p:par>
                  <p:par>
                    <p:cTn id="115" presetID="10" presetClass="entr" presetSubtype="0" fill="hold" grpId="33" nodeType="withEffect">
                      <p:stCondLst>
                        <p:cond delay="3960"/>
                      </p:stCondLst>
                      <p:childTnLst>
                        <p:set>
                          <p:cBhvr>
                            <p:cTn id="116" dur="1" fill="hold"/>
                            <p:tgtEl>
                              <p:spTgt spid="7"/>
                            </p:tgtEl>
                            <p:attrNameLst>
                              <p:attrName>style.visibility</p:attrName>
                            </p:attrNameLst>
                          </p:cBhvr>
                          <p:to>
                            <p:strVal val="visible"/>
                          </p:to>
                        </p:set>
                        <p:animEffect transition="in" filter="fade">
                          <p:cBhvr>
                            <p:cTn id="117" dur="700"/>
                            <p:tgtEl>
                              <p:spTgt spid="7"/>
                            </p:tgtEl>
                          </p:cBhvr>
                        </p:animEffect>
                      </p:childTnLst>
                    </p:cTn>
                  </p:par>
                  <p:par>
                    <p:cTn id="118" presetID="10" presetClass="entr" presetSubtype="0" fill="hold" grpId="34" nodeType="withEffect">
                      <p:stCondLst>
                        <p:cond delay="4080"/>
                      </p:stCondLst>
                      <p:childTnLst>
                        <p:set>
                          <p:cBhvr>
                            <p:cTn id="119" dur="1" fill="hold"/>
                            <p:tgtEl>
                              <p:spTgt spid="8"/>
                            </p:tgtEl>
                            <p:attrNameLst>
                              <p:attrName>style.visibility</p:attrName>
                            </p:attrNameLst>
                          </p:cBhvr>
                          <p:to>
                            <p:strVal val="visible"/>
                          </p:to>
                        </p:set>
                        <p:animEffect transition="in" filter="zoom(inCenter)">
                          <p:cBhvr>
                            <p:cTn id="120" dur="700"/>
                            <p:tgtEl>
                              <p:spTgt spid="8"/>
                            </p:tgtEl>
                          </p:cBhvr>
                        </p:animEffect>
                      </p:childTnLst>
                    </p:cTn>
                  </p:par>
                  <p:par>
                    <p:cTn id="121" presetID="10" presetClass="entr" presetSubtype="0" fill="hold" grpId="35" nodeType="withEffect">
                      <p:stCondLst>
                        <p:cond delay="4200"/>
                      </p:stCondLst>
                      <p:childTnLst>
                        <p:set>
                          <p:cBhvr>
                            <p:cTn id="122" dur="1" fill="hold"/>
                            <p:tgtEl>
                              <p:spTgt spid="9"/>
                            </p:tgtEl>
                            <p:attrNameLst>
                              <p:attrName>style.visibility</p:attrName>
                            </p:attrNameLst>
                          </p:cBhvr>
                          <p:to>
                            <p:strVal val="visible"/>
                          </p:to>
                        </p:set>
                        <p:animEffect transition="in" filter="fade">
                          <p:cBhvr>
                            <p:cTn id="123" dur="700"/>
                            <p:tgtEl>
                              <p:spTgt spid="9"/>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514" grpId="14" uiExpand="1" build="p"/>
      <p:bldP spid="515" grpId="15" uiExpand="1" build="p"/>
      <p:bldP spid="516" grpId="16" uiExpand="1" build="p"/>
      <p:bldP spid="517" grpId="17" uiExpand="1" build="p"/>
      <p:bldP spid="518" grpId="18" uiExpand="1" build="p"/>
      <p:bldP spid="519" grpId="19" uiExpand="1" build="p"/>
      <p:bldP spid="520" grpId="20" uiExpand="1" build="p"/>
      <p:bldP spid="521" grpId="21" uiExpand="1" build="p"/>
      <p:bldP spid="522" grpId="22" uiExpand="1" build="p"/>
      <p:bldP spid="523" grpId="23" uiExpand="1" build="p"/>
      <p:bldP spid="524" grpId="24" uiExpand="1" build="p"/>
      <p:bldP spid="525" grpId="25" uiExpand="1" build="p"/>
      <p:bldP spid="526" grpId="26" uiExpand="1" build="p"/>
      <p:bldP spid="527" grpId="27" uiExpand="1" build="p"/>
      <p:bldP spid="2" grpId="28" uiExpand="1" build="p"/>
      <p:bldP spid="3" grpId="29" uiExpand="1" build="p"/>
      <p:bldP spid="4" grpId="30" uiExpand="1" build="p"/>
      <p:bldP spid="5" grpId="31" uiExpand="1" build="p"/>
      <p:bldP spid="6" grpId="32" uiExpand="1" build="p"/>
      <p:bldP spid="7" grpId="33" uiExpand="1" build="p"/>
      <p:bldP spid="8" grpId="34" uiExpand="1" build="p"/>
      <p:bldP spid="9" grpId="35" uiExpand="1" build="p"/>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a:effectLst/>
      </p:bgPr>
    </p:bg>
    <p:spTree>
      <p:nvGrpSpPr>
        <p:cNvPr id="1" name=""/>
        <p:cNvGrpSpPr/>
        <p:nvPr/>
      </p:nvGrpSpPr>
      <p:grpSpPr>
        <a:xfrm>
          <a:off x="0" y="0"/>
          <a:ext cx="0" cy="0"/>
          <a:chOff x="0" y="0"/>
          <a:chExt cx="0" cy="0"/>
        </a:xfrm>
      </p:grpSpPr>
      <p:sp>
        <p:nvSpPr>
          <p:cNvPr id="520" name="d520"/>
          <p:cNvSpPr/>
          <p:nvPr/>
        </p:nvSpPr>
        <p:spPr>
          <a:xfrm>
            <a:off x="457200" y="0"/>
            <a:ext cx="914400" cy="914400"/>
          </a:xfrm>
          <a:prstGeom prst="ellipse">
            <a:avLst/>
          </a:prstGeom>
          <a:solidFill>
            <a:srgbClr val="CD7F32">
              <a:alpha val="8000"/>
            </a:srgbClr>
          </a:solidFill>
          <a:ln>
            <a:noFill/>
          </a:ln>
        </p:spPr>
      </p:sp>
      <p:sp>
        <p:nvSpPr>
          <p:cNvPr id="521" name="d521"/>
          <p:cNvSpPr/>
          <p:nvPr/>
        </p:nvSpPr>
        <p:spPr>
          <a:xfrm>
            <a:off x="457200" y="857250"/>
            <a:ext cx="914400" cy="914400"/>
          </a:xfrm>
          <a:prstGeom prst="ellipse">
            <a:avLst/>
          </a:prstGeom>
          <a:solidFill>
            <a:srgbClr val="C0C0C0">
              <a:alpha val="8000"/>
            </a:srgbClr>
          </a:solidFill>
          <a:ln>
            <a:noFill/>
          </a:ln>
        </p:spPr>
      </p:sp>
      <p:sp>
        <p:nvSpPr>
          <p:cNvPr id="522" name="d522"/>
          <p:cNvSpPr/>
          <p:nvPr/>
        </p:nvSpPr>
        <p:spPr>
          <a:xfrm>
            <a:off x="457200" y="1714500"/>
            <a:ext cx="914400" cy="914400"/>
          </a:xfrm>
          <a:prstGeom prst="ellipse">
            <a:avLst/>
          </a:prstGeom>
          <a:solidFill>
            <a:srgbClr val="FFD700">
              <a:alpha val="8000"/>
            </a:srgbClr>
          </a:solidFill>
          <a:ln>
            <a:noFill/>
          </a:ln>
        </p:spPr>
      </p:sp>
      <p:sp>
        <p:nvSpPr>
          <p:cNvPr id="523" name="d523"/>
          <p:cNvSpPr/>
          <p:nvPr/>
        </p:nvSpPr>
        <p:spPr>
          <a:xfrm>
            <a:off x="457200" y="2571750"/>
            <a:ext cx="914400" cy="914400"/>
          </a:xfrm>
          <a:prstGeom prst="ellipse">
            <a:avLst/>
          </a:prstGeom>
          <a:solidFill>
            <a:srgbClr val="00BFFF">
              <a:alpha val="8000"/>
            </a:srgbClr>
          </a:solidFill>
          <a:ln>
            <a:noFill/>
          </a:ln>
        </p:spPr>
      </p:sp>
      <p:sp>
        <p:nvSpPr>
          <p:cNvPr id="524" name="d524"/>
          <p:cNvSpPr/>
          <p:nvPr/>
        </p:nvSpPr>
        <p:spPr>
          <a:xfrm>
            <a:off x="457200" y="3429000"/>
            <a:ext cx="914400" cy="914400"/>
          </a:xfrm>
          <a:prstGeom prst="ellipse">
            <a:avLst/>
          </a:prstGeom>
          <a:solidFill>
            <a:srgbClr val="9C27B0">
              <a:alpha val="8000"/>
            </a:srgbClr>
          </a:solidFill>
          <a:ln>
            <a:noFill/>
          </a:ln>
        </p:spPr>
      </p:sp>
      <p:sp>
        <p:nvSpPr>
          <p:cNvPr id="525" name="d525"/>
          <p:cNvSpPr/>
          <p:nvPr/>
        </p:nvSpPr>
        <p:spPr>
          <a:xfrm>
            <a:off x="457200" y="4286250"/>
            <a:ext cx="914400" cy="914400"/>
          </a:xfrm>
          <a:prstGeom prst="ellipse">
            <a:avLst/>
          </a:prstGeom>
          <a:solidFill>
            <a:srgbClr val="FF6D00">
              <a:alpha val="8000"/>
            </a:srgbClr>
          </a:solidFill>
          <a:ln>
            <a:noFill/>
          </a:ln>
        </p:spPr>
      </p:sp>
      <p:sp>
        <p:nvSpPr>
          <p:cNvPr id="526" name="d526"/>
          <p:cNvSpPr/>
          <p:nvPr/>
        </p:nvSpPr>
        <p:spPr>
          <a:xfrm>
            <a:off x="5943600" y="-457200"/>
            <a:ext cx="2743200" cy="2743200"/>
          </a:xfrm>
          <a:prstGeom prst="ellipse">
            <a:avLst/>
          </a:prstGeom>
          <a:solidFill>
            <a:srgbClr val="FFD700">
              <a:alpha val="5000"/>
            </a:srgbClr>
          </a:solidFill>
          <a:ln>
            <a:noFill/>
          </a:ln>
        </p:spPr>
      </p:sp>
      <p:sp>
        <p:nvSpPr>
          <p:cNvPr id="527" name="d527"/>
          <p:cNvSpPr/>
          <p:nvPr/>
        </p:nvSpPr>
        <p:spPr>
          <a:xfrm>
            <a:off x="2743200" y="3314700"/>
            <a:ext cx="3657600" cy="3657600"/>
          </a:xfrm>
          <a:prstGeom prst="ellipse">
            <a:avLst/>
          </a:prstGeom>
          <a:solidFill>
            <a:srgbClr val="9C27B0">
              <a:alpha val="4000"/>
            </a:srgbClr>
          </a:solidFill>
          <a:ln>
            <a:noFill/>
          </a:ln>
        </p:spPr>
      </p:sp>
      <p:sp>
        <p:nvSpPr>
          <p:cNvPr id="528" name="d528"/>
          <p:cNvSpPr/>
          <p:nvPr/>
        </p:nvSpPr>
        <p:spPr>
          <a:xfrm>
            <a:off x="-1371600" y="1200150"/>
            <a:ext cx="2743200" cy="2743200"/>
          </a:xfrm>
          <a:prstGeom prst="ellipse">
            <a:avLst/>
          </a:prstGeom>
          <a:solidFill>
            <a:srgbClr val="2196F3">
              <a:alpha val="4000"/>
            </a:srgbClr>
          </a:solidFill>
          <a:ln>
            <a:noFill/>
          </a:ln>
        </p:spPr>
      </p:sp>
      <p:sp>
        <p:nvSpPr>
          <p:cNvPr id="529" name="d529"/>
          <p:cNvSpPr/>
          <p:nvPr/>
        </p:nvSpPr>
        <p:spPr>
          <a:xfrm>
            <a:off x="5943600" y="371475"/>
            <a:ext cx="1828800" cy="1828800"/>
          </a:xfrm>
          <a:prstGeom prst="hexagon">
            <a:avLst/>
          </a:prstGeom>
          <a:noFill/>
          <a:ln w="25400">
            <a:solidFill>
              <a:srgbClr val="FFD700">
                <a:alpha val="10000"/>
              </a:srgbClr>
            </a:solidFill>
          </a:ln>
          <a:effectLst>
            <a:glow rad="200000">
              <a:srgbClr val="FFD700">
                <a:alpha val="30000"/>
              </a:srgbClr>
            </a:glow>
          </a:effectLst>
        </p:spPr>
      </p:sp>
      <p:sp>
        <p:nvSpPr>
          <p:cNvPr id="530" name="d530"/>
          <p:cNvSpPr/>
          <p:nvPr/>
        </p:nvSpPr>
        <p:spPr>
          <a:xfrm>
            <a:off x="1371600" y="2943225"/>
            <a:ext cx="1828800" cy="1828800"/>
          </a:xfrm>
          <a:prstGeom prst="hexagon">
            <a:avLst/>
          </a:prstGeom>
          <a:noFill/>
          <a:ln w="25400">
            <a:solidFill>
              <a:srgbClr val="2196F3">
                <a:alpha val="8000"/>
              </a:srgbClr>
            </a:solidFill>
          </a:ln>
          <a:effectLst>
            <a:glow rad="200000">
              <a:srgbClr val="2196F3">
                <a:alpha val="28000"/>
              </a:srgbClr>
            </a:glow>
          </a:effectLst>
        </p:spPr>
      </p:sp>
      <p:sp>
        <p:nvSpPr>
          <p:cNvPr id="531" name="d531"/>
          <p:cNvSpPr/>
          <p:nvPr/>
        </p:nvSpPr>
        <p:spPr>
          <a:xfrm>
            <a:off x="2743200" y="742950"/>
            <a:ext cx="3657600" cy="3657600"/>
          </a:xfrm>
          <a:prstGeom prst="hexagon">
            <a:avLst/>
          </a:prstGeom>
          <a:noFill/>
          <a:ln w="25400">
            <a:solidFill>
              <a:srgbClr val="FF6D00">
                <a:alpha val="6000"/>
              </a:srgbClr>
            </a:solidFill>
          </a:ln>
          <a:effectLst>
            <a:glow rad="200000">
              <a:srgbClr val="FF6D00">
                <a:alpha val="26000"/>
              </a:srgbClr>
            </a:glow>
          </a:effectLst>
        </p:spPr>
      </p:sp>
      <p:sp>
        <p:nvSpPr>
          <p:cNvPr id="532" name="d532"/>
          <p:cNvSpPr/>
          <p:nvPr/>
        </p:nvSpPr>
        <p:spPr>
          <a:xfrm>
            <a:off x="8458200" y="228600"/>
            <a:ext cx="457200" cy="457200"/>
          </a:xfrm>
          <a:prstGeom prst="star5">
            <a:avLst/>
          </a:prstGeom>
          <a:solidFill>
            <a:srgbClr val="FFD700">
              <a:alpha val="25000"/>
            </a:srgbClr>
          </a:solidFill>
          <a:ln>
            <a:noFill/>
          </a:ln>
          <a:effectLst>
            <a:glow rad="152400">
              <a:srgbClr val="FFD700">
                <a:alpha val="45000"/>
              </a:srgbClr>
            </a:glow>
          </a:effectLst>
        </p:spPr>
      </p:sp>
      <p:sp>
        <p:nvSpPr>
          <p:cNvPr id="533" name="d533"/>
          <p:cNvSpPr/>
          <p:nvPr/>
        </p:nvSpPr>
        <p:spPr>
          <a:xfrm>
            <a:off x="8077200" y="4533900"/>
            <a:ext cx="304800" cy="304800"/>
          </a:xfrm>
          <a:prstGeom prst="star6">
            <a:avLst/>
          </a:prstGeom>
          <a:solidFill>
            <a:srgbClr val="FFD700">
              <a:alpha val="20000"/>
            </a:srgbClr>
          </a:solidFill>
          <a:ln>
            <a:noFill/>
          </a:ln>
          <a:effectLst>
            <a:glow rad="101600">
              <a:srgbClr val="FFD700">
                <a:alpha val="40000"/>
              </a:srgbClr>
            </a:glow>
          </a:effectLst>
        </p:spPr>
      </p:sp>
      <p:sp>
        <p:nvSpPr>
          <p:cNvPr id="534" name="d534"/>
          <p:cNvSpPr/>
          <p:nvPr/>
        </p:nvSpPr>
        <p:spPr>
          <a:xfrm>
            <a:off x="304800" y="4533900"/>
            <a:ext cx="304800" cy="304800"/>
          </a:xfrm>
          <a:prstGeom prst="star4">
            <a:avLst/>
          </a:prstGeom>
          <a:solidFill>
            <a:srgbClr val="9C27B0">
              <a:alpha val="15000"/>
            </a:srgbClr>
          </a:solidFill>
          <a:ln>
            <a:noFill/>
          </a:ln>
          <a:effectLst>
            <a:glow rad="101600">
              <a:srgbClr val="9C27B0">
                <a:alpha val="35000"/>
              </a:srgbClr>
            </a:glow>
          </a:effectLst>
        </p:spPr>
      </p:sp>
      <p:sp>
        <p:nvSpPr>
          <p:cNvPr id="535" name="d535"/>
          <p:cNvSpPr/>
          <p:nvPr/>
        </p:nvSpPr>
        <p:spPr>
          <a:xfrm rot="600000">
            <a:off x="1371600" y="905400"/>
            <a:ext cx="6400800" cy="18000"/>
          </a:xfrm>
          <a:prstGeom prst="rect">
            <a:avLst/>
          </a:prstGeom>
          <a:solidFill>
            <a:srgbClr val="00BCD4">
              <a:alpha val="6000"/>
            </a:srgbClr>
          </a:solidFill>
          <a:ln>
            <a:noFill/>
          </a:ln>
        </p:spPr>
      </p:sp>
      <p:sp>
        <p:nvSpPr>
          <p:cNvPr id="536" name="d536"/>
          <p:cNvSpPr/>
          <p:nvPr/>
        </p:nvSpPr>
        <p:spPr>
          <a:xfrm rot="-600000">
            <a:off x="1371600" y="4220100"/>
            <a:ext cx="6400800" cy="18000"/>
          </a:xfrm>
          <a:prstGeom prst="rect">
            <a:avLst/>
          </a:prstGeom>
          <a:solidFill>
            <a:srgbClr val="FF6D00">
              <a:alpha val="6000"/>
            </a:srgbClr>
          </a:solidFill>
          <a:ln>
            <a:noFill/>
          </a:ln>
        </p:spPr>
      </p:sp>
      <p:sp>
        <p:nvSpPr>
          <p:cNvPr id="537" name="d537"/>
          <p:cNvSpPr/>
          <p:nvPr/>
        </p:nvSpPr>
        <p:spPr>
          <a:xfrm>
            <a:off x="1793800" y="269800"/>
            <a:ext cx="70000" cy="70000"/>
          </a:xfrm>
          <a:prstGeom prst="ellipse">
            <a:avLst/>
          </a:prstGeom>
          <a:solidFill>
            <a:srgbClr val="FFD700">
              <a:alpha val="80000"/>
            </a:srgbClr>
          </a:solidFill>
          <a:ln>
            <a:noFill/>
          </a:ln>
        </p:spPr>
      </p:sp>
      <p:sp>
        <p:nvSpPr>
          <p:cNvPr id="538" name="d538"/>
          <p:cNvSpPr/>
          <p:nvPr/>
        </p:nvSpPr>
        <p:spPr>
          <a:xfrm>
            <a:off x="4537000" y="193600"/>
            <a:ext cx="70000" cy="70000"/>
          </a:xfrm>
          <a:prstGeom prst="ellipse">
            <a:avLst/>
          </a:prstGeom>
          <a:solidFill>
            <a:srgbClr val="C0C0C0">
              <a:alpha val="70000"/>
            </a:srgbClr>
          </a:solidFill>
          <a:ln>
            <a:noFill/>
          </a:ln>
        </p:spPr>
      </p:sp>
      <p:sp>
        <p:nvSpPr>
          <p:cNvPr id="539" name="d539"/>
          <p:cNvSpPr/>
          <p:nvPr/>
        </p:nvSpPr>
        <p:spPr>
          <a:xfrm>
            <a:off x="7280200" y="422200"/>
            <a:ext cx="70000" cy="70000"/>
          </a:xfrm>
          <a:prstGeom prst="ellipse">
            <a:avLst/>
          </a:prstGeom>
          <a:solidFill>
            <a:srgbClr val="FF6D00">
              <a:alpha val="80000"/>
            </a:srgbClr>
          </a:solidFill>
          <a:ln>
            <a:noFill/>
          </a:ln>
        </p:spPr>
      </p:sp>
      <p:sp>
        <p:nvSpPr>
          <p:cNvPr id="540" name="d540"/>
          <p:cNvSpPr/>
          <p:nvPr/>
        </p:nvSpPr>
        <p:spPr>
          <a:xfrm>
            <a:off x="193600" y="2536750"/>
            <a:ext cx="70000" cy="70000"/>
          </a:xfrm>
          <a:prstGeom prst="ellipse">
            <a:avLst/>
          </a:prstGeom>
          <a:solidFill>
            <a:srgbClr val="2196F3">
              <a:alpha val="60000"/>
            </a:srgbClr>
          </a:solidFill>
          <a:ln>
            <a:noFill/>
          </a:ln>
        </p:spPr>
      </p:sp>
      <p:sp>
        <p:nvSpPr>
          <p:cNvPr id="541" name="d541"/>
          <p:cNvSpPr/>
          <p:nvPr/>
        </p:nvSpPr>
        <p:spPr>
          <a:xfrm>
            <a:off x="8880400" y="3822625"/>
            <a:ext cx="70000" cy="70000"/>
          </a:xfrm>
          <a:prstGeom prst="ellipse">
            <a:avLst/>
          </a:prstGeom>
          <a:solidFill>
            <a:srgbClr val="9C27B0">
              <a:alpha val="70000"/>
            </a:srgbClr>
          </a:solidFill>
          <a:ln>
            <a:noFill/>
          </a:ln>
        </p:spPr>
      </p:sp>
      <p:sp>
        <p:nvSpPr>
          <p:cNvPr id="542" name="d542"/>
          <p:cNvSpPr/>
          <p:nvPr/>
        </p:nvSpPr>
        <p:spPr>
          <a:xfrm>
            <a:off x="3622600" y="4879900"/>
            <a:ext cx="70000" cy="70000"/>
          </a:xfrm>
          <a:prstGeom prst="ellipse">
            <a:avLst/>
          </a:prstGeom>
          <a:solidFill>
            <a:srgbClr val="FFD700">
              <a:alpha val="60000"/>
            </a:srgbClr>
          </a:solidFill>
          <a:ln>
            <a:noFill/>
          </a:ln>
        </p:spPr>
      </p:sp>
      <p:sp>
        <p:nvSpPr>
          <p:cNvPr id="2" name="Text 0"/>
          <p:cNvSpPr/>
          <p:nvPr/>
        </p:nvSpPr>
        <p:spPr>
          <a:xfrm>
            <a:off x="457200" y="137160"/>
            <a:ext cx="8229600" cy="914400"/>
          </a:xfrm>
          <a:prstGeom prst="rect">
            <a:avLst/>
          </a:prstGeom>
          <a:noFill/>
          <a:ln/>
        </p:spPr>
        <p:txBody>
          <a:bodyPr wrap="square" lIns="0" tIns="0" rIns="0" bIns="0" rtlCol="0" anchor="ctr"/>
          <a:lstStyle/>
          <a:p>
            <a:pPr marL="0" indent="0" algn="l">
              <a:lnSpc>
                <a:spcPct val="95000"/>
              </a:lnSpc>
              <a:buNone/>
            </a:pPr>
            <a:r>
              <a:rPr lang="en-US" sz="3400" b="1">
                <a:solidFill>
                  <a:srgbClr val="FF6D00"/>
                </a:solidFill>
                <a:latin typeface="Arial" pitchFamily="34" charset="0"/>
                <a:ea typeface="Arial" pitchFamily="34" charset="-122"/>
                <a:cs typeface="Arial" pitchFamily="34" charset="-120"/>
              </a:rPr>
              <a:t>ROCKET LEAGUE RANKS</a:t>
            </a:r>
            <a:endParaRPr lang="en-US" sz="3400"/>
          </a:p>
          <a:p>
            <a:pPr marL="0" indent="0" algn="l">
              <a:lnSpc>
                <a:spcPct val="95000"/>
              </a:lnSpc>
              <a:buNone/>
            </a:pPr>
            <a:r>
              <a:rPr lang="en-US" sz="3400" b="1">
                <a:solidFill>
                  <a:srgbClr val="FF6D00"/>
                </a:solidFill>
                <a:latin typeface="Arial" pitchFamily="34" charset="0"/>
                <a:ea typeface="Arial" pitchFamily="34" charset="-122"/>
                <a:cs typeface="Arial" pitchFamily="34" charset="-120"/>
              </a:rPr>
              <a:t>EXPLAINED</a:t>
            </a:r>
            <a:endParaRPr lang="en-US" sz="3400"/>
          </a:p>
        </p:txBody>
      </p:sp>
      <p:sp>
        <p:nvSpPr>
          <p:cNvPr id="3" name="Text 1"/>
          <p:cNvSpPr/>
          <p:nvPr/>
        </p:nvSpPr>
        <p:spPr>
          <a:xfrm>
            <a:off x="457200" y="1005840"/>
            <a:ext cx="8229600" cy="320040"/>
          </a:xfrm>
          <a:prstGeom prst="rect">
            <a:avLst/>
          </a:prstGeom>
          <a:noFill/>
          <a:ln/>
        </p:spPr>
        <p:txBody>
          <a:bodyPr wrap="square" lIns="0" tIns="0" rIns="0" bIns="0" rtlCol="0" anchor="ctr"/>
          <a:lstStyle/>
          <a:p>
            <a:pPr marL="0" indent="0" algn="l">
              <a:buNone/>
            </a:pPr>
            <a:endParaRPr lang="en-US" sz="1400" i="1">
              <a:solidFill>
                <a:srgbClr val="B0BEC5"/>
              </a:solidFill>
              <a:latin typeface="Arial"/>
              <a:cs typeface="Arial"/>
            </a:endParaRPr>
          </a:p>
        </p:txBody>
      </p:sp>
      <p:sp>
        <p:nvSpPr>
          <p:cNvPr id="4" name="Shape 2"/>
          <p:cNvSpPr/>
          <p:nvPr/>
        </p:nvSpPr>
        <p:spPr>
          <a:xfrm>
            <a:off x="457200" y="1371600"/>
            <a:ext cx="6995160" cy="365760"/>
          </a:xfrm>
          <a:prstGeom prst="roundRect">
            <a:avLst>
              <a:gd name="adj" fmla="val 12500"/>
            </a:avLst>
          </a:prstGeom>
          <a:solidFill>
            <a:srgbClr val="2196F3">
              <a:alpha val="40000"/>
            </a:srgbClr>
          </a:solidFill>
          <a:ln/>
        </p:spPr>
      </p:sp>
      <p:sp>
        <p:nvSpPr>
          <p:cNvPr id="5" name="Text 3"/>
          <p:cNvSpPr/>
          <p:nvPr/>
        </p:nvSpPr>
        <p:spPr>
          <a:xfrm>
            <a:off x="594360" y="137160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SSL / GC  —  Literal gods</a:t>
            </a:r>
            <a:endParaRPr lang="en-US" sz="1200"/>
          </a:p>
        </p:txBody>
      </p:sp>
      <p:sp>
        <p:nvSpPr>
          <p:cNvPr id="6" name="Shape 4"/>
          <p:cNvSpPr/>
          <p:nvPr/>
        </p:nvSpPr>
        <p:spPr>
          <a:xfrm>
            <a:off x="457200" y="1874520"/>
            <a:ext cx="5829300" cy="365760"/>
          </a:xfrm>
          <a:prstGeom prst="roundRect">
            <a:avLst>
              <a:gd name="adj" fmla="val 12500"/>
            </a:avLst>
          </a:prstGeom>
          <a:solidFill>
            <a:srgbClr val="2196F3">
              <a:alpha val="40000"/>
            </a:srgbClr>
          </a:solidFill>
          <a:ln/>
        </p:spPr>
      </p:sp>
      <p:sp>
        <p:nvSpPr>
          <p:cNvPr id="7" name="Text 5"/>
          <p:cNvSpPr/>
          <p:nvPr/>
        </p:nvSpPr>
        <p:spPr>
          <a:xfrm>
            <a:off x="594360" y="187452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Champion  —  Pretty decent humans</a:t>
            </a:r>
            <a:endParaRPr lang="en-US" sz="1200"/>
          </a:p>
        </p:txBody>
      </p:sp>
      <p:sp>
        <p:nvSpPr>
          <p:cNvPr id="8" name="Shape 6"/>
          <p:cNvSpPr/>
          <p:nvPr/>
        </p:nvSpPr>
        <p:spPr>
          <a:xfrm>
            <a:off x="457200" y="2377440"/>
            <a:ext cx="4663440" cy="365760"/>
          </a:xfrm>
          <a:prstGeom prst="roundRect">
            <a:avLst>
              <a:gd name="adj" fmla="val 12500"/>
            </a:avLst>
          </a:prstGeom>
          <a:solidFill>
            <a:srgbClr val="2196F3">
              <a:alpha val="40000"/>
            </a:srgbClr>
          </a:solidFill>
          <a:ln/>
        </p:spPr>
      </p:sp>
      <p:sp>
        <p:nvSpPr>
          <p:cNvPr id="9" name="Text 7"/>
          <p:cNvSpPr/>
          <p:nvPr/>
        </p:nvSpPr>
        <p:spPr>
          <a:xfrm>
            <a:off x="594360" y="237744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Diamond  —  Think they're good (they're not)</a:t>
            </a:r>
            <a:endParaRPr lang="en-US" sz="1200"/>
          </a:p>
        </p:txBody>
      </p:sp>
      <p:sp>
        <p:nvSpPr>
          <p:cNvPr id="10" name="Shape 8"/>
          <p:cNvSpPr/>
          <p:nvPr/>
        </p:nvSpPr>
        <p:spPr>
          <a:xfrm>
            <a:off x="457200" y="2880360"/>
            <a:ext cx="3497580" cy="365760"/>
          </a:xfrm>
          <a:prstGeom prst="roundRect">
            <a:avLst>
              <a:gd name="adj" fmla="val 12500"/>
            </a:avLst>
          </a:prstGeom>
          <a:solidFill>
            <a:srgbClr val="2196F3">
              <a:alpha val="40000"/>
            </a:srgbClr>
          </a:solidFill>
          <a:ln/>
        </p:spPr>
      </p:sp>
      <p:sp>
        <p:nvSpPr>
          <p:cNvPr id="11" name="Text 9"/>
          <p:cNvSpPr/>
          <p:nvPr/>
        </p:nvSpPr>
        <p:spPr>
          <a:xfrm>
            <a:off x="594360" y="288036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Platinum  —  "I should be higher"</a:t>
            </a:r>
            <a:endParaRPr lang="en-US" sz="1200"/>
          </a:p>
        </p:txBody>
      </p:sp>
      <p:sp>
        <p:nvSpPr>
          <p:cNvPr id="12" name="Shape 10"/>
          <p:cNvSpPr/>
          <p:nvPr/>
        </p:nvSpPr>
        <p:spPr>
          <a:xfrm>
            <a:off x="457200" y="3383280"/>
            <a:ext cx="2487168" cy="365760"/>
          </a:xfrm>
          <a:prstGeom prst="roundRect">
            <a:avLst>
              <a:gd name="adj" fmla="val 12500"/>
            </a:avLst>
          </a:prstGeom>
          <a:solidFill>
            <a:srgbClr val="2196F3">
              <a:alpha val="40000"/>
            </a:srgbClr>
          </a:solidFill>
          <a:ln/>
        </p:spPr>
      </p:sp>
      <p:sp>
        <p:nvSpPr>
          <p:cNvPr id="13" name="Text 11"/>
          <p:cNvSpPr/>
          <p:nvPr/>
        </p:nvSpPr>
        <p:spPr>
          <a:xfrm>
            <a:off x="594360" y="338328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Gold  —  Can hit the ball sometimes</a:t>
            </a:r>
            <a:endParaRPr lang="en-US" sz="1200"/>
          </a:p>
        </p:txBody>
      </p:sp>
      <p:sp>
        <p:nvSpPr>
          <p:cNvPr id="14" name="Shape 12"/>
          <p:cNvSpPr/>
          <p:nvPr/>
        </p:nvSpPr>
        <p:spPr>
          <a:xfrm>
            <a:off x="457200" y="3886200"/>
            <a:ext cx="1554480" cy="365760"/>
          </a:xfrm>
          <a:prstGeom prst="roundRect">
            <a:avLst>
              <a:gd name="adj" fmla="val 12500"/>
            </a:avLst>
          </a:prstGeom>
          <a:solidFill>
            <a:srgbClr val="2196F3">
              <a:alpha val="40000"/>
            </a:srgbClr>
          </a:solidFill>
          <a:ln/>
        </p:spPr>
      </p:sp>
      <p:sp>
        <p:nvSpPr>
          <p:cNvPr id="15" name="Text 13"/>
          <p:cNvSpPr/>
          <p:nvPr/>
        </p:nvSpPr>
        <p:spPr>
          <a:xfrm>
            <a:off x="594360" y="388620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Silver  —  Still learning boost exists</a:t>
            </a:r>
            <a:endParaRPr lang="en-US" sz="1200"/>
          </a:p>
        </p:txBody>
      </p:sp>
      <p:sp>
        <p:nvSpPr>
          <p:cNvPr id="16" name="Shape 14"/>
          <p:cNvSpPr/>
          <p:nvPr/>
        </p:nvSpPr>
        <p:spPr>
          <a:xfrm>
            <a:off x="457200" y="4389120"/>
            <a:ext cx="1943100" cy="365760"/>
          </a:xfrm>
          <a:prstGeom prst="roundRect">
            <a:avLst>
              <a:gd name="adj" fmla="val 12500"/>
            </a:avLst>
          </a:prstGeom>
          <a:solidFill>
            <a:srgbClr val="FF6D00"/>
          </a:solidFill>
          <a:ln/>
        </p:spPr>
      </p:sp>
      <p:sp>
        <p:nvSpPr>
          <p:cNvPr id="17" name="Text 15"/>
          <p:cNvSpPr/>
          <p:nvPr/>
        </p:nvSpPr>
        <p:spPr>
          <a:xfrm>
            <a:off x="594360" y="4389120"/>
            <a:ext cx="7315200" cy="365760"/>
          </a:xfrm>
          <a:prstGeom prst="rect">
            <a:avLst/>
          </a:prstGeom>
          <a:noFill/>
          <a:ln/>
        </p:spPr>
        <p:txBody>
          <a:bodyPr wrap="square" lIns="0" tIns="0" rIns="0" bIns="0" rtlCol="0" anchor="ctr"/>
          <a:lstStyle/>
          <a:p>
            <a:r>
              <a:rPr lang="en-US" sz="1400" b="1">
                <a:solidFill>
                  <a:srgbClr val="0D1117"/>
                </a:solidFill>
                <a:latin typeface="Arial"/>
                <a:ea typeface="Arial" pitchFamily="34" charset="-122"/>
                <a:cs typeface="Arial"/>
              </a:rPr>
              <a:t>Bronze  —  BRYTON</a:t>
            </a:r>
            <a:endParaRPr lang="en-US" sz="1400">
              <a:latin typeface="Arial"/>
              <a:cs typeface="Arial"/>
            </a:endParaRPr>
          </a:p>
        </p:txBody>
      </p:sp>
      <p:pic>
        <p:nvPicPr>
          <p:cNvPr id="18" name="Picture 17">
            <a:extLst>
              <a:ext uri="{FF2B5EF4-FFF2-40B4-BE49-F238E27FC236}">
                <a16:creationId xmlns:a16="http://schemas.microsoft.com/office/drawing/2014/main" id="{B46B0414-BC3F-108C-1991-94241B743E82}"/>
              </a:ext>
            </a:extLst>
          </p:cNvPr>
          <p:cNvPicPr>
            <a:picLocks noChangeAspect="1"/>
          </p:cNvPicPr>
          <p:nvPr/>
        </p:nvPicPr>
        <p:blipFill>
          <a:blip r:embed="rId3"/>
          <a:stretch>
            <a:fillRect/>
          </a:stretch>
        </p:blipFill>
        <p:spPr>
          <a:xfrm>
            <a:off x="7313839" y="4080781"/>
            <a:ext cx="1831522" cy="1064080"/>
          </a:xfrm>
          <a:prstGeom prst="rect">
            <a:avLst/>
          </a:prstGeom>
        </p:spPr>
      </p:pic>
      <p:pic>
        <p:nvPicPr>
          <p:cNvPr id="19" name="Picture 18">
            <a:extLst>
              <a:ext uri="{FF2B5EF4-FFF2-40B4-BE49-F238E27FC236}">
                <a16:creationId xmlns:a16="http://schemas.microsoft.com/office/drawing/2014/main" id="{26AAC278-3CC7-6340-CC47-B9E7B9BE3668}"/>
              </a:ext>
            </a:extLst>
          </p:cNvPr>
          <p:cNvPicPr>
            <a:picLocks noChangeAspect="1"/>
          </p:cNvPicPr>
          <p:nvPr/>
        </p:nvPicPr>
        <p:blipFill>
          <a:blip r:embed="rId4"/>
          <a:stretch>
            <a:fillRect/>
          </a:stretch>
        </p:blipFill>
        <p:spPr>
          <a:xfrm>
            <a:off x="5225143" y="2245179"/>
            <a:ext cx="3548743" cy="1758043"/>
          </a:xfrm>
          <a:prstGeom prst="rect">
            <a:avLst/>
          </a:prstGeom>
        </p:spPr>
      </p:pic>
    </p:spTree>
  </p:cSld>
  <p:clrMapOvr>
    <a:masterClrMapping/>
  </p:clrMapOvr>
  <p:transition spd="fast">
    <p:push dir="u"/>
  </p:transition>
  <p:timing>
    <p:tnLst>
      <p:par>
        <p:cTn id="1" dur="indefinite" restart="whenNotActive" nodeType="tmRoot">
          <p:childTnLst>
            <p:par>
              <p:cTn id="2" fill="hold">
                <p:stCondLst>
                  <p:cond delay="200"/>
                </p:stCondLst>
                <p:childTnLst>
                  <p:par>
                    <p:cTn id="10" presetID="10" presetClass="entr" presetSubtype="0" fill="hold" grpId="0" nodeType="withEffect">
                      <p:stCondLst>
                        <p:cond delay="0"/>
                      </p:stCondLst>
                      <p:childTnLst>
                        <p:set>
                          <p:cBhvr>
                            <p:cTn id="11" dur="1" fill="hold"/>
                            <p:tgtEl>
                              <p:spTgt spid="520"/>
                            </p:tgtEl>
                            <p:attrNameLst>
                              <p:attrName>style.visibility</p:attrName>
                            </p:attrNameLst>
                          </p:cBhvr>
                          <p:to>
                            <p:strVal val="visible"/>
                          </p:to>
                        </p:set>
                        <p:animEffect transition="in" filter="slide(fromLeft)">
                          <p:cBhvr>
                            <p:cTn id="12" dur="500"/>
                            <p:tgtEl>
                              <p:spTgt spid="520"/>
                            </p:tgtEl>
                          </p:cBhvr>
                        </p:animEffect>
                      </p:childTnLst>
                    </p:cTn>
                  </p:par>
                  <p:par>
                    <p:cTn id="13" presetID="26" presetClass="emph" presetSubtype="0" fill="hold" grpId="200" nodeType="afterEffect">
                      <p:stCondLst>
                        <p:cond delay="580"/>
                      </p:stCondLst>
                      <p:childTnLst>
                        <p:animScale>
                          <p:by x="112000" y="112000"/>
                          <p:cBhvr autoRev="1">
                            <p:cTn id="14" dur="200" autoRev="1"/>
                            <p:tgtEl>
                              <p:spTgt spid="520"/>
                            </p:tgtEl>
                          </p:cBhvr>
                        </p:animScale>
                      </p:childTnLst>
                    </p:cTn>
                  </p:par>
                  <p:par>
                    <p:cTn id="15" presetID="10" presetClass="entr" presetSubtype="0" fill="hold" grpId="1" nodeType="withEffect">
                      <p:stCondLst>
                        <p:cond delay="100"/>
                      </p:stCondLst>
                      <p:childTnLst>
                        <p:set>
                          <p:cBhvr>
                            <p:cTn id="16" dur="1" fill="hold"/>
                            <p:tgtEl>
                              <p:spTgt spid="521"/>
                            </p:tgtEl>
                            <p:attrNameLst>
                              <p:attrName>style.visibility</p:attrName>
                            </p:attrNameLst>
                          </p:cBhvr>
                          <p:to>
                            <p:strVal val="visible"/>
                          </p:to>
                        </p:set>
                        <p:animEffect transition="in" filter="slide(fromRight)">
                          <p:cBhvr>
                            <p:cTn id="17" dur="500"/>
                            <p:tgtEl>
                              <p:spTgt spid="521"/>
                            </p:tgtEl>
                          </p:cBhvr>
                        </p:animEffect>
                      </p:childTnLst>
                    </p:cTn>
                  </p:par>
                  <p:par>
                    <p:cTn id="18" presetID="26" presetClass="emph" presetSubtype="0" fill="hold" grpId="201" nodeType="afterEffect">
                      <p:stCondLst>
                        <p:cond delay="680"/>
                      </p:stCondLst>
                      <p:childTnLst>
                        <p:animScale>
                          <p:by x="112000" y="112000"/>
                          <p:cBhvr autoRev="1">
                            <p:cTn id="19" dur="200" autoRev="1"/>
                            <p:tgtEl>
                              <p:spTgt spid="521"/>
                            </p:tgtEl>
                          </p:cBhvr>
                        </p:animScale>
                      </p:childTnLst>
                    </p:cTn>
                  </p:par>
                  <p:par>
                    <p:cTn id="20" presetID="10" presetClass="entr" presetSubtype="0" fill="hold" grpId="2" nodeType="withEffect">
                      <p:stCondLst>
                        <p:cond delay="200"/>
                      </p:stCondLst>
                      <p:childTnLst>
                        <p:set>
                          <p:cBhvr>
                            <p:cTn id="21" dur="1" fill="hold"/>
                            <p:tgtEl>
                              <p:spTgt spid="522"/>
                            </p:tgtEl>
                            <p:attrNameLst>
                              <p:attrName>style.visibility</p:attrName>
                            </p:attrNameLst>
                          </p:cBhvr>
                          <p:to>
                            <p:strVal val="visible"/>
                          </p:to>
                        </p:set>
                        <p:animEffect transition="in" filter="slide(fromLeft)">
                          <p:cBhvr>
                            <p:cTn id="22" dur="500"/>
                            <p:tgtEl>
                              <p:spTgt spid="522"/>
                            </p:tgtEl>
                          </p:cBhvr>
                        </p:animEffect>
                      </p:childTnLst>
                    </p:cTn>
                  </p:par>
                  <p:par>
                    <p:cTn id="23" presetID="26" presetClass="emph" presetSubtype="0" fill="hold" grpId="202" nodeType="afterEffect">
                      <p:stCondLst>
                        <p:cond delay="780"/>
                      </p:stCondLst>
                      <p:childTnLst>
                        <p:animScale>
                          <p:by x="112000" y="112000"/>
                          <p:cBhvr autoRev="1">
                            <p:cTn id="24" dur="200" autoRev="1"/>
                            <p:tgtEl>
                              <p:spTgt spid="522"/>
                            </p:tgtEl>
                          </p:cBhvr>
                        </p:animScale>
                      </p:childTnLst>
                    </p:cTn>
                  </p:par>
                  <p:par>
                    <p:cTn id="25" presetID="10" presetClass="entr" presetSubtype="0" fill="hold" grpId="3" nodeType="withEffect">
                      <p:stCondLst>
                        <p:cond delay="300"/>
                      </p:stCondLst>
                      <p:childTnLst>
                        <p:set>
                          <p:cBhvr>
                            <p:cTn id="26" dur="1" fill="hold"/>
                            <p:tgtEl>
                              <p:spTgt spid="523"/>
                            </p:tgtEl>
                            <p:attrNameLst>
                              <p:attrName>style.visibility</p:attrName>
                            </p:attrNameLst>
                          </p:cBhvr>
                          <p:to>
                            <p:strVal val="visible"/>
                          </p:to>
                        </p:set>
                        <p:animEffect transition="in" filter="slide(fromRight)">
                          <p:cBhvr>
                            <p:cTn id="27" dur="500"/>
                            <p:tgtEl>
                              <p:spTgt spid="523"/>
                            </p:tgtEl>
                          </p:cBhvr>
                        </p:animEffect>
                      </p:childTnLst>
                    </p:cTn>
                  </p:par>
                  <p:par>
                    <p:cTn id="28" presetID="10" presetClass="entr" presetSubtype="0" fill="hold" grpId="4" nodeType="withEffect">
                      <p:stCondLst>
                        <p:cond delay="400"/>
                      </p:stCondLst>
                      <p:childTnLst>
                        <p:set>
                          <p:cBhvr>
                            <p:cTn id="29" dur="1" fill="hold"/>
                            <p:tgtEl>
                              <p:spTgt spid="524"/>
                            </p:tgtEl>
                            <p:attrNameLst>
                              <p:attrName>style.visibility</p:attrName>
                            </p:attrNameLst>
                          </p:cBhvr>
                          <p:to>
                            <p:strVal val="visible"/>
                          </p:to>
                        </p:set>
                        <p:animEffect transition="in" filter="slide(fromLeft)">
                          <p:cBhvr>
                            <p:cTn id="30" dur="500"/>
                            <p:tgtEl>
                              <p:spTgt spid="524"/>
                            </p:tgtEl>
                          </p:cBhvr>
                        </p:animEffect>
                      </p:childTnLst>
                    </p:cTn>
                  </p:par>
                  <p:par>
                    <p:cTn id="31" presetID="10" presetClass="entr" presetSubtype="0" fill="hold" grpId="5" nodeType="withEffect">
                      <p:stCondLst>
                        <p:cond delay="500"/>
                      </p:stCondLst>
                      <p:childTnLst>
                        <p:set>
                          <p:cBhvr>
                            <p:cTn id="32" dur="1" fill="hold"/>
                            <p:tgtEl>
                              <p:spTgt spid="525"/>
                            </p:tgtEl>
                            <p:attrNameLst>
                              <p:attrName>style.visibility</p:attrName>
                            </p:attrNameLst>
                          </p:cBhvr>
                          <p:to>
                            <p:strVal val="visible"/>
                          </p:to>
                        </p:set>
                        <p:animEffect transition="in" filter="slide(fromRight)">
                          <p:cBhvr>
                            <p:cTn id="33" dur="500"/>
                            <p:tgtEl>
                              <p:spTgt spid="525"/>
                            </p:tgtEl>
                          </p:cBhvr>
                        </p:animEffect>
                      </p:childTnLst>
                    </p:cTn>
                  </p:par>
                  <p:par>
                    <p:cTn id="34" presetID="10" presetClass="entr" presetSubtype="0" fill="hold" grpId="6" nodeType="withEffect">
                      <p:stCondLst>
                        <p:cond delay="600"/>
                      </p:stCondLst>
                      <p:childTnLst>
                        <p:set>
                          <p:cBhvr>
                            <p:cTn id="35" dur="1" fill="hold"/>
                            <p:tgtEl>
                              <p:spTgt spid="526"/>
                            </p:tgtEl>
                            <p:attrNameLst>
                              <p:attrName>style.visibility</p:attrName>
                            </p:attrNameLst>
                          </p:cBhvr>
                          <p:to>
                            <p:strVal val="visible"/>
                          </p:to>
                        </p:set>
                        <p:animEffect transition="in" filter="slide(fromLeft)">
                          <p:cBhvr>
                            <p:cTn id="36" dur="500"/>
                            <p:tgtEl>
                              <p:spTgt spid="526"/>
                            </p:tgtEl>
                          </p:cBhvr>
                        </p:animEffect>
                      </p:childTnLst>
                    </p:cTn>
                  </p:par>
                  <p:par>
                    <p:cTn id="37" presetID="10" presetClass="entr" presetSubtype="0" fill="hold" grpId="7" nodeType="withEffect">
                      <p:stCondLst>
                        <p:cond delay="700"/>
                      </p:stCondLst>
                      <p:childTnLst>
                        <p:set>
                          <p:cBhvr>
                            <p:cTn id="38" dur="1" fill="hold"/>
                            <p:tgtEl>
                              <p:spTgt spid="527"/>
                            </p:tgtEl>
                            <p:attrNameLst>
                              <p:attrName>style.visibility</p:attrName>
                            </p:attrNameLst>
                          </p:cBhvr>
                          <p:to>
                            <p:strVal val="visible"/>
                          </p:to>
                        </p:set>
                        <p:animEffect transition="in" filter="slide(fromRight)">
                          <p:cBhvr>
                            <p:cTn id="39" dur="500"/>
                            <p:tgtEl>
                              <p:spTgt spid="527"/>
                            </p:tgtEl>
                          </p:cBhvr>
                        </p:animEffect>
                      </p:childTnLst>
                    </p:cTn>
                  </p:par>
                  <p:par>
                    <p:cTn id="40" presetID="10" presetClass="entr" presetSubtype="0" fill="hold" grpId="8" nodeType="withEffect">
                      <p:stCondLst>
                        <p:cond delay="800"/>
                      </p:stCondLst>
                      <p:childTnLst>
                        <p:set>
                          <p:cBhvr>
                            <p:cTn id="41" dur="1" fill="hold"/>
                            <p:tgtEl>
                              <p:spTgt spid="528"/>
                            </p:tgtEl>
                            <p:attrNameLst>
                              <p:attrName>style.visibility</p:attrName>
                            </p:attrNameLst>
                          </p:cBhvr>
                          <p:to>
                            <p:strVal val="visible"/>
                          </p:to>
                        </p:set>
                        <p:animEffect transition="in" filter="slide(fromLeft)">
                          <p:cBhvr>
                            <p:cTn id="42" dur="500"/>
                            <p:tgtEl>
                              <p:spTgt spid="528"/>
                            </p:tgtEl>
                          </p:cBhvr>
                        </p:animEffect>
                      </p:childTnLst>
                    </p:cTn>
                  </p:par>
                  <p:par>
                    <p:cTn id="43" presetID="10" presetClass="entr" presetSubtype="0" fill="hold" grpId="9" nodeType="withEffect">
                      <p:stCondLst>
                        <p:cond delay="900"/>
                      </p:stCondLst>
                      <p:childTnLst>
                        <p:set>
                          <p:cBhvr>
                            <p:cTn id="44" dur="1" fill="hold"/>
                            <p:tgtEl>
                              <p:spTgt spid="529"/>
                            </p:tgtEl>
                            <p:attrNameLst>
                              <p:attrName>style.visibility</p:attrName>
                            </p:attrNameLst>
                          </p:cBhvr>
                          <p:to>
                            <p:strVal val="visible"/>
                          </p:to>
                        </p:set>
                        <p:animEffect transition="in" filter="slide(fromRight)">
                          <p:cBhvr>
                            <p:cTn id="45" dur="500"/>
                            <p:tgtEl>
                              <p:spTgt spid="529"/>
                            </p:tgtEl>
                          </p:cBhvr>
                        </p:animEffect>
                      </p:childTnLst>
                    </p:cTn>
                  </p:par>
                  <p:par>
                    <p:cTn id="46" presetID="10" presetClass="entr" presetSubtype="0" fill="hold" grpId="10" nodeType="withEffect">
                      <p:stCondLst>
                        <p:cond delay="1000"/>
                      </p:stCondLst>
                      <p:childTnLst>
                        <p:set>
                          <p:cBhvr>
                            <p:cTn id="47" dur="1" fill="hold"/>
                            <p:tgtEl>
                              <p:spTgt spid="530"/>
                            </p:tgtEl>
                            <p:attrNameLst>
                              <p:attrName>style.visibility</p:attrName>
                            </p:attrNameLst>
                          </p:cBhvr>
                          <p:to>
                            <p:strVal val="visible"/>
                          </p:to>
                        </p:set>
                        <p:animEffect transition="in" filter="slide(fromLeft)">
                          <p:cBhvr>
                            <p:cTn id="48" dur="500"/>
                            <p:tgtEl>
                              <p:spTgt spid="530"/>
                            </p:tgtEl>
                          </p:cBhvr>
                        </p:animEffect>
                      </p:childTnLst>
                    </p:cTn>
                  </p:par>
                  <p:par>
                    <p:cTn id="49" presetID="10" presetClass="entr" presetSubtype="0" fill="hold" grpId="11" nodeType="withEffect">
                      <p:stCondLst>
                        <p:cond delay="1100"/>
                      </p:stCondLst>
                      <p:childTnLst>
                        <p:set>
                          <p:cBhvr>
                            <p:cTn id="50" dur="1" fill="hold"/>
                            <p:tgtEl>
                              <p:spTgt spid="531"/>
                            </p:tgtEl>
                            <p:attrNameLst>
                              <p:attrName>style.visibility</p:attrName>
                            </p:attrNameLst>
                          </p:cBhvr>
                          <p:to>
                            <p:strVal val="visible"/>
                          </p:to>
                        </p:set>
                        <p:animEffect transition="in" filter="slide(fromRight)">
                          <p:cBhvr>
                            <p:cTn id="51" dur="500"/>
                            <p:tgtEl>
                              <p:spTgt spid="531"/>
                            </p:tgtEl>
                          </p:cBhvr>
                        </p:animEffect>
                      </p:childTnLst>
                    </p:cTn>
                  </p:par>
                  <p:par>
                    <p:cTn id="52" presetID="10" presetClass="entr" presetSubtype="0" fill="hold" grpId="12" nodeType="withEffect">
                      <p:stCondLst>
                        <p:cond delay="1200"/>
                      </p:stCondLst>
                      <p:childTnLst>
                        <p:set>
                          <p:cBhvr>
                            <p:cTn id="53" dur="1" fill="hold"/>
                            <p:tgtEl>
                              <p:spTgt spid="532"/>
                            </p:tgtEl>
                            <p:attrNameLst>
                              <p:attrName>style.visibility</p:attrName>
                            </p:attrNameLst>
                          </p:cBhvr>
                          <p:to>
                            <p:strVal val="visible"/>
                          </p:to>
                        </p:set>
                        <p:animEffect transition="in" filter="slide(fromLeft)">
                          <p:cBhvr>
                            <p:cTn id="54" dur="500"/>
                            <p:tgtEl>
                              <p:spTgt spid="532"/>
                            </p:tgtEl>
                          </p:cBhvr>
                        </p:animEffect>
                      </p:childTnLst>
                    </p:cTn>
                  </p:par>
                  <p:par>
                    <p:cTn id="55" presetID="10" presetClass="entr" presetSubtype="0" fill="hold" grpId="13" nodeType="withEffect">
                      <p:stCondLst>
                        <p:cond delay="1300"/>
                      </p:stCondLst>
                      <p:childTnLst>
                        <p:set>
                          <p:cBhvr>
                            <p:cTn id="56" dur="1" fill="hold"/>
                            <p:tgtEl>
                              <p:spTgt spid="533"/>
                            </p:tgtEl>
                            <p:attrNameLst>
                              <p:attrName>style.visibility</p:attrName>
                            </p:attrNameLst>
                          </p:cBhvr>
                          <p:to>
                            <p:strVal val="visible"/>
                          </p:to>
                        </p:set>
                        <p:animEffect transition="in" filter="slide(fromRight)">
                          <p:cBhvr>
                            <p:cTn id="57" dur="500"/>
                            <p:tgtEl>
                              <p:spTgt spid="533"/>
                            </p:tgtEl>
                          </p:cBhvr>
                        </p:animEffect>
                      </p:childTnLst>
                    </p:cTn>
                  </p:par>
                  <p:par>
                    <p:cTn id="58" presetID="10" presetClass="entr" presetSubtype="0" fill="hold" grpId="14" nodeType="withEffect">
                      <p:stCondLst>
                        <p:cond delay="1400"/>
                      </p:stCondLst>
                      <p:childTnLst>
                        <p:set>
                          <p:cBhvr>
                            <p:cTn id="59" dur="1" fill="hold"/>
                            <p:tgtEl>
                              <p:spTgt spid="534"/>
                            </p:tgtEl>
                            <p:attrNameLst>
                              <p:attrName>style.visibility</p:attrName>
                            </p:attrNameLst>
                          </p:cBhvr>
                          <p:to>
                            <p:strVal val="visible"/>
                          </p:to>
                        </p:set>
                        <p:animEffect transition="in" filter="slide(fromLeft)">
                          <p:cBhvr>
                            <p:cTn id="60" dur="500"/>
                            <p:tgtEl>
                              <p:spTgt spid="534"/>
                            </p:tgtEl>
                          </p:cBhvr>
                        </p:animEffect>
                      </p:childTnLst>
                    </p:cTn>
                  </p:par>
                  <p:par>
                    <p:cTn id="61" presetID="10" presetClass="entr" presetSubtype="0" fill="hold" grpId="15" nodeType="withEffect">
                      <p:stCondLst>
                        <p:cond delay="1500"/>
                      </p:stCondLst>
                      <p:childTnLst>
                        <p:set>
                          <p:cBhvr>
                            <p:cTn id="62" dur="1" fill="hold"/>
                            <p:tgtEl>
                              <p:spTgt spid="535"/>
                            </p:tgtEl>
                            <p:attrNameLst>
                              <p:attrName>style.visibility</p:attrName>
                            </p:attrNameLst>
                          </p:cBhvr>
                          <p:to>
                            <p:strVal val="visible"/>
                          </p:to>
                        </p:set>
                        <p:animEffect transition="in" filter="slide(fromRight)">
                          <p:cBhvr>
                            <p:cTn id="63" dur="500"/>
                            <p:tgtEl>
                              <p:spTgt spid="535"/>
                            </p:tgtEl>
                          </p:cBhvr>
                        </p:animEffect>
                      </p:childTnLst>
                    </p:cTn>
                  </p:par>
                  <p:par>
                    <p:cTn id="64" presetID="10" presetClass="entr" presetSubtype="0" fill="hold" grpId="16" nodeType="withEffect">
                      <p:stCondLst>
                        <p:cond delay="1600"/>
                      </p:stCondLst>
                      <p:childTnLst>
                        <p:set>
                          <p:cBhvr>
                            <p:cTn id="65" dur="1" fill="hold"/>
                            <p:tgtEl>
                              <p:spTgt spid="536"/>
                            </p:tgtEl>
                            <p:attrNameLst>
                              <p:attrName>style.visibility</p:attrName>
                            </p:attrNameLst>
                          </p:cBhvr>
                          <p:to>
                            <p:strVal val="visible"/>
                          </p:to>
                        </p:set>
                        <p:animEffect transition="in" filter="slide(fromLeft)">
                          <p:cBhvr>
                            <p:cTn id="66" dur="500"/>
                            <p:tgtEl>
                              <p:spTgt spid="536"/>
                            </p:tgtEl>
                          </p:cBhvr>
                        </p:animEffect>
                      </p:childTnLst>
                    </p:cTn>
                  </p:par>
                  <p:par>
                    <p:cTn id="67" presetID="10" presetClass="entr" presetSubtype="0" fill="hold" grpId="17" nodeType="withEffect">
                      <p:stCondLst>
                        <p:cond delay="1700"/>
                      </p:stCondLst>
                      <p:childTnLst>
                        <p:set>
                          <p:cBhvr>
                            <p:cTn id="68" dur="1" fill="hold"/>
                            <p:tgtEl>
                              <p:spTgt spid="537"/>
                            </p:tgtEl>
                            <p:attrNameLst>
                              <p:attrName>style.visibility</p:attrName>
                            </p:attrNameLst>
                          </p:cBhvr>
                          <p:to>
                            <p:strVal val="visible"/>
                          </p:to>
                        </p:set>
                        <p:animEffect transition="in" filter="slide(fromRight)">
                          <p:cBhvr>
                            <p:cTn id="69" dur="500"/>
                            <p:tgtEl>
                              <p:spTgt spid="537"/>
                            </p:tgtEl>
                          </p:cBhvr>
                        </p:animEffect>
                      </p:childTnLst>
                    </p:cTn>
                  </p:par>
                  <p:par>
                    <p:cTn id="70" presetID="10" presetClass="entr" presetSubtype="0" fill="hold" grpId="18" nodeType="withEffect">
                      <p:stCondLst>
                        <p:cond delay="1800"/>
                      </p:stCondLst>
                      <p:childTnLst>
                        <p:set>
                          <p:cBhvr>
                            <p:cTn id="71" dur="1" fill="hold"/>
                            <p:tgtEl>
                              <p:spTgt spid="538"/>
                            </p:tgtEl>
                            <p:attrNameLst>
                              <p:attrName>style.visibility</p:attrName>
                            </p:attrNameLst>
                          </p:cBhvr>
                          <p:to>
                            <p:strVal val="visible"/>
                          </p:to>
                        </p:set>
                        <p:animEffect transition="in" filter="slide(fromLeft)">
                          <p:cBhvr>
                            <p:cTn id="72" dur="500"/>
                            <p:tgtEl>
                              <p:spTgt spid="538"/>
                            </p:tgtEl>
                          </p:cBhvr>
                        </p:animEffect>
                      </p:childTnLst>
                    </p:cTn>
                  </p:par>
                  <p:par>
                    <p:cTn id="73" presetID="10" presetClass="entr" presetSubtype="0" fill="hold" grpId="19" nodeType="withEffect">
                      <p:stCondLst>
                        <p:cond delay="1900"/>
                      </p:stCondLst>
                      <p:childTnLst>
                        <p:set>
                          <p:cBhvr>
                            <p:cTn id="74" dur="1" fill="hold"/>
                            <p:tgtEl>
                              <p:spTgt spid="539"/>
                            </p:tgtEl>
                            <p:attrNameLst>
                              <p:attrName>style.visibility</p:attrName>
                            </p:attrNameLst>
                          </p:cBhvr>
                          <p:to>
                            <p:strVal val="visible"/>
                          </p:to>
                        </p:set>
                        <p:animEffect transition="in" filter="slide(fromRight)">
                          <p:cBhvr>
                            <p:cTn id="75" dur="500"/>
                            <p:tgtEl>
                              <p:spTgt spid="539"/>
                            </p:tgtEl>
                          </p:cBhvr>
                        </p:animEffect>
                      </p:childTnLst>
                    </p:cTn>
                  </p:par>
                  <p:par>
                    <p:cTn id="76" presetID="10" presetClass="entr" presetSubtype="0" fill="hold" grpId="20" nodeType="withEffect">
                      <p:stCondLst>
                        <p:cond delay="2000"/>
                      </p:stCondLst>
                      <p:childTnLst>
                        <p:set>
                          <p:cBhvr>
                            <p:cTn id="77" dur="1" fill="hold"/>
                            <p:tgtEl>
                              <p:spTgt spid="540"/>
                            </p:tgtEl>
                            <p:attrNameLst>
                              <p:attrName>style.visibility</p:attrName>
                            </p:attrNameLst>
                          </p:cBhvr>
                          <p:to>
                            <p:strVal val="visible"/>
                          </p:to>
                        </p:set>
                        <p:animEffect transition="in" filter="slide(fromLeft)">
                          <p:cBhvr>
                            <p:cTn id="78" dur="500"/>
                            <p:tgtEl>
                              <p:spTgt spid="540"/>
                            </p:tgtEl>
                          </p:cBhvr>
                        </p:animEffect>
                      </p:childTnLst>
                    </p:cTn>
                  </p:par>
                  <p:par>
                    <p:cTn id="79" presetID="10" presetClass="entr" presetSubtype="0" fill="hold" grpId="21" nodeType="withEffect">
                      <p:stCondLst>
                        <p:cond delay="2100"/>
                      </p:stCondLst>
                      <p:childTnLst>
                        <p:set>
                          <p:cBhvr>
                            <p:cTn id="80" dur="1" fill="hold"/>
                            <p:tgtEl>
                              <p:spTgt spid="541"/>
                            </p:tgtEl>
                            <p:attrNameLst>
                              <p:attrName>style.visibility</p:attrName>
                            </p:attrNameLst>
                          </p:cBhvr>
                          <p:to>
                            <p:strVal val="visible"/>
                          </p:to>
                        </p:set>
                        <p:animEffect transition="in" filter="slide(fromRight)">
                          <p:cBhvr>
                            <p:cTn id="81" dur="500"/>
                            <p:tgtEl>
                              <p:spTgt spid="541"/>
                            </p:tgtEl>
                          </p:cBhvr>
                        </p:animEffect>
                      </p:childTnLst>
                    </p:cTn>
                  </p:par>
                  <p:par>
                    <p:cTn id="82" presetID="10" presetClass="entr" presetSubtype="0" fill="hold" grpId="22" nodeType="withEffect">
                      <p:stCondLst>
                        <p:cond delay="2200"/>
                      </p:stCondLst>
                      <p:childTnLst>
                        <p:set>
                          <p:cBhvr>
                            <p:cTn id="83" dur="1" fill="hold"/>
                            <p:tgtEl>
                              <p:spTgt spid="542"/>
                            </p:tgtEl>
                            <p:attrNameLst>
                              <p:attrName>style.visibility</p:attrName>
                            </p:attrNameLst>
                          </p:cBhvr>
                          <p:to>
                            <p:strVal val="visible"/>
                          </p:to>
                        </p:set>
                        <p:animEffect transition="in" filter="slide(fromLeft)">
                          <p:cBhvr>
                            <p:cTn id="84" dur="500"/>
                            <p:tgtEl>
                              <p:spTgt spid="542"/>
                            </p:tgtEl>
                          </p:cBhvr>
                        </p:animEffect>
                      </p:childTnLst>
                    </p:cTn>
                  </p:par>
                  <p:par>
                    <p:cTn id="85" presetID="10" presetClass="entr" presetSubtype="0" fill="hold" grpId="23" nodeType="withEffect">
                      <p:stCondLst>
                        <p:cond delay="2300"/>
                      </p:stCondLst>
                      <p:childTnLst>
                        <p:set>
                          <p:cBhvr>
                            <p:cTn id="86" dur="1" fill="hold"/>
                            <p:tgtEl>
                              <p:spTgt spid="2"/>
                            </p:tgtEl>
                            <p:attrNameLst>
                              <p:attrName>style.visibility</p:attrName>
                            </p:attrNameLst>
                          </p:cBhvr>
                          <p:to>
                            <p:strVal val="visible"/>
                          </p:to>
                        </p:set>
                        <p:animEffect transition="in" filter="slide(fromRight)">
                          <p:cBhvr>
                            <p:cTn id="87" dur="500"/>
                            <p:tgtEl>
                              <p:spTgt spid="2"/>
                            </p:tgtEl>
                          </p:cBhvr>
                        </p:animEffect>
                      </p:childTnLst>
                    </p:cTn>
                  </p:par>
                  <p:par>
                    <p:cTn id="88" presetID="10" presetClass="entr" presetSubtype="0" fill="hold" grpId="24" nodeType="withEffect">
                      <p:stCondLst>
                        <p:cond delay="2400"/>
                      </p:stCondLst>
                      <p:childTnLst>
                        <p:set>
                          <p:cBhvr>
                            <p:cTn id="89" dur="1" fill="hold"/>
                            <p:tgtEl>
                              <p:spTgt spid="3"/>
                            </p:tgtEl>
                            <p:attrNameLst>
                              <p:attrName>style.visibility</p:attrName>
                            </p:attrNameLst>
                          </p:cBhvr>
                          <p:to>
                            <p:strVal val="visible"/>
                          </p:to>
                        </p:set>
                        <p:animEffect transition="in" filter="slide(fromLeft)">
                          <p:cBhvr>
                            <p:cTn id="90" dur="500"/>
                            <p:tgtEl>
                              <p:spTgt spid="3"/>
                            </p:tgtEl>
                          </p:cBhvr>
                        </p:animEffect>
                      </p:childTnLst>
                    </p:cTn>
                  </p:par>
                  <p:par>
                    <p:cTn id="91" presetID="10" presetClass="entr" presetSubtype="0" fill="hold" grpId="25" nodeType="withEffect">
                      <p:stCondLst>
                        <p:cond delay="2500"/>
                      </p:stCondLst>
                      <p:childTnLst>
                        <p:set>
                          <p:cBhvr>
                            <p:cTn id="92" dur="1" fill="hold"/>
                            <p:tgtEl>
                              <p:spTgt spid="4"/>
                            </p:tgtEl>
                            <p:attrNameLst>
                              <p:attrName>style.visibility</p:attrName>
                            </p:attrNameLst>
                          </p:cBhvr>
                          <p:to>
                            <p:strVal val="visible"/>
                          </p:to>
                        </p:set>
                        <p:animEffect transition="in" filter="slide(fromRight)">
                          <p:cBhvr>
                            <p:cTn id="93" dur="500"/>
                            <p:tgtEl>
                              <p:spTgt spid="4"/>
                            </p:tgtEl>
                          </p:cBhvr>
                        </p:animEffect>
                      </p:childTnLst>
                    </p:cTn>
                  </p:par>
                  <p:par>
                    <p:cTn id="94" presetID="10" presetClass="entr" presetSubtype="0" fill="hold" grpId="26" nodeType="withEffect">
                      <p:stCondLst>
                        <p:cond delay="2600"/>
                      </p:stCondLst>
                      <p:childTnLst>
                        <p:set>
                          <p:cBhvr>
                            <p:cTn id="95" dur="1" fill="hold"/>
                            <p:tgtEl>
                              <p:spTgt spid="5"/>
                            </p:tgtEl>
                            <p:attrNameLst>
                              <p:attrName>style.visibility</p:attrName>
                            </p:attrNameLst>
                          </p:cBhvr>
                          <p:to>
                            <p:strVal val="visible"/>
                          </p:to>
                        </p:set>
                        <p:animEffect transition="in" filter="slide(fromLeft)">
                          <p:cBhvr>
                            <p:cTn id="96" dur="500"/>
                            <p:tgtEl>
                              <p:spTgt spid="5"/>
                            </p:tgtEl>
                          </p:cBhvr>
                        </p:animEffect>
                      </p:childTnLst>
                    </p:cTn>
                  </p:par>
                  <p:par>
                    <p:cTn id="97" presetID="10" presetClass="entr" presetSubtype="0" fill="hold" grpId="27" nodeType="withEffect">
                      <p:stCondLst>
                        <p:cond delay="2700"/>
                      </p:stCondLst>
                      <p:childTnLst>
                        <p:set>
                          <p:cBhvr>
                            <p:cTn id="98" dur="1" fill="hold"/>
                            <p:tgtEl>
                              <p:spTgt spid="6"/>
                            </p:tgtEl>
                            <p:attrNameLst>
                              <p:attrName>style.visibility</p:attrName>
                            </p:attrNameLst>
                          </p:cBhvr>
                          <p:to>
                            <p:strVal val="visible"/>
                          </p:to>
                        </p:set>
                        <p:animEffect transition="in" filter="slide(fromRight)">
                          <p:cBhvr>
                            <p:cTn id="99" dur="500"/>
                            <p:tgtEl>
                              <p:spTgt spid="6"/>
                            </p:tgtEl>
                          </p:cBhvr>
                        </p:animEffect>
                      </p:childTnLst>
                    </p:cTn>
                  </p:par>
                  <p:par>
                    <p:cTn id="100" presetID="10" presetClass="entr" presetSubtype="0" fill="hold" grpId="28" nodeType="withEffect">
                      <p:stCondLst>
                        <p:cond delay="2800"/>
                      </p:stCondLst>
                      <p:childTnLst>
                        <p:set>
                          <p:cBhvr>
                            <p:cTn id="101" dur="1" fill="hold"/>
                            <p:tgtEl>
                              <p:spTgt spid="7"/>
                            </p:tgtEl>
                            <p:attrNameLst>
                              <p:attrName>style.visibility</p:attrName>
                            </p:attrNameLst>
                          </p:cBhvr>
                          <p:to>
                            <p:strVal val="visible"/>
                          </p:to>
                        </p:set>
                        <p:animEffect transition="in" filter="slide(fromLeft)">
                          <p:cBhvr>
                            <p:cTn id="102" dur="500"/>
                            <p:tgtEl>
                              <p:spTgt spid="7"/>
                            </p:tgtEl>
                          </p:cBhvr>
                        </p:animEffect>
                      </p:childTnLst>
                    </p:cTn>
                  </p:par>
                  <p:par>
                    <p:cTn id="103" presetID="10" presetClass="entr" presetSubtype="0" fill="hold" grpId="29" nodeType="withEffect">
                      <p:stCondLst>
                        <p:cond delay="2900"/>
                      </p:stCondLst>
                      <p:childTnLst>
                        <p:set>
                          <p:cBhvr>
                            <p:cTn id="104" dur="1" fill="hold"/>
                            <p:tgtEl>
                              <p:spTgt spid="8"/>
                            </p:tgtEl>
                            <p:attrNameLst>
                              <p:attrName>style.visibility</p:attrName>
                            </p:attrNameLst>
                          </p:cBhvr>
                          <p:to>
                            <p:strVal val="visible"/>
                          </p:to>
                        </p:set>
                        <p:animEffect transition="in" filter="slide(fromRight)">
                          <p:cBhvr>
                            <p:cTn id="105" dur="500"/>
                            <p:tgtEl>
                              <p:spTgt spid="8"/>
                            </p:tgtEl>
                          </p:cBhvr>
                        </p:animEffect>
                      </p:childTnLst>
                    </p:cTn>
                  </p:par>
                  <p:par>
                    <p:cTn id="106" presetID="10" presetClass="entr" presetSubtype="0" fill="hold" grpId="30" nodeType="withEffect">
                      <p:stCondLst>
                        <p:cond delay="3000"/>
                      </p:stCondLst>
                      <p:childTnLst>
                        <p:set>
                          <p:cBhvr>
                            <p:cTn id="107" dur="1" fill="hold"/>
                            <p:tgtEl>
                              <p:spTgt spid="9"/>
                            </p:tgtEl>
                            <p:attrNameLst>
                              <p:attrName>style.visibility</p:attrName>
                            </p:attrNameLst>
                          </p:cBhvr>
                          <p:to>
                            <p:strVal val="visible"/>
                          </p:to>
                        </p:set>
                        <p:animEffect transition="in" filter="slide(fromLeft)">
                          <p:cBhvr>
                            <p:cTn id="108" dur="500"/>
                            <p:tgtEl>
                              <p:spTgt spid="9"/>
                            </p:tgtEl>
                          </p:cBhvr>
                        </p:animEffect>
                      </p:childTnLst>
                    </p:cTn>
                  </p:par>
                  <p:par>
                    <p:cTn id="109" presetID="10" presetClass="entr" presetSubtype="0" fill="hold" grpId="31" nodeType="withEffect">
                      <p:stCondLst>
                        <p:cond delay="3100"/>
                      </p:stCondLst>
                      <p:childTnLst>
                        <p:set>
                          <p:cBhvr>
                            <p:cTn id="110" dur="1" fill="hold"/>
                            <p:tgtEl>
                              <p:spTgt spid="10"/>
                            </p:tgtEl>
                            <p:attrNameLst>
                              <p:attrName>style.visibility</p:attrName>
                            </p:attrNameLst>
                          </p:cBhvr>
                          <p:to>
                            <p:strVal val="visible"/>
                          </p:to>
                        </p:set>
                        <p:animEffect transition="in" filter="slide(fromRight)">
                          <p:cBhvr>
                            <p:cTn id="111" dur="500"/>
                            <p:tgtEl>
                              <p:spTgt spid="10"/>
                            </p:tgtEl>
                          </p:cBhvr>
                        </p:animEffect>
                      </p:childTnLst>
                    </p:cTn>
                  </p:par>
                  <p:par>
                    <p:cTn id="112" presetID="10" presetClass="entr" presetSubtype="0" fill="hold" grpId="32" nodeType="withEffect">
                      <p:stCondLst>
                        <p:cond delay="3200"/>
                      </p:stCondLst>
                      <p:childTnLst>
                        <p:set>
                          <p:cBhvr>
                            <p:cTn id="113" dur="1" fill="hold"/>
                            <p:tgtEl>
                              <p:spTgt spid="11"/>
                            </p:tgtEl>
                            <p:attrNameLst>
                              <p:attrName>style.visibility</p:attrName>
                            </p:attrNameLst>
                          </p:cBhvr>
                          <p:to>
                            <p:strVal val="visible"/>
                          </p:to>
                        </p:set>
                        <p:animEffect transition="in" filter="slide(fromLeft)">
                          <p:cBhvr>
                            <p:cTn id="114" dur="500"/>
                            <p:tgtEl>
                              <p:spTgt spid="11"/>
                            </p:tgtEl>
                          </p:cBhvr>
                        </p:animEffect>
                      </p:childTnLst>
                    </p:cTn>
                  </p:par>
                  <p:par>
                    <p:cTn id="115" presetID="10" presetClass="entr" presetSubtype="0" fill="hold" grpId="33" nodeType="withEffect">
                      <p:stCondLst>
                        <p:cond delay="3300"/>
                      </p:stCondLst>
                      <p:childTnLst>
                        <p:set>
                          <p:cBhvr>
                            <p:cTn id="116" dur="1" fill="hold"/>
                            <p:tgtEl>
                              <p:spTgt spid="12"/>
                            </p:tgtEl>
                            <p:attrNameLst>
                              <p:attrName>style.visibility</p:attrName>
                            </p:attrNameLst>
                          </p:cBhvr>
                          <p:to>
                            <p:strVal val="visible"/>
                          </p:to>
                        </p:set>
                        <p:animEffect transition="in" filter="slide(fromRight)">
                          <p:cBhvr>
                            <p:cTn id="117" dur="500"/>
                            <p:tgtEl>
                              <p:spTgt spid="12"/>
                            </p:tgtEl>
                          </p:cBhvr>
                        </p:animEffect>
                      </p:childTnLst>
                    </p:cTn>
                  </p:par>
                  <p:par>
                    <p:cTn id="118" presetID="10" presetClass="entr" presetSubtype="0" fill="hold" grpId="34" nodeType="withEffect">
                      <p:stCondLst>
                        <p:cond delay="3400"/>
                      </p:stCondLst>
                      <p:childTnLst>
                        <p:set>
                          <p:cBhvr>
                            <p:cTn id="119" dur="1" fill="hold"/>
                            <p:tgtEl>
                              <p:spTgt spid="13"/>
                            </p:tgtEl>
                            <p:attrNameLst>
                              <p:attrName>style.visibility</p:attrName>
                            </p:attrNameLst>
                          </p:cBhvr>
                          <p:to>
                            <p:strVal val="visible"/>
                          </p:to>
                        </p:set>
                        <p:animEffect transition="in" filter="slide(fromLeft)">
                          <p:cBhvr>
                            <p:cTn id="120" dur="500"/>
                            <p:tgtEl>
                              <p:spTgt spid="13"/>
                            </p:tgtEl>
                          </p:cBhvr>
                        </p:animEffect>
                      </p:childTnLst>
                    </p:cTn>
                  </p:par>
                  <p:par>
                    <p:cTn id="121" presetID="10" presetClass="entr" presetSubtype="0" fill="hold" grpId="35" nodeType="withEffect">
                      <p:stCondLst>
                        <p:cond delay="3500"/>
                      </p:stCondLst>
                      <p:childTnLst>
                        <p:set>
                          <p:cBhvr>
                            <p:cTn id="122" dur="1" fill="hold"/>
                            <p:tgtEl>
                              <p:spTgt spid="14"/>
                            </p:tgtEl>
                            <p:attrNameLst>
                              <p:attrName>style.visibility</p:attrName>
                            </p:attrNameLst>
                          </p:cBhvr>
                          <p:to>
                            <p:strVal val="visible"/>
                          </p:to>
                        </p:set>
                        <p:animEffect transition="in" filter="slide(fromRight)">
                          <p:cBhvr>
                            <p:cTn id="123" dur="500"/>
                            <p:tgtEl>
                              <p:spTgt spid="14"/>
                            </p:tgtEl>
                          </p:cBhvr>
                        </p:animEffect>
                      </p:childTnLst>
                    </p:cTn>
                  </p:par>
                  <p:par>
                    <p:cTn id="124" presetID="10" presetClass="entr" presetSubtype="0" fill="hold" grpId="36" nodeType="withEffect">
                      <p:stCondLst>
                        <p:cond delay="3600"/>
                      </p:stCondLst>
                      <p:childTnLst>
                        <p:set>
                          <p:cBhvr>
                            <p:cTn id="125" dur="1" fill="hold"/>
                            <p:tgtEl>
                              <p:spTgt spid="15"/>
                            </p:tgtEl>
                            <p:attrNameLst>
                              <p:attrName>style.visibility</p:attrName>
                            </p:attrNameLst>
                          </p:cBhvr>
                          <p:to>
                            <p:strVal val="visible"/>
                          </p:to>
                        </p:set>
                        <p:animEffect transition="in" filter="slide(fromLeft)">
                          <p:cBhvr>
                            <p:cTn id="126" dur="500"/>
                            <p:tgtEl>
                              <p:spTgt spid="15"/>
                            </p:tgtEl>
                          </p:cBhvr>
                        </p:animEffect>
                      </p:childTnLst>
                    </p:cTn>
                  </p:par>
                  <p:par>
                    <p:cTn id="127" presetID="10" presetClass="entr" presetSubtype="0" fill="hold" grpId="37" nodeType="withEffect">
                      <p:stCondLst>
                        <p:cond delay="3700"/>
                      </p:stCondLst>
                      <p:childTnLst>
                        <p:set>
                          <p:cBhvr>
                            <p:cTn id="128" dur="1" fill="hold"/>
                            <p:tgtEl>
                              <p:spTgt spid="16"/>
                            </p:tgtEl>
                            <p:attrNameLst>
                              <p:attrName>style.visibility</p:attrName>
                            </p:attrNameLst>
                          </p:cBhvr>
                          <p:to>
                            <p:strVal val="visible"/>
                          </p:to>
                        </p:set>
                        <p:animEffect transition="in" filter="slide(fromRight)">
                          <p:cBhvr>
                            <p:cTn id="129" dur="500"/>
                            <p:tgtEl>
                              <p:spTgt spid="16"/>
                            </p:tgtEl>
                          </p:cBhvr>
                        </p:animEffect>
                      </p:childTnLst>
                    </p:cTn>
                  </p:par>
                  <p:par>
                    <p:cTn id="130" presetID="10" presetClass="entr" presetSubtype="0" fill="hold" grpId="38" nodeType="withEffect">
                      <p:stCondLst>
                        <p:cond delay="3800"/>
                      </p:stCondLst>
                      <p:childTnLst>
                        <p:set>
                          <p:cBhvr>
                            <p:cTn id="131" dur="1" fill="hold"/>
                            <p:tgtEl>
                              <p:spTgt spid="17"/>
                            </p:tgtEl>
                            <p:attrNameLst>
                              <p:attrName>style.visibility</p:attrName>
                            </p:attrNameLst>
                          </p:cBhvr>
                          <p:to>
                            <p:strVal val="visible"/>
                          </p:to>
                        </p:set>
                        <p:animEffect transition="in" filter="slide(fromLeft)">
                          <p:cBhvr>
                            <p:cTn id="132" dur="500"/>
                            <p:tgtEl>
                              <p:spTgt spid="17"/>
                            </p:tgtEl>
                          </p:cBhvr>
                        </p:animEffect>
                      </p:childTnLst>
                    </p:cTn>
                  </p:par>
                  <p:par>
                    <p:cTn id="133" presetID="10" presetClass="entr" presetSubtype="0" fill="hold" grpId="39" nodeType="withEffect">
                      <p:stCondLst>
                        <p:cond delay="3900"/>
                      </p:stCondLst>
                      <p:childTnLst>
                        <p:set>
                          <p:cBhvr>
                            <p:cTn id="134" dur="1" fill="hold"/>
                            <p:tgtEl>
                              <p:spTgt spid="18"/>
                            </p:tgtEl>
                            <p:attrNameLst>
                              <p:attrName>style.visibility</p:attrName>
                            </p:attrNameLst>
                          </p:cBhvr>
                          <p:to>
                            <p:strVal val="visible"/>
                          </p:to>
                        </p:set>
                        <p:animEffect transition="in" filter="slide(fromRight)">
                          <p:cBhvr>
                            <p:cTn id="135" dur="500"/>
                            <p:tgtEl>
                              <p:spTgt spid="18"/>
                            </p:tgtEl>
                          </p:cBhvr>
                        </p:animEffect>
                      </p:childTnLst>
                    </p:cTn>
                  </p:par>
                  <p:par>
                    <p:cTn id="136" presetID="10" presetClass="entr" presetSubtype="0" fill="hold" grpId="40" nodeType="withEffect">
                      <p:stCondLst>
                        <p:cond delay="4000"/>
                      </p:stCondLst>
                      <p:childTnLst>
                        <p:set>
                          <p:cBhvr>
                            <p:cTn id="137" dur="1" fill="hold"/>
                            <p:tgtEl>
                              <p:spTgt spid="19"/>
                            </p:tgtEl>
                            <p:attrNameLst>
                              <p:attrName>style.visibility</p:attrName>
                            </p:attrNameLst>
                          </p:cBhvr>
                          <p:to>
                            <p:strVal val="visible"/>
                          </p:to>
                        </p:set>
                        <p:animEffect transition="in" filter="slide(fromLeft)">
                          <p:cBhvr>
                            <p:cTn id="138" dur="500"/>
                            <p:tgtEl>
                              <p:spTgt spid="19"/>
                            </p:tgtEl>
                          </p:cBhvr>
                        </p:animEffect>
                      </p:childTnLst>
                    </p:cTn>
                  </p:par>
                </p:childTnLst>
              </p:cTn>
            </p:par>
          </p:childTnLst>
        </p:cTn>
      </p:par>
    </p:tnLst>
    <p:bldLst>
      <p:bldP spid="520" grpId="0" uiExpand="1" build="p"/>
      <p:bldP spid="521" grpId="1" uiExpand="1" build="p"/>
      <p:bldP spid="522" grpId="2" uiExpand="1" build="p"/>
      <p:bldP spid="523" grpId="3" uiExpand="1" build="p"/>
      <p:bldP spid="524" grpId="4" uiExpand="1" build="p"/>
      <p:bldP spid="525" grpId="5" uiExpand="1" build="p"/>
      <p:bldP spid="526" grpId="6" uiExpand="1" build="p"/>
      <p:bldP spid="527" grpId="7" uiExpand="1" build="p"/>
      <p:bldP spid="528" grpId="8" uiExpand="1" build="p"/>
      <p:bldP spid="529" grpId="9" uiExpand="1" build="p"/>
      <p:bldP spid="530" grpId="10" uiExpand="1" build="p"/>
      <p:bldP spid="531" grpId="11" uiExpand="1" build="p"/>
      <p:bldP spid="532" grpId="12" uiExpand="1" build="p"/>
      <p:bldP spid="533" grpId="13" uiExpand="1" build="p"/>
      <p:bldP spid="534" grpId="14" uiExpand="1" build="p"/>
      <p:bldP spid="535" grpId="15" uiExpand="1" build="p"/>
      <p:bldP spid="536" grpId="16" uiExpand="1" build="p"/>
      <p:bldP spid="537" grpId="17" uiExpand="1" build="p"/>
      <p:bldP spid="538" grpId="18" uiExpand="1" build="p"/>
      <p:bldP spid="539" grpId="19" uiExpand="1" build="p"/>
      <p:bldP spid="540" grpId="20" uiExpand="1" build="p"/>
      <p:bldP spid="541" grpId="21" uiExpand="1" build="p"/>
      <p:bldP spid="542" grpId="22" uiExpand="1" build="p"/>
      <p:bldP spid="2" grpId="23" uiExpand="1" build="p"/>
      <p:bldP spid="3" grpId="24" uiExpand="1" build="p"/>
      <p:bldP spid="4" grpId="25" uiExpand="1" build="p"/>
      <p:bldP spid="5" grpId="26" uiExpand="1" build="p"/>
      <p:bldP spid="6" grpId="27" uiExpand="1" build="p"/>
      <p:bldP spid="7" grpId="28" uiExpand="1" build="p"/>
      <p:bldP spid="8" grpId="29" uiExpand="1" build="p"/>
      <p:bldP spid="9" grpId="30" uiExpand="1" build="p"/>
      <p:bldP spid="10" grpId="31" uiExpand="1" build="p"/>
      <p:bldP spid="11" grpId="32" uiExpand="1" build="p"/>
      <p:bldP spid="12" grpId="33" uiExpand="1" build="p"/>
      <p:bldP spid="13" grpId="34" uiExpand="1" build="p"/>
      <p:bldP spid="14" grpId="35" uiExpand="1" build="p"/>
      <p:bldP spid="15" grpId="36" uiExpand="1" build="p"/>
      <p:bldP spid="16" grpId="37" uiExpand="1" build="p"/>
      <p:bldP spid="17" grpId="38" uiExpand="1" build="p"/>
      <p:bldP spid="18" grpId="39" uiExpand="1" build="p"/>
      <p:bldP spid="19" grpId="4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d540"/>
          <p:cNvSpPr/>
          <p:nvPr/>
        </p:nvSpPr>
        <p:spPr>
          <a:xfrm>
            <a:off x="0" y="0"/>
            <a:ext cx="914400" cy="914400"/>
          </a:xfrm>
          <a:prstGeom prst="halfFrame">
            <a:avLst/>
          </a:prstGeom>
          <a:noFill/>
          <a:ln w="38100">
            <a:solidFill>
              <a:srgbClr val="00BCD4">
                <a:alpha val="15000"/>
              </a:srgbClr>
            </a:solidFill>
          </a:ln>
        </p:spPr>
      </p:sp>
      <p:sp>
        <p:nvSpPr>
          <p:cNvPr id="541" name="d541"/>
          <p:cNvSpPr/>
          <p:nvPr/>
        </p:nvSpPr>
        <p:spPr>
          <a:xfrm rot="5400000">
            <a:off x="8229600" y="0"/>
            <a:ext cx="914400" cy="914400"/>
          </a:xfrm>
          <a:prstGeom prst="halfFrame">
            <a:avLst/>
          </a:prstGeom>
          <a:noFill/>
          <a:ln w="38100">
            <a:solidFill>
              <a:srgbClr val="00BCD4">
                <a:alpha val="15000"/>
              </a:srgbClr>
            </a:solidFill>
          </a:ln>
        </p:spPr>
      </p:sp>
      <p:sp>
        <p:nvSpPr>
          <p:cNvPr id="542" name="d542"/>
          <p:cNvSpPr/>
          <p:nvPr/>
        </p:nvSpPr>
        <p:spPr>
          <a:xfrm rot="16200000">
            <a:off x="0" y="4229100"/>
            <a:ext cx="914400" cy="914400"/>
          </a:xfrm>
          <a:prstGeom prst="halfFrame">
            <a:avLst/>
          </a:prstGeom>
          <a:noFill/>
          <a:ln w="38100">
            <a:solidFill>
              <a:srgbClr val="00BCD4">
                <a:alpha val="15000"/>
              </a:srgbClr>
            </a:solidFill>
          </a:ln>
        </p:spPr>
      </p:sp>
      <p:sp>
        <p:nvSpPr>
          <p:cNvPr id="543" name="d543"/>
          <p:cNvSpPr/>
          <p:nvPr/>
        </p:nvSpPr>
        <p:spPr>
          <a:xfrm rot="10800000">
            <a:off x="8229600" y="4229100"/>
            <a:ext cx="914400" cy="914400"/>
          </a:xfrm>
          <a:prstGeom prst="halfFrame">
            <a:avLst/>
          </a:prstGeom>
          <a:noFill/>
          <a:ln w="38100">
            <a:solidFill>
              <a:srgbClr val="00BCD4">
                <a:alpha val="15000"/>
              </a:srgbClr>
            </a:solidFill>
          </a:ln>
        </p:spPr>
      </p:sp>
      <p:sp>
        <p:nvSpPr>
          <p:cNvPr id="544" name="d544"/>
          <p:cNvSpPr/>
          <p:nvPr/>
        </p:nvSpPr>
        <p:spPr>
          <a:xfrm>
            <a:off x="1828800" y="-171450"/>
            <a:ext cx="5486400" cy="5486400"/>
          </a:xfrm>
          <a:prstGeom prst="ellipse">
            <a:avLst/>
          </a:prstGeom>
          <a:solidFill>
            <a:srgbClr val="2196F3">
              <a:alpha val="4000"/>
            </a:srgbClr>
          </a:solidFill>
          <a:ln>
            <a:noFill/>
          </a:ln>
        </p:spPr>
      </p:sp>
      <p:sp>
        <p:nvSpPr>
          <p:cNvPr id="545" name="d545"/>
          <p:cNvSpPr/>
          <p:nvPr/>
        </p:nvSpPr>
        <p:spPr>
          <a:xfrm>
            <a:off x="6858000" y="-1371600"/>
            <a:ext cx="2743200" cy="2743200"/>
          </a:xfrm>
          <a:prstGeom prst="ellipse">
            <a:avLst/>
          </a:prstGeom>
          <a:solidFill>
            <a:srgbClr val="FF6D00">
              <a:alpha val="5000"/>
            </a:srgbClr>
          </a:solidFill>
          <a:ln>
            <a:noFill/>
          </a:ln>
        </p:spPr>
      </p:sp>
      <p:sp>
        <p:nvSpPr>
          <p:cNvPr id="546" name="d546"/>
          <p:cNvSpPr/>
          <p:nvPr/>
        </p:nvSpPr>
        <p:spPr>
          <a:xfrm>
            <a:off x="-1371600" y="3771900"/>
            <a:ext cx="2743200" cy="2743200"/>
          </a:xfrm>
          <a:prstGeom prst="ellipse">
            <a:avLst/>
          </a:prstGeom>
          <a:solidFill>
            <a:srgbClr val="00BCD4">
              <a:alpha val="4000"/>
            </a:srgbClr>
          </a:solidFill>
          <a:ln>
            <a:noFill/>
          </a:ln>
        </p:spPr>
      </p:sp>
      <p:sp>
        <p:nvSpPr>
          <p:cNvPr id="547" name="d547"/>
          <p:cNvSpPr/>
          <p:nvPr/>
        </p:nvSpPr>
        <p:spPr>
          <a:xfrm>
            <a:off x="0" y="0"/>
            <a:ext cx="1828800" cy="1828800"/>
          </a:xfrm>
          <a:prstGeom prst="hexagon">
            <a:avLst/>
          </a:prstGeom>
          <a:noFill/>
          <a:ln w="25400">
            <a:solidFill>
              <a:srgbClr val="2196F3">
                <a:alpha val="8000"/>
              </a:srgbClr>
            </a:solidFill>
          </a:ln>
          <a:effectLst>
            <a:glow rad="200000">
              <a:srgbClr val="2196F3">
                <a:alpha val="28000"/>
              </a:srgbClr>
            </a:glow>
          </a:effectLst>
        </p:spPr>
      </p:sp>
      <p:sp>
        <p:nvSpPr>
          <p:cNvPr id="548" name="d548"/>
          <p:cNvSpPr/>
          <p:nvPr/>
        </p:nvSpPr>
        <p:spPr>
          <a:xfrm>
            <a:off x="7315200" y="3314700"/>
            <a:ext cx="1828800" cy="1828800"/>
          </a:xfrm>
          <a:prstGeom prst="hexagon">
            <a:avLst/>
          </a:prstGeom>
          <a:noFill/>
          <a:ln w="25400">
            <a:solidFill>
              <a:srgbClr val="FF6D00">
                <a:alpha val="8000"/>
              </a:srgbClr>
            </a:solidFill>
          </a:ln>
          <a:effectLst>
            <a:glow rad="200000">
              <a:srgbClr val="FF6D00">
                <a:alpha val="28000"/>
              </a:srgbClr>
            </a:glow>
          </a:effectLst>
        </p:spPr>
      </p:sp>
      <p:sp>
        <p:nvSpPr>
          <p:cNvPr id="549" name="d549"/>
          <p:cNvSpPr/>
          <p:nvPr/>
        </p:nvSpPr>
        <p:spPr>
          <a:xfrm>
            <a:off x="5943600" y="1200150"/>
            <a:ext cx="914400" cy="914400"/>
          </a:xfrm>
          <a:prstGeom prst="hexagon">
            <a:avLst/>
          </a:prstGeom>
          <a:noFill/>
          <a:ln w="25400">
            <a:solidFill>
              <a:srgbClr val="00BCD4">
                <a:alpha val="10000"/>
              </a:srgbClr>
            </a:solidFill>
          </a:ln>
          <a:effectLst>
            <a:glow rad="200000">
              <a:srgbClr val="00BCD4">
                <a:alpha val="30000"/>
              </a:srgbClr>
            </a:glow>
          </a:effectLst>
        </p:spPr>
      </p:sp>
      <p:sp>
        <p:nvSpPr>
          <p:cNvPr id="550" name="d550"/>
          <p:cNvSpPr/>
          <p:nvPr/>
        </p:nvSpPr>
        <p:spPr>
          <a:xfrm>
            <a:off x="4343400" y="3629025"/>
            <a:ext cx="457200" cy="457200"/>
          </a:xfrm>
          <a:prstGeom prst="cross">
            <a:avLst/>
          </a:prstGeom>
          <a:solidFill>
            <a:srgbClr val="FF6D00">
              <a:alpha val="8000"/>
            </a:srgbClr>
          </a:solidFill>
          <a:ln>
            <a:noFill/>
          </a:ln>
        </p:spPr>
      </p:sp>
      <p:sp>
        <p:nvSpPr>
          <p:cNvPr id="551" name="d551"/>
          <p:cNvSpPr/>
          <p:nvPr/>
        </p:nvSpPr>
        <p:spPr>
          <a:xfrm>
            <a:off x="6858000" y="228600"/>
            <a:ext cx="304800" cy="304800"/>
          </a:xfrm>
          <a:prstGeom prst="cross">
            <a:avLst/>
          </a:prstGeom>
          <a:solidFill>
            <a:srgbClr val="00BCD4">
              <a:alpha val="8000"/>
            </a:srgbClr>
          </a:solidFill>
          <a:ln>
            <a:noFill/>
          </a:ln>
        </p:spPr>
      </p:sp>
      <p:sp>
        <p:nvSpPr>
          <p:cNvPr id="552" name="d552"/>
          <p:cNvSpPr/>
          <p:nvPr/>
        </p:nvSpPr>
        <p:spPr>
          <a:xfrm>
            <a:off x="427200" y="274800"/>
            <a:ext cx="60000" cy="60000"/>
          </a:xfrm>
          <a:prstGeom prst="ellipse">
            <a:avLst/>
          </a:prstGeom>
          <a:solidFill>
            <a:srgbClr val="2196F3">
              <a:alpha val="70000"/>
            </a:srgbClr>
          </a:solidFill>
          <a:ln>
            <a:noFill/>
          </a:ln>
        </p:spPr>
      </p:sp>
      <p:sp>
        <p:nvSpPr>
          <p:cNvPr id="553" name="d553"/>
          <p:cNvSpPr/>
          <p:nvPr/>
        </p:nvSpPr>
        <p:spPr>
          <a:xfrm>
            <a:off x="2710700" y="196100"/>
            <a:ext cx="65000" cy="65000"/>
          </a:xfrm>
          <a:prstGeom prst="ellipse">
            <a:avLst/>
          </a:prstGeom>
          <a:solidFill>
            <a:srgbClr val="00BCD4">
              <a:alpha val="60000"/>
            </a:srgbClr>
          </a:solidFill>
          <a:ln>
            <a:noFill/>
          </a:ln>
        </p:spPr>
      </p:sp>
      <p:sp>
        <p:nvSpPr>
          <p:cNvPr id="554" name="d554"/>
          <p:cNvSpPr/>
          <p:nvPr/>
        </p:nvSpPr>
        <p:spPr>
          <a:xfrm>
            <a:off x="5451400" y="422200"/>
            <a:ext cx="70000" cy="70000"/>
          </a:xfrm>
          <a:prstGeom prst="ellipse">
            <a:avLst/>
          </a:prstGeom>
          <a:solidFill>
            <a:srgbClr val="FFFFFF">
              <a:alpha val="50000"/>
            </a:srgbClr>
          </a:solidFill>
          <a:ln>
            <a:noFill/>
          </a:ln>
        </p:spPr>
      </p:sp>
      <p:sp>
        <p:nvSpPr>
          <p:cNvPr id="555" name="d555"/>
          <p:cNvSpPr/>
          <p:nvPr/>
        </p:nvSpPr>
        <p:spPr>
          <a:xfrm>
            <a:off x="7277700" y="267300"/>
            <a:ext cx="75000" cy="75000"/>
          </a:xfrm>
          <a:prstGeom prst="ellipse">
            <a:avLst/>
          </a:prstGeom>
          <a:solidFill>
            <a:srgbClr val="FF6D00">
              <a:alpha val="60000"/>
            </a:srgbClr>
          </a:solidFill>
          <a:ln>
            <a:noFill/>
          </a:ln>
        </p:spPr>
      </p:sp>
      <p:sp>
        <p:nvSpPr>
          <p:cNvPr id="556" name="d556"/>
          <p:cNvSpPr/>
          <p:nvPr/>
        </p:nvSpPr>
        <p:spPr>
          <a:xfrm>
            <a:off x="264800" y="2703200"/>
            <a:ext cx="80000" cy="80000"/>
          </a:xfrm>
          <a:prstGeom prst="ellipse">
            <a:avLst/>
          </a:prstGeom>
          <a:solidFill>
            <a:srgbClr val="00BCD4">
              <a:alpha val="60000"/>
            </a:srgbClr>
          </a:solidFill>
          <a:ln>
            <a:noFill/>
          </a:ln>
        </p:spPr>
      </p:sp>
      <p:sp>
        <p:nvSpPr>
          <p:cNvPr id="557" name="d557"/>
          <p:cNvSpPr/>
          <p:nvPr/>
        </p:nvSpPr>
        <p:spPr>
          <a:xfrm>
            <a:off x="8796700" y="1786300"/>
            <a:ext cx="85000" cy="85000"/>
          </a:xfrm>
          <a:prstGeom prst="ellipse">
            <a:avLst/>
          </a:prstGeom>
          <a:solidFill>
            <a:srgbClr val="2196F3">
              <a:alpha val="60000"/>
            </a:srgbClr>
          </a:solidFill>
          <a:ln>
            <a:noFill/>
          </a:ln>
        </p:spPr>
      </p:sp>
      <p:sp>
        <p:nvSpPr>
          <p:cNvPr id="558" name="d558"/>
          <p:cNvSpPr/>
          <p:nvPr/>
        </p:nvSpPr>
        <p:spPr>
          <a:xfrm>
            <a:off x="3612600" y="4793700"/>
            <a:ext cx="90000" cy="90000"/>
          </a:xfrm>
          <a:prstGeom prst="ellipse">
            <a:avLst/>
          </a:prstGeom>
          <a:solidFill>
            <a:srgbClr val="FF6D00">
              <a:alpha val="70000"/>
            </a:srgbClr>
          </a:solidFill>
          <a:ln>
            <a:noFill/>
          </a:ln>
        </p:spPr>
      </p:sp>
      <p:sp>
        <p:nvSpPr>
          <p:cNvPr id="559" name="d559"/>
          <p:cNvSpPr/>
          <p:nvPr/>
        </p:nvSpPr>
        <p:spPr>
          <a:xfrm>
            <a:off x="6353300" y="4638800"/>
            <a:ext cx="95000" cy="95000"/>
          </a:xfrm>
          <a:prstGeom prst="ellipse">
            <a:avLst/>
          </a:prstGeom>
          <a:solidFill>
            <a:srgbClr val="FFFFFF">
              <a:alpha val="50000"/>
            </a:srgbClr>
          </a:solidFill>
          <a:ln>
            <a:noFill/>
          </a:ln>
        </p:spPr>
      </p:sp>
      <p:sp>
        <p:nvSpPr>
          <p:cNvPr id="2" name="TextBox 1">
            <a:extLst>
              <a:ext uri="{FF2B5EF4-FFF2-40B4-BE49-F238E27FC236}">
                <a16:creationId xmlns:a16="http://schemas.microsoft.com/office/drawing/2014/main" id="{3F209DF6-DC66-9E9C-50A9-5A3E0E6DBC1C}"/>
              </a:ext>
            </a:extLst>
          </p:cNvPr>
          <p:cNvSpPr txBox="1"/>
          <p:nvPr/>
        </p:nvSpPr>
        <p:spPr>
          <a:xfrm>
            <a:off x="2492829" y="-2721"/>
            <a:ext cx="4572000" cy="553997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u="sng"/>
              <a:t>Rocket League</a:t>
            </a:r>
            <a:r>
              <a:rPr lang="en-US" sz="1400"/>
              <a:t> is widely considered one of the hardest games to master because there are virtually no foundational skill transfers from other genres. It requires complete mastery of 3D spatial awareness, complex physics, and precise mechanical inputs on a controller to constantly track and predict a highly volatile ball. [</a:t>
            </a:r>
            <a:r>
              <a:rPr lang="en-US" sz="1400">
                <a:hlinkClick r:id="rId2"/>
              </a:rPr>
              <a:t>1</a:t>
            </a:r>
            <a:r>
              <a:rPr lang="en-US" sz="1400"/>
              <a:t>, </a:t>
            </a:r>
            <a:r>
              <a:rPr lang="en-US" sz="1400">
                <a:hlinkClick r:id="rId3"/>
              </a:rPr>
              <a:t>2</a:t>
            </a:r>
            <a:r>
              <a:rPr lang="en-US" sz="1400"/>
              <a:t>, </a:t>
            </a:r>
            <a:r>
              <a:rPr lang="en-US" sz="1400">
                <a:hlinkClick r:id="rId4"/>
              </a:rPr>
              <a:t>3</a:t>
            </a:r>
            <a:r>
              <a:rPr lang="en-US" sz="1400"/>
              <a:t>, </a:t>
            </a:r>
            <a:r>
              <a:rPr lang="en-US" sz="1400">
                <a:hlinkClick r:id="rId5"/>
              </a:rPr>
              <a:t>4</a:t>
            </a:r>
            <a:r>
              <a:rPr lang="en-US" sz="1400"/>
              <a:t>, </a:t>
            </a:r>
            <a:r>
              <a:rPr lang="en-US" sz="1400">
                <a:hlinkClick r:id="rId6"/>
              </a:rPr>
              <a:t>5</a:t>
            </a:r>
            <a:r>
              <a:rPr lang="en-US" sz="1400"/>
              <a:t>]</a:t>
            </a:r>
            <a:endParaRPr lang="en-US" sz="1400">
              <a:ea typeface="Calibri"/>
              <a:cs typeface="Calibri"/>
            </a:endParaRPr>
          </a:p>
          <a:p>
            <a:r>
              <a:rPr lang="en-US" sz="1400"/>
              <a:t>Community members on </a:t>
            </a:r>
            <a:r>
              <a:rPr lang="en-US" sz="1400">
                <a:hlinkClick r:id="rId7"/>
              </a:rPr>
              <a:t>Reddit</a:t>
            </a:r>
            <a:r>
              <a:rPr lang="en-US" sz="1400"/>
              <a:t> and across various </a:t>
            </a:r>
            <a:r>
              <a:rPr lang="en-US" sz="1400">
                <a:hlinkClick r:id="rId4"/>
              </a:rPr>
              <a:t>Esports forums</a:t>
            </a:r>
            <a:r>
              <a:rPr lang="en-US" sz="1400"/>
              <a:t> heavily debate its difficulty, which fundamentally stems from several key factors: [</a:t>
            </a:r>
            <a:r>
              <a:rPr lang="en-US" sz="1400">
                <a:hlinkClick r:id="rId4"/>
              </a:rPr>
              <a:t>1</a:t>
            </a:r>
            <a:r>
              <a:rPr lang="en-US" sz="1400"/>
              <a:t>]</a:t>
            </a:r>
            <a:endParaRPr lang="en-US" sz="1400">
              <a:ea typeface="Calibri"/>
              <a:cs typeface="Calibri"/>
            </a:endParaRPr>
          </a:p>
          <a:p>
            <a:pPr>
              <a:buFont typeface=""/>
              <a:buChar char="•"/>
            </a:pPr>
            <a:r>
              <a:rPr lang="en-US" sz="1400" b="1"/>
              <a:t>No "</a:t>
            </a:r>
            <a:r>
              <a:rPr lang="en-US" sz="1400" b="1" err="1"/>
              <a:t>Aimbot</a:t>
            </a:r>
            <a:r>
              <a:rPr lang="en-US" sz="1400" b="1"/>
              <a:t>" or Auto-Aim:</a:t>
            </a:r>
            <a:r>
              <a:rPr lang="en-US" sz="1400"/>
              <a:t> Unlike shooting games where aim assist or crosshairs help lock onto targets, you must precisely angle a moving car at supersonic speeds to hit a free-floating ball. [</a:t>
            </a:r>
            <a:r>
              <a:rPr lang="en-US" sz="1400">
                <a:hlinkClick r:id="rId2"/>
              </a:rPr>
              <a:t>1</a:t>
            </a:r>
            <a:r>
              <a:rPr lang="en-US" sz="1400"/>
              <a:t>, </a:t>
            </a:r>
            <a:r>
              <a:rPr lang="en-US" sz="1400">
                <a:hlinkClick r:id="rId6"/>
              </a:rPr>
              <a:t>2</a:t>
            </a:r>
            <a:r>
              <a:rPr lang="en-US" sz="1400"/>
              <a:t>]</a:t>
            </a:r>
            <a:endParaRPr lang="en-US" sz="1400">
              <a:ea typeface="Calibri"/>
              <a:cs typeface="Calibri"/>
            </a:endParaRPr>
          </a:p>
          <a:p>
            <a:pPr>
              <a:buFont typeface=""/>
              <a:buChar char="•"/>
            </a:pPr>
            <a:r>
              <a:rPr lang="en-US" sz="1400" b="1"/>
              <a:t>Infinite Skill Ceiling:</a:t>
            </a:r>
            <a:r>
              <a:rPr lang="en-US" sz="1400"/>
              <a:t> The physics engine allows for nearly unlimited mechanical combinations, meaning players are constantly inventing new maneuvers that force the entire community to adapt and learn. [</a:t>
            </a:r>
            <a:r>
              <a:rPr lang="en-US" sz="1400">
                <a:hlinkClick r:id="rId2"/>
              </a:rPr>
              <a:t>1</a:t>
            </a:r>
            <a:r>
              <a:rPr lang="en-US" sz="1400"/>
              <a:t>, </a:t>
            </a:r>
            <a:r>
              <a:rPr lang="en-US" sz="1400">
                <a:hlinkClick r:id="rId8"/>
              </a:rPr>
              <a:t>2</a:t>
            </a:r>
            <a:r>
              <a:rPr lang="en-US" sz="1400"/>
              <a:t>]</a:t>
            </a:r>
            <a:endParaRPr lang="en-US" sz="1400">
              <a:ea typeface="Calibri"/>
              <a:cs typeface="Calibri"/>
            </a:endParaRPr>
          </a:p>
          <a:p>
            <a:pPr>
              <a:buFont typeface=""/>
              <a:buChar char="•"/>
            </a:pPr>
            <a:r>
              <a:rPr lang="en-US" sz="1400" b="1"/>
              <a:t>Unique Physics:</a:t>
            </a:r>
            <a:r>
              <a:rPr lang="en-US" sz="1400"/>
              <a:t> There is no other mainstream game that functions similarly, so your hours playing other titles will not help you. [</a:t>
            </a:r>
            <a:r>
              <a:rPr lang="en-US" sz="1400">
                <a:hlinkClick r:id="rId4"/>
              </a:rPr>
              <a:t>1</a:t>
            </a:r>
            <a:r>
              <a:rPr lang="en-US" sz="1400"/>
              <a:t>, </a:t>
            </a:r>
            <a:r>
              <a:rPr lang="en-US" sz="1400">
                <a:hlinkClick r:id="rId3"/>
              </a:rPr>
              <a:t>2</a:t>
            </a:r>
            <a:r>
              <a:rPr lang="en-US" sz="1400"/>
              <a:t>, </a:t>
            </a:r>
            <a:r>
              <a:rPr lang="en-US" sz="1400">
                <a:hlinkClick r:id="rId9"/>
              </a:rPr>
              <a:t>3</a:t>
            </a:r>
            <a:r>
              <a:rPr lang="en-US" sz="1400"/>
              <a:t>]</a:t>
            </a:r>
            <a:endParaRPr lang="en-US" sz="1400">
              <a:ea typeface="Calibri"/>
              <a:cs typeface="Calibri"/>
            </a:endParaRPr>
          </a:p>
          <a:p>
            <a:pPr>
              <a:buFont typeface=""/>
              <a:buChar char="•"/>
            </a:pPr>
            <a:r>
              <a:rPr lang="en-US" sz="1400" b="1"/>
              <a:t>No Passive Strategies:</a:t>
            </a:r>
            <a:r>
              <a:rPr lang="en-US" sz="1400"/>
              <a:t> There are no safe camping spots or downtime; you are forced into constant, direct engagement with opponents while balancing team positioning and boost management. [</a:t>
            </a:r>
            <a:r>
              <a:rPr lang="en-US" sz="1400">
                <a:hlinkClick r:id="rId2"/>
              </a:rPr>
              <a:t>1</a:t>
            </a:r>
            <a:r>
              <a:rPr lang="en-US" sz="1400"/>
              <a:t>]</a:t>
            </a:r>
            <a:endParaRPr lang="en-US" sz="1400">
              <a:ea typeface="Calibri"/>
              <a:cs typeface="Calibri"/>
            </a:endParaRPr>
          </a:p>
          <a:p>
            <a:pPr algn="ctr"/>
            <a:endParaRPr lang="en-US"/>
          </a:p>
        </p:txBody>
      </p:sp>
      <p:pic>
        <p:nvPicPr>
          <p:cNvPr id="3" name="Picture 2">
            <a:extLst>
              <a:ext uri="{FF2B5EF4-FFF2-40B4-BE49-F238E27FC236}">
                <a16:creationId xmlns:a16="http://schemas.microsoft.com/office/drawing/2014/main" id="{26586B0B-AB10-8A6B-3A55-CF29DF14F974}"/>
              </a:ext>
            </a:extLst>
          </p:cNvPr>
          <p:cNvPicPr>
            <a:picLocks noChangeAspect="1"/>
          </p:cNvPicPr>
          <p:nvPr/>
        </p:nvPicPr>
        <p:blipFill>
          <a:blip r:embed="rId10"/>
          <a:stretch>
            <a:fillRect/>
          </a:stretch>
        </p:blipFill>
        <p:spPr>
          <a:xfrm>
            <a:off x="2721" y="976313"/>
            <a:ext cx="2503715" cy="1481818"/>
          </a:xfrm>
          <a:prstGeom prst="rect">
            <a:avLst/>
          </a:prstGeom>
        </p:spPr>
      </p:pic>
    </p:spTree>
    <p:extLst>
      <p:ext uri="{BB962C8B-B14F-4D97-AF65-F5344CB8AC3E}">
        <p14:creationId xmlns:p14="http://schemas.microsoft.com/office/powerpoint/2010/main" val="3000220834"/>
      </p:ext>
    </p:extLst>
  </p:cSld>
  <p:clrMapOvr>
    <a:masterClrMapping/>
  </p:clrMapOvr>
  <p:transition spd="med">
    <p:strips dir="lu"/>
  </p:transition>
  <p:timing>
    <p:tnLst>
      <p:par>
        <p:cTn id="1" dur="indefinite" restart="whenNotActive" nodeType="tmRoot">
          <p:childTnLst>
            <p:par>
              <p:cTn id="2" fill="hold">
                <p:stCondLst>
                  <p:cond delay="200"/>
                </p:stCondLst>
                <p:childTnLst>
                  <p:par>
                    <p:cTn id="10" presetID="10" presetClass="entr" presetSubtype="0" fill="hold" grpId="0" nodeType="withEffect">
                      <p:stCondLst>
                        <p:cond delay="0"/>
                      </p:stCondLst>
                      <p:childTnLst>
                        <p:set>
                          <p:cBhvr>
                            <p:cTn id="11" dur="1" fill="hold"/>
                            <p:tgtEl>
                              <p:spTgt spid="540"/>
                            </p:tgtEl>
                            <p:attrNameLst>
                              <p:attrName>style.visibility</p:attrName>
                            </p:attrNameLst>
                          </p:cBhvr>
                          <p:to>
                            <p:strVal val="visible"/>
                          </p:to>
                        </p:set>
                        <p:animEffect transition="in" filter="randomBar(horz)">
                          <p:cBhvr>
                            <p:cTn id="12" dur="400"/>
                            <p:tgtEl>
                              <p:spTgt spid="540"/>
                            </p:tgtEl>
                          </p:cBhvr>
                        </p:animEffect>
                      </p:childTnLst>
                    </p:cTn>
                  </p:par>
                  <p:par>
                    <p:cTn id="13" presetID="26" presetClass="emph" presetSubtype="0" fill="hold" grpId="200" nodeType="afterEffect">
                      <p:stCondLst>
                        <p:cond delay="480"/>
                      </p:stCondLst>
                      <p:childTnLst>
                        <p:animScale>
                          <p:by x="112000" y="112000"/>
                          <p:cBhvr autoRev="1">
                            <p:cTn id="14" dur="200" autoRev="1"/>
                            <p:tgtEl>
                              <p:spTgt spid="540"/>
                            </p:tgtEl>
                          </p:cBhvr>
                        </p:animScale>
                      </p:childTnLst>
                    </p:cTn>
                  </p:par>
                  <p:par>
                    <p:cTn id="15" presetID="10" presetClass="entr" presetSubtype="0" fill="hold" grpId="1" nodeType="withEffect">
                      <p:stCondLst>
                        <p:cond delay="80"/>
                      </p:stCondLst>
                      <p:childTnLst>
                        <p:set>
                          <p:cBhvr>
                            <p:cTn id="16" dur="1" fill="hold"/>
                            <p:tgtEl>
                              <p:spTgt spid="541"/>
                            </p:tgtEl>
                            <p:attrNameLst>
                              <p:attrName>style.visibility</p:attrName>
                            </p:attrNameLst>
                          </p:cBhvr>
                          <p:to>
                            <p:strVal val="visible"/>
                          </p:to>
                        </p:set>
                        <p:animEffect transition="in" filter="randomBar(vert)">
                          <p:cBhvr>
                            <p:cTn id="17" dur="400"/>
                            <p:tgtEl>
                              <p:spTgt spid="541"/>
                            </p:tgtEl>
                          </p:cBhvr>
                        </p:animEffect>
                      </p:childTnLst>
                    </p:cTn>
                  </p:par>
                  <p:par>
                    <p:cTn id="18" presetID="26" presetClass="emph" presetSubtype="0" fill="hold" grpId="201" nodeType="afterEffect">
                      <p:stCondLst>
                        <p:cond delay="560"/>
                      </p:stCondLst>
                      <p:childTnLst>
                        <p:animScale>
                          <p:by x="112000" y="112000"/>
                          <p:cBhvr autoRev="1">
                            <p:cTn id="19" dur="200" autoRev="1"/>
                            <p:tgtEl>
                              <p:spTgt spid="541"/>
                            </p:tgtEl>
                          </p:cBhvr>
                        </p:animScale>
                      </p:childTnLst>
                    </p:cTn>
                  </p:par>
                  <p:par>
                    <p:cTn id="20" presetID="10" presetClass="entr" presetSubtype="0" fill="hold" grpId="2" nodeType="withEffect">
                      <p:stCondLst>
                        <p:cond delay="160"/>
                      </p:stCondLst>
                      <p:childTnLst>
                        <p:set>
                          <p:cBhvr>
                            <p:cTn id="21" dur="1" fill="hold"/>
                            <p:tgtEl>
                              <p:spTgt spid="542"/>
                            </p:tgtEl>
                            <p:attrNameLst>
                              <p:attrName>style.visibility</p:attrName>
                            </p:attrNameLst>
                          </p:cBhvr>
                          <p:to>
                            <p:strVal val="visible"/>
                          </p:to>
                        </p:set>
                        <p:animEffect transition="in" filter="randomBar(horz)">
                          <p:cBhvr>
                            <p:cTn id="22" dur="400"/>
                            <p:tgtEl>
                              <p:spTgt spid="542"/>
                            </p:tgtEl>
                          </p:cBhvr>
                        </p:animEffect>
                      </p:childTnLst>
                    </p:cTn>
                  </p:par>
                  <p:par>
                    <p:cTn id="23" presetID="26" presetClass="emph" presetSubtype="0" fill="hold" grpId="202" nodeType="afterEffect">
                      <p:stCondLst>
                        <p:cond delay="640"/>
                      </p:stCondLst>
                      <p:childTnLst>
                        <p:animScale>
                          <p:by x="112000" y="112000"/>
                          <p:cBhvr autoRev="1">
                            <p:cTn id="24" dur="200" autoRev="1"/>
                            <p:tgtEl>
                              <p:spTgt spid="542"/>
                            </p:tgtEl>
                          </p:cBhvr>
                        </p:animScale>
                      </p:childTnLst>
                    </p:cTn>
                  </p:par>
                  <p:par>
                    <p:cTn id="25" presetID="10" presetClass="entr" presetSubtype="0" fill="hold" grpId="3" nodeType="withEffect">
                      <p:stCondLst>
                        <p:cond delay="240"/>
                      </p:stCondLst>
                      <p:childTnLst>
                        <p:set>
                          <p:cBhvr>
                            <p:cTn id="26" dur="1" fill="hold"/>
                            <p:tgtEl>
                              <p:spTgt spid="543"/>
                            </p:tgtEl>
                            <p:attrNameLst>
                              <p:attrName>style.visibility</p:attrName>
                            </p:attrNameLst>
                          </p:cBhvr>
                          <p:to>
                            <p:strVal val="visible"/>
                          </p:to>
                        </p:set>
                        <p:animEffect transition="in" filter="randomBar(vert)">
                          <p:cBhvr>
                            <p:cTn id="27" dur="400"/>
                            <p:tgtEl>
                              <p:spTgt spid="543"/>
                            </p:tgtEl>
                          </p:cBhvr>
                        </p:animEffect>
                      </p:childTnLst>
                    </p:cTn>
                  </p:par>
                  <p:par>
                    <p:cTn id="28" presetID="10" presetClass="entr" presetSubtype="0" fill="hold" grpId="4" nodeType="withEffect">
                      <p:stCondLst>
                        <p:cond delay="320"/>
                      </p:stCondLst>
                      <p:childTnLst>
                        <p:set>
                          <p:cBhvr>
                            <p:cTn id="29" dur="1" fill="hold"/>
                            <p:tgtEl>
                              <p:spTgt spid="544"/>
                            </p:tgtEl>
                            <p:attrNameLst>
                              <p:attrName>style.visibility</p:attrName>
                            </p:attrNameLst>
                          </p:cBhvr>
                          <p:to>
                            <p:strVal val="visible"/>
                          </p:to>
                        </p:set>
                        <p:animEffect transition="in" filter="randomBar(horz)">
                          <p:cBhvr>
                            <p:cTn id="30" dur="400"/>
                            <p:tgtEl>
                              <p:spTgt spid="544"/>
                            </p:tgtEl>
                          </p:cBhvr>
                        </p:animEffect>
                      </p:childTnLst>
                    </p:cTn>
                  </p:par>
                  <p:par>
                    <p:cTn id="31" presetID="10" presetClass="entr" presetSubtype="0" fill="hold" grpId="5" nodeType="withEffect">
                      <p:stCondLst>
                        <p:cond delay="400"/>
                      </p:stCondLst>
                      <p:childTnLst>
                        <p:set>
                          <p:cBhvr>
                            <p:cTn id="32" dur="1" fill="hold"/>
                            <p:tgtEl>
                              <p:spTgt spid="545"/>
                            </p:tgtEl>
                            <p:attrNameLst>
                              <p:attrName>style.visibility</p:attrName>
                            </p:attrNameLst>
                          </p:cBhvr>
                          <p:to>
                            <p:strVal val="visible"/>
                          </p:to>
                        </p:set>
                        <p:animEffect transition="in" filter="randomBar(vert)">
                          <p:cBhvr>
                            <p:cTn id="33" dur="400"/>
                            <p:tgtEl>
                              <p:spTgt spid="545"/>
                            </p:tgtEl>
                          </p:cBhvr>
                        </p:animEffect>
                      </p:childTnLst>
                    </p:cTn>
                  </p:par>
                  <p:par>
                    <p:cTn id="34" presetID="10" presetClass="entr" presetSubtype="0" fill="hold" grpId="6" nodeType="withEffect">
                      <p:stCondLst>
                        <p:cond delay="480"/>
                      </p:stCondLst>
                      <p:childTnLst>
                        <p:set>
                          <p:cBhvr>
                            <p:cTn id="35" dur="1" fill="hold"/>
                            <p:tgtEl>
                              <p:spTgt spid="546"/>
                            </p:tgtEl>
                            <p:attrNameLst>
                              <p:attrName>style.visibility</p:attrName>
                            </p:attrNameLst>
                          </p:cBhvr>
                          <p:to>
                            <p:strVal val="visible"/>
                          </p:to>
                        </p:set>
                        <p:animEffect transition="in" filter="randomBar(horz)">
                          <p:cBhvr>
                            <p:cTn id="36" dur="400"/>
                            <p:tgtEl>
                              <p:spTgt spid="546"/>
                            </p:tgtEl>
                          </p:cBhvr>
                        </p:animEffect>
                      </p:childTnLst>
                    </p:cTn>
                  </p:par>
                  <p:par>
                    <p:cTn id="37" presetID="10" presetClass="entr" presetSubtype="0" fill="hold" grpId="7" nodeType="withEffect">
                      <p:stCondLst>
                        <p:cond delay="560"/>
                      </p:stCondLst>
                      <p:childTnLst>
                        <p:set>
                          <p:cBhvr>
                            <p:cTn id="38" dur="1" fill="hold"/>
                            <p:tgtEl>
                              <p:spTgt spid="547"/>
                            </p:tgtEl>
                            <p:attrNameLst>
                              <p:attrName>style.visibility</p:attrName>
                            </p:attrNameLst>
                          </p:cBhvr>
                          <p:to>
                            <p:strVal val="visible"/>
                          </p:to>
                        </p:set>
                        <p:animEffect transition="in" filter="randomBar(vert)">
                          <p:cBhvr>
                            <p:cTn id="39" dur="400"/>
                            <p:tgtEl>
                              <p:spTgt spid="547"/>
                            </p:tgtEl>
                          </p:cBhvr>
                        </p:animEffect>
                      </p:childTnLst>
                    </p:cTn>
                  </p:par>
                  <p:par>
                    <p:cTn id="40" presetID="10" presetClass="entr" presetSubtype="0" fill="hold" grpId="8" nodeType="withEffect">
                      <p:stCondLst>
                        <p:cond delay="640"/>
                      </p:stCondLst>
                      <p:childTnLst>
                        <p:set>
                          <p:cBhvr>
                            <p:cTn id="41" dur="1" fill="hold"/>
                            <p:tgtEl>
                              <p:spTgt spid="548"/>
                            </p:tgtEl>
                            <p:attrNameLst>
                              <p:attrName>style.visibility</p:attrName>
                            </p:attrNameLst>
                          </p:cBhvr>
                          <p:to>
                            <p:strVal val="visible"/>
                          </p:to>
                        </p:set>
                        <p:animEffect transition="in" filter="randomBar(horz)">
                          <p:cBhvr>
                            <p:cTn id="42" dur="400"/>
                            <p:tgtEl>
                              <p:spTgt spid="548"/>
                            </p:tgtEl>
                          </p:cBhvr>
                        </p:animEffect>
                      </p:childTnLst>
                    </p:cTn>
                  </p:par>
                  <p:par>
                    <p:cTn id="43" presetID="10" presetClass="entr" presetSubtype="0" fill="hold" grpId="9" nodeType="withEffect">
                      <p:stCondLst>
                        <p:cond delay="720"/>
                      </p:stCondLst>
                      <p:childTnLst>
                        <p:set>
                          <p:cBhvr>
                            <p:cTn id="44" dur="1" fill="hold"/>
                            <p:tgtEl>
                              <p:spTgt spid="549"/>
                            </p:tgtEl>
                            <p:attrNameLst>
                              <p:attrName>style.visibility</p:attrName>
                            </p:attrNameLst>
                          </p:cBhvr>
                          <p:to>
                            <p:strVal val="visible"/>
                          </p:to>
                        </p:set>
                        <p:animEffect transition="in" filter="randomBar(vert)">
                          <p:cBhvr>
                            <p:cTn id="45" dur="400"/>
                            <p:tgtEl>
                              <p:spTgt spid="549"/>
                            </p:tgtEl>
                          </p:cBhvr>
                        </p:animEffect>
                      </p:childTnLst>
                    </p:cTn>
                  </p:par>
                  <p:par>
                    <p:cTn id="46" presetID="10" presetClass="entr" presetSubtype="0" fill="hold" grpId="10" nodeType="withEffect">
                      <p:stCondLst>
                        <p:cond delay="800"/>
                      </p:stCondLst>
                      <p:childTnLst>
                        <p:set>
                          <p:cBhvr>
                            <p:cTn id="47" dur="1" fill="hold"/>
                            <p:tgtEl>
                              <p:spTgt spid="550"/>
                            </p:tgtEl>
                            <p:attrNameLst>
                              <p:attrName>style.visibility</p:attrName>
                            </p:attrNameLst>
                          </p:cBhvr>
                          <p:to>
                            <p:strVal val="visible"/>
                          </p:to>
                        </p:set>
                        <p:animEffect transition="in" filter="randomBar(horz)">
                          <p:cBhvr>
                            <p:cTn id="48" dur="400"/>
                            <p:tgtEl>
                              <p:spTgt spid="550"/>
                            </p:tgtEl>
                          </p:cBhvr>
                        </p:animEffect>
                      </p:childTnLst>
                    </p:cTn>
                  </p:par>
                  <p:par>
                    <p:cTn id="49" presetID="10" presetClass="entr" presetSubtype="0" fill="hold" grpId="11" nodeType="withEffect">
                      <p:stCondLst>
                        <p:cond delay="880"/>
                      </p:stCondLst>
                      <p:childTnLst>
                        <p:set>
                          <p:cBhvr>
                            <p:cTn id="50" dur="1" fill="hold"/>
                            <p:tgtEl>
                              <p:spTgt spid="551"/>
                            </p:tgtEl>
                            <p:attrNameLst>
                              <p:attrName>style.visibility</p:attrName>
                            </p:attrNameLst>
                          </p:cBhvr>
                          <p:to>
                            <p:strVal val="visible"/>
                          </p:to>
                        </p:set>
                        <p:animEffect transition="in" filter="randomBar(vert)">
                          <p:cBhvr>
                            <p:cTn id="51" dur="400"/>
                            <p:tgtEl>
                              <p:spTgt spid="551"/>
                            </p:tgtEl>
                          </p:cBhvr>
                        </p:animEffect>
                      </p:childTnLst>
                    </p:cTn>
                  </p:par>
                  <p:par>
                    <p:cTn id="52" presetID="10" presetClass="entr" presetSubtype="0" fill="hold" grpId="12" nodeType="withEffect">
                      <p:stCondLst>
                        <p:cond delay="960"/>
                      </p:stCondLst>
                      <p:childTnLst>
                        <p:set>
                          <p:cBhvr>
                            <p:cTn id="53" dur="1" fill="hold"/>
                            <p:tgtEl>
                              <p:spTgt spid="552"/>
                            </p:tgtEl>
                            <p:attrNameLst>
                              <p:attrName>style.visibility</p:attrName>
                            </p:attrNameLst>
                          </p:cBhvr>
                          <p:to>
                            <p:strVal val="visible"/>
                          </p:to>
                        </p:set>
                        <p:animEffect transition="in" filter="randomBar(horz)">
                          <p:cBhvr>
                            <p:cTn id="54" dur="400"/>
                            <p:tgtEl>
                              <p:spTgt spid="552"/>
                            </p:tgtEl>
                          </p:cBhvr>
                        </p:animEffect>
                      </p:childTnLst>
                    </p:cTn>
                  </p:par>
                  <p:par>
                    <p:cTn id="55" presetID="10" presetClass="entr" presetSubtype="0" fill="hold" grpId="13" nodeType="withEffect">
                      <p:stCondLst>
                        <p:cond delay="1040"/>
                      </p:stCondLst>
                      <p:childTnLst>
                        <p:set>
                          <p:cBhvr>
                            <p:cTn id="56" dur="1" fill="hold"/>
                            <p:tgtEl>
                              <p:spTgt spid="553"/>
                            </p:tgtEl>
                            <p:attrNameLst>
                              <p:attrName>style.visibility</p:attrName>
                            </p:attrNameLst>
                          </p:cBhvr>
                          <p:to>
                            <p:strVal val="visible"/>
                          </p:to>
                        </p:set>
                        <p:animEffect transition="in" filter="randomBar(vert)">
                          <p:cBhvr>
                            <p:cTn id="57" dur="400"/>
                            <p:tgtEl>
                              <p:spTgt spid="553"/>
                            </p:tgtEl>
                          </p:cBhvr>
                        </p:animEffect>
                      </p:childTnLst>
                    </p:cTn>
                  </p:par>
                  <p:par>
                    <p:cTn id="58" presetID="10" presetClass="entr" presetSubtype="0" fill="hold" grpId="14" nodeType="withEffect">
                      <p:stCondLst>
                        <p:cond delay="1120"/>
                      </p:stCondLst>
                      <p:childTnLst>
                        <p:set>
                          <p:cBhvr>
                            <p:cTn id="59" dur="1" fill="hold"/>
                            <p:tgtEl>
                              <p:spTgt spid="554"/>
                            </p:tgtEl>
                            <p:attrNameLst>
                              <p:attrName>style.visibility</p:attrName>
                            </p:attrNameLst>
                          </p:cBhvr>
                          <p:to>
                            <p:strVal val="visible"/>
                          </p:to>
                        </p:set>
                        <p:animEffect transition="in" filter="randomBar(horz)">
                          <p:cBhvr>
                            <p:cTn id="60" dur="400"/>
                            <p:tgtEl>
                              <p:spTgt spid="554"/>
                            </p:tgtEl>
                          </p:cBhvr>
                        </p:animEffect>
                      </p:childTnLst>
                    </p:cTn>
                  </p:par>
                  <p:par>
                    <p:cTn id="61" presetID="10" presetClass="entr" presetSubtype="0" fill="hold" grpId="15" nodeType="withEffect">
                      <p:stCondLst>
                        <p:cond delay="1200"/>
                      </p:stCondLst>
                      <p:childTnLst>
                        <p:set>
                          <p:cBhvr>
                            <p:cTn id="62" dur="1" fill="hold"/>
                            <p:tgtEl>
                              <p:spTgt spid="555"/>
                            </p:tgtEl>
                            <p:attrNameLst>
                              <p:attrName>style.visibility</p:attrName>
                            </p:attrNameLst>
                          </p:cBhvr>
                          <p:to>
                            <p:strVal val="visible"/>
                          </p:to>
                        </p:set>
                        <p:animEffect transition="in" filter="randomBar(vert)">
                          <p:cBhvr>
                            <p:cTn id="63" dur="400"/>
                            <p:tgtEl>
                              <p:spTgt spid="555"/>
                            </p:tgtEl>
                          </p:cBhvr>
                        </p:animEffect>
                      </p:childTnLst>
                    </p:cTn>
                  </p:par>
                  <p:par>
                    <p:cTn id="64" presetID="10" presetClass="entr" presetSubtype="0" fill="hold" grpId="16" nodeType="withEffect">
                      <p:stCondLst>
                        <p:cond delay="1280"/>
                      </p:stCondLst>
                      <p:childTnLst>
                        <p:set>
                          <p:cBhvr>
                            <p:cTn id="65" dur="1" fill="hold"/>
                            <p:tgtEl>
                              <p:spTgt spid="556"/>
                            </p:tgtEl>
                            <p:attrNameLst>
                              <p:attrName>style.visibility</p:attrName>
                            </p:attrNameLst>
                          </p:cBhvr>
                          <p:to>
                            <p:strVal val="visible"/>
                          </p:to>
                        </p:set>
                        <p:animEffect transition="in" filter="randomBar(horz)">
                          <p:cBhvr>
                            <p:cTn id="66" dur="400"/>
                            <p:tgtEl>
                              <p:spTgt spid="556"/>
                            </p:tgtEl>
                          </p:cBhvr>
                        </p:animEffect>
                      </p:childTnLst>
                    </p:cTn>
                  </p:par>
                  <p:par>
                    <p:cTn id="67" presetID="10" presetClass="entr" presetSubtype="0" fill="hold" grpId="17" nodeType="withEffect">
                      <p:stCondLst>
                        <p:cond delay="1360"/>
                      </p:stCondLst>
                      <p:childTnLst>
                        <p:set>
                          <p:cBhvr>
                            <p:cTn id="68" dur="1" fill="hold"/>
                            <p:tgtEl>
                              <p:spTgt spid="557"/>
                            </p:tgtEl>
                            <p:attrNameLst>
                              <p:attrName>style.visibility</p:attrName>
                            </p:attrNameLst>
                          </p:cBhvr>
                          <p:to>
                            <p:strVal val="visible"/>
                          </p:to>
                        </p:set>
                        <p:animEffect transition="in" filter="randomBar(vert)">
                          <p:cBhvr>
                            <p:cTn id="69" dur="400"/>
                            <p:tgtEl>
                              <p:spTgt spid="557"/>
                            </p:tgtEl>
                          </p:cBhvr>
                        </p:animEffect>
                      </p:childTnLst>
                    </p:cTn>
                  </p:par>
                  <p:par>
                    <p:cTn id="70" presetID="10" presetClass="entr" presetSubtype="0" fill="hold" grpId="18" nodeType="withEffect">
                      <p:stCondLst>
                        <p:cond delay="1440"/>
                      </p:stCondLst>
                      <p:childTnLst>
                        <p:set>
                          <p:cBhvr>
                            <p:cTn id="71" dur="1" fill="hold"/>
                            <p:tgtEl>
                              <p:spTgt spid="558"/>
                            </p:tgtEl>
                            <p:attrNameLst>
                              <p:attrName>style.visibility</p:attrName>
                            </p:attrNameLst>
                          </p:cBhvr>
                          <p:to>
                            <p:strVal val="visible"/>
                          </p:to>
                        </p:set>
                        <p:animEffect transition="in" filter="randomBar(horz)">
                          <p:cBhvr>
                            <p:cTn id="72" dur="400"/>
                            <p:tgtEl>
                              <p:spTgt spid="558"/>
                            </p:tgtEl>
                          </p:cBhvr>
                        </p:animEffect>
                      </p:childTnLst>
                    </p:cTn>
                  </p:par>
                  <p:par>
                    <p:cTn id="73" presetID="10" presetClass="entr" presetSubtype="0" fill="hold" grpId="19" nodeType="withEffect">
                      <p:stCondLst>
                        <p:cond delay="1520"/>
                      </p:stCondLst>
                      <p:childTnLst>
                        <p:set>
                          <p:cBhvr>
                            <p:cTn id="74" dur="1" fill="hold"/>
                            <p:tgtEl>
                              <p:spTgt spid="559"/>
                            </p:tgtEl>
                            <p:attrNameLst>
                              <p:attrName>style.visibility</p:attrName>
                            </p:attrNameLst>
                          </p:cBhvr>
                          <p:to>
                            <p:strVal val="visible"/>
                          </p:to>
                        </p:set>
                        <p:animEffect transition="in" filter="randomBar(vert)">
                          <p:cBhvr>
                            <p:cTn id="75" dur="400"/>
                            <p:tgtEl>
                              <p:spTgt spid="559"/>
                            </p:tgtEl>
                          </p:cBhvr>
                        </p:animEffect>
                      </p:childTnLst>
                    </p:cTn>
                  </p:par>
                  <p:par>
                    <p:cTn id="76" presetID="10" presetClass="entr" presetSubtype="0" fill="hold" grpId="20" nodeType="withEffect">
                      <p:stCondLst>
                        <p:cond delay="1600"/>
                      </p:stCondLst>
                      <p:childTnLst>
                        <p:set>
                          <p:cBhvr>
                            <p:cTn id="77" dur="1" fill="hold"/>
                            <p:tgtEl>
                              <p:spTgt spid="2"/>
                            </p:tgtEl>
                            <p:attrNameLst>
                              <p:attrName>style.visibility</p:attrName>
                            </p:attrNameLst>
                          </p:cBhvr>
                          <p:to>
                            <p:strVal val="visible"/>
                          </p:to>
                        </p:set>
                        <p:animEffect transition="in" filter="randomBar(horz)">
                          <p:cBhvr>
                            <p:cTn id="78" dur="400"/>
                            <p:tgtEl>
                              <p:spTgt spid="2"/>
                            </p:tgtEl>
                          </p:cBhvr>
                        </p:animEffect>
                      </p:childTnLst>
                    </p:cTn>
                  </p:par>
                  <p:par>
                    <p:cTn id="79" presetID="10" presetClass="entr" presetSubtype="0" fill="hold" grpId="21" nodeType="withEffect">
                      <p:stCondLst>
                        <p:cond delay="1680"/>
                      </p:stCondLst>
                      <p:childTnLst>
                        <p:set>
                          <p:cBhvr>
                            <p:cTn id="80" dur="1" fill="hold"/>
                            <p:tgtEl>
                              <p:spTgt spid="3"/>
                            </p:tgtEl>
                            <p:attrNameLst>
                              <p:attrName>style.visibility</p:attrName>
                            </p:attrNameLst>
                          </p:cBhvr>
                          <p:to>
                            <p:strVal val="visible"/>
                          </p:to>
                        </p:set>
                        <p:animEffect transition="in" filter="randomBar(vert)">
                          <p:cBhvr>
                            <p:cTn id="81" dur="400"/>
                            <p:tgtEl>
                              <p:spTgt spid="3"/>
                            </p:tgtEl>
                          </p:cBhvr>
                        </p:animEffect>
                      </p:childTnLst>
                    </p:cTn>
                  </p:par>
                </p:childTnLst>
              </p:cTn>
            </p:par>
          </p:childTnLst>
        </p:cTn>
      </p:par>
    </p:tnLst>
    <p:bldLst>
      <p:bldP spid="540" grpId="0" uiExpand="1" build="p"/>
      <p:bldP spid="541" grpId="1" uiExpand="1" build="p"/>
      <p:bldP spid="542" grpId="2" uiExpand="1" build="p"/>
      <p:bldP spid="543" grpId="3" uiExpand="1" build="p"/>
      <p:bldP spid="544" grpId="4" uiExpand="1" build="p"/>
      <p:bldP spid="545" grpId="5" uiExpand="1" build="p"/>
      <p:bldP spid="546" grpId="6" uiExpand="1" build="p"/>
      <p:bldP spid="547" grpId="7" uiExpand="1" build="p"/>
      <p:bldP spid="548" grpId="8" uiExpand="1" build="p"/>
      <p:bldP spid="549" grpId="9" uiExpand="1" build="p"/>
      <p:bldP spid="550" grpId="10" uiExpand="1" build="p"/>
      <p:bldP spid="551" grpId="11" uiExpand="1" build="p"/>
      <p:bldP spid="552" grpId="12" uiExpand="1" build="p"/>
      <p:bldP spid="553" grpId="13" uiExpand="1" build="p"/>
      <p:bldP spid="554" grpId="14" uiExpand="1" build="p"/>
      <p:bldP spid="555" grpId="15" uiExpand="1" build="p"/>
      <p:bldP spid="556" grpId="16" uiExpand="1" build="p"/>
      <p:bldP spid="557" grpId="17" uiExpand="1" build="p"/>
      <p:bldP spid="558" grpId="18" uiExpand="1" build="p"/>
      <p:bldP spid="559" grpId="19" uiExpand="1" build="p"/>
      <p:bldP spid="2" grpId="20" uiExpand="1" build="p"/>
      <p:bldP spid="3" grpId="21"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0D1117"/>
        </a:solidFill>
        <a:effectLst/>
      </p:bgPr>
    </p:bg>
    <p:spTree>
      <p:nvGrpSpPr>
        <p:cNvPr id="1" name=""/>
        <p:cNvGrpSpPr/>
        <p:nvPr/>
      </p:nvGrpSpPr>
      <p:grpSpPr>
        <a:xfrm>
          <a:off x="0" y="0"/>
          <a:ext cx="0" cy="0"/>
          <a:chOff x="0" y="0"/>
          <a:chExt cx="0" cy="0"/>
        </a:xfrm>
      </p:grpSpPr>
      <p:sp>
        <p:nvSpPr>
          <p:cNvPr id="560" name="d560"/>
          <p:cNvSpPr/>
          <p:nvPr/>
        </p:nvSpPr>
        <p:spPr>
          <a:xfrm>
            <a:off x="0" y="0"/>
            <a:ext cx="1828800" cy="1828800"/>
          </a:xfrm>
          <a:prstGeom prst="halfFrame">
            <a:avLst/>
          </a:prstGeom>
          <a:noFill/>
          <a:ln w="38100">
            <a:solidFill>
              <a:srgbClr val="FF6D00">
                <a:alpha val="18000"/>
              </a:srgbClr>
            </a:solidFill>
          </a:ln>
        </p:spPr>
      </p:sp>
      <p:sp>
        <p:nvSpPr>
          <p:cNvPr id="561" name="d561"/>
          <p:cNvSpPr/>
          <p:nvPr/>
        </p:nvSpPr>
        <p:spPr>
          <a:xfrm rot="5400000">
            <a:off x="7315200" y="0"/>
            <a:ext cx="1828800" cy="1828800"/>
          </a:xfrm>
          <a:prstGeom prst="halfFrame">
            <a:avLst/>
          </a:prstGeom>
          <a:noFill/>
          <a:ln w="38100">
            <a:solidFill>
              <a:srgbClr val="FF6D00">
                <a:alpha val="18000"/>
              </a:srgbClr>
            </a:solidFill>
          </a:ln>
        </p:spPr>
      </p:sp>
      <p:sp>
        <p:nvSpPr>
          <p:cNvPr id="562" name="d562"/>
          <p:cNvSpPr/>
          <p:nvPr/>
        </p:nvSpPr>
        <p:spPr>
          <a:xfrm rot="16200000">
            <a:off x="0" y="3314700"/>
            <a:ext cx="1828800" cy="1828800"/>
          </a:xfrm>
          <a:prstGeom prst="halfFrame">
            <a:avLst/>
          </a:prstGeom>
          <a:noFill/>
          <a:ln w="38100">
            <a:solidFill>
              <a:srgbClr val="FF6D00">
                <a:alpha val="18000"/>
              </a:srgbClr>
            </a:solidFill>
          </a:ln>
        </p:spPr>
      </p:sp>
      <p:sp>
        <p:nvSpPr>
          <p:cNvPr id="563" name="d563"/>
          <p:cNvSpPr/>
          <p:nvPr/>
        </p:nvSpPr>
        <p:spPr>
          <a:xfrm rot="10800000">
            <a:off x="7315200" y="3314700"/>
            <a:ext cx="1828800" cy="1828800"/>
          </a:xfrm>
          <a:prstGeom prst="halfFrame">
            <a:avLst/>
          </a:prstGeom>
          <a:noFill/>
          <a:ln w="38100">
            <a:solidFill>
              <a:srgbClr val="FF6D00">
                <a:alpha val="18000"/>
              </a:srgbClr>
            </a:solidFill>
          </a:ln>
        </p:spPr>
      </p:sp>
      <p:sp>
        <p:nvSpPr>
          <p:cNvPr id="564" name="d564"/>
          <p:cNvSpPr/>
          <p:nvPr/>
        </p:nvSpPr>
        <p:spPr>
          <a:xfrm>
            <a:off x="228600" y="2343150"/>
            <a:ext cx="457200" cy="457200"/>
          </a:xfrm>
          <a:prstGeom prst="diamond">
            <a:avLst/>
          </a:prstGeom>
          <a:solidFill>
            <a:srgbClr val="FF6D00">
              <a:alpha val="15000"/>
            </a:srgbClr>
          </a:solidFill>
          <a:ln>
            <a:noFill/>
          </a:ln>
        </p:spPr>
      </p:sp>
      <p:sp>
        <p:nvSpPr>
          <p:cNvPr id="565" name="d565"/>
          <p:cNvSpPr/>
          <p:nvPr/>
        </p:nvSpPr>
        <p:spPr>
          <a:xfrm>
            <a:off x="8458200" y="2343150"/>
            <a:ext cx="457200" cy="457200"/>
          </a:xfrm>
          <a:prstGeom prst="diamond">
            <a:avLst/>
          </a:prstGeom>
          <a:solidFill>
            <a:srgbClr val="FF6D00">
              <a:alpha val="15000"/>
            </a:srgbClr>
          </a:solidFill>
          <a:ln>
            <a:noFill/>
          </a:ln>
        </p:spPr>
      </p:sp>
      <p:sp>
        <p:nvSpPr>
          <p:cNvPr id="566" name="d566"/>
          <p:cNvSpPr/>
          <p:nvPr/>
        </p:nvSpPr>
        <p:spPr>
          <a:xfrm>
            <a:off x="4343400" y="228600"/>
            <a:ext cx="457200" cy="457200"/>
          </a:xfrm>
          <a:prstGeom prst="diamond">
            <a:avLst/>
          </a:prstGeom>
          <a:solidFill>
            <a:srgbClr val="00BCD4">
              <a:alpha val="15000"/>
            </a:srgbClr>
          </a:solidFill>
          <a:ln>
            <a:noFill/>
          </a:ln>
        </p:spPr>
      </p:sp>
      <p:sp>
        <p:nvSpPr>
          <p:cNvPr id="567" name="d567"/>
          <p:cNvSpPr/>
          <p:nvPr/>
        </p:nvSpPr>
        <p:spPr>
          <a:xfrm>
            <a:off x="4343400" y="4457700"/>
            <a:ext cx="457200" cy="457200"/>
          </a:xfrm>
          <a:prstGeom prst="diamond">
            <a:avLst/>
          </a:prstGeom>
          <a:solidFill>
            <a:srgbClr val="00BCD4">
              <a:alpha val="15000"/>
            </a:srgbClr>
          </a:solidFill>
          <a:ln>
            <a:noFill/>
          </a:ln>
        </p:spPr>
      </p:sp>
      <p:sp>
        <p:nvSpPr>
          <p:cNvPr id="568" name="d568"/>
          <p:cNvSpPr/>
          <p:nvPr/>
        </p:nvSpPr>
        <p:spPr>
          <a:xfrm>
            <a:off x="-1828800" y="-1828800"/>
            <a:ext cx="3657600" cy="3657600"/>
          </a:xfrm>
          <a:prstGeom prst="ellipse">
            <a:avLst/>
          </a:prstGeom>
          <a:solidFill>
            <a:srgbClr val="FF6D00">
              <a:alpha val="6000"/>
            </a:srgbClr>
          </a:solidFill>
          <a:ln>
            <a:noFill/>
          </a:ln>
        </p:spPr>
      </p:sp>
      <p:sp>
        <p:nvSpPr>
          <p:cNvPr id="569" name="d569"/>
          <p:cNvSpPr/>
          <p:nvPr/>
        </p:nvSpPr>
        <p:spPr>
          <a:xfrm>
            <a:off x="7315200" y="3314700"/>
            <a:ext cx="3657600" cy="3657600"/>
          </a:xfrm>
          <a:prstGeom prst="ellipse">
            <a:avLst/>
          </a:prstGeom>
          <a:solidFill>
            <a:srgbClr val="FF6D00">
              <a:alpha val="5000"/>
            </a:srgbClr>
          </a:solidFill>
          <a:ln>
            <a:noFill/>
          </a:ln>
        </p:spPr>
      </p:sp>
      <p:sp>
        <p:nvSpPr>
          <p:cNvPr id="570" name="d570"/>
          <p:cNvSpPr/>
          <p:nvPr/>
        </p:nvSpPr>
        <p:spPr>
          <a:xfrm>
            <a:off x="3200400" y="1200150"/>
            <a:ext cx="2743200" cy="2743200"/>
          </a:xfrm>
          <a:prstGeom prst="ellipse">
            <a:avLst/>
          </a:prstGeom>
          <a:solidFill>
            <a:srgbClr val="2196F3">
              <a:alpha val="3000"/>
            </a:srgbClr>
          </a:solidFill>
          <a:ln>
            <a:noFill/>
          </a:ln>
        </p:spPr>
      </p:sp>
      <p:sp>
        <p:nvSpPr>
          <p:cNvPr id="571" name="d571"/>
          <p:cNvSpPr/>
          <p:nvPr/>
        </p:nvSpPr>
        <p:spPr>
          <a:xfrm>
            <a:off x="0" y="0"/>
            <a:ext cx="1828800" cy="1828800"/>
          </a:xfrm>
          <a:prstGeom prst="hexagon">
            <a:avLst/>
          </a:prstGeom>
          <a:noFill/>
          <a:ln w="25400">
            <a:solidFill>
              <a:srgbClr val="FF6D00">
                <a:alpha val="12000"/>
              </a:srgbClr>
            </a:solidFill>
          </a:ln>
          <a:effectLst>
            <a:glow rad="200000">
              <a:srgbClr val="FF6D00">
                <a:alpha val="32000"/>
              </a:srgbClr>
            </a:glow>
          </a:effectLst>
        </p:spPr>
      </p:sp>
      <p:sp>
        <p:nvSpPr>
          <p:cNvPr id="572" name="d572"/>
          <p:cNvSpPr/>
          <p:nvPr/>
        </p:nvSpPr>
        <p:spPr>
          <a:xfrm>
            <a:off x="7315200" y="3314700"/>
            <a:ext cx="1828800" cy="1828800"/>
          </a:xfrm>
          <a:prstGeom prst="hexagon">
            <a:avLst/>
          </a:prstGeom>
          <a:noFill/>
          <a:ln w="25400">
            <a:solidFill>
              <a:srgbClr val="FF6D00">
                <a:alpha val="12000"/>
              </a:srgbClr>
            </a:solidFill>
          </a:ln>
          <a:effectLst>
            <a:glow rad="200000">
              <a:srgbClr val="FF6D00">
                <a:alpha val="32000"/>
              </a:srgbClr>
            </a:glow>
          </a:effectLst>
        </p:spPr>
      </p:sp>
      <p:sp>
        <p:nvSpPr>
          <p:cNvPr id="573" name="d573"/>
          <p:cNvSpPr/>
          <p:nvPr/>
        </p:nvSpPr>
        <p:spPr>
          <a:xfrm>
            <a:off x="2286000" y="285750"/>
            <a:ext cx="4572000" cy="4572000"/>
          </a:xfrm>
          <a:prstGeom prst="hexagon">
            <a:avLst/>
          </a:prstGeom>
          <a:noFill/>
          <a:ln w="25400">
            <a:solidFill>
              <a:srgbClr val="FF6D00">
                <a:alpha val="5000"/>
              </a:srgbClr>
            </a:solidFill>
          </a:ln>
          <a:effectLst>
            <a:glow rad="200000">
              <a:srgbClr val="FF6D00">
                <a:alpha val="25000"/>
              </a:srgbClr>
            </a:glow>
          </a:effectLst>
        </p:spPr>
      </p:sp>
      <p:sp>
        <p:nvSpPr>
          <p:cNvPr id="574" name="d574"/>
          <p:cNvSpPr/>
          <p:nvPr/>
        </p:nvSpPr>
        <p:spPr>
          <a:xfrm rot="480000">
            <a:off x="914400" y="905400"/>
            <a:ext cx="7315200" cy="18000"/>
          </a:xfrm>
          <a:prstGeom prst="rect">
            <a:avLst/>
          </a:prstGeom>
          <a:solidFill>
            <a:srgbClr val="FF6D00">
              <a:alpha val="8000"/>
            </a:srgbClr>
          </a:solidFill>
          <a:ln>
            <a:noFill/>
          </a:ln>
        </p:spPr>
      </p:sp>
      <p:sp>
        <p:nvSpPr>
          <p:cNvPr id="575" name="d575"/>
          <p:cNvSpPr/>
          <p:nvPr/>
        </p:nvSpPr>
        <p:spPr>
          <a:xfrm rot="-480000">
            <a:off x="914400" y="4220100"/>
            <a:ext cx="7315200" cy="18000"/>
          </a:xfrm>
          <a:prstGeom prst="rect">
            <a:avLst/>
          </a:prstGeom>
          <a:solidFill>
            <a:srgbClr val="FF6D00">
              <a:alpha val="8000"/>
            </a:srgbClr>
          </a:solidFill>
          <a:ln>
            <a:noFill/>
          </a:ln>
        </p:spPr>
      </p:sp>
      <p:sp>
        <p:nvSpPr>
          <p:cNvPr id="576" name="d576"/>
          <p:cNvSpPr/>
          <p:nvPr/>
        </p:nvSpPr>
        <p:spPr>
          <a:xfrm>
            <a:off x="152400" y="1562100"/>
            <a:ext cx="304800" cy="304800"/>
          </a:xfrm>
          <a:prstGeom prst="star4">
            <a:avLst/>
          </a:prstGeom>
          <a:solidFill>
            <a:srgbClr val="FF6D00">
              <a:alpha val="20000"/>
            </a:srgbClr>
          </a:solidFill>
          <a:ln>
            <a:noFill/>
          </a:ln>
          <a:effectLst>
            <a:glow rad="101600">
              <a:srgbClr val="FF6D00">
                <a:alpha val="40000"/>
              </a:srgbClr>
            </a:glow>
          </a:effectLst>
        </p:spPr>
      </p:sp>
      <p:sp>
        <p:nvSpPr>
          <p:cNvPr id="577" name="d577"/>
          <p:cNvSpPr/>
          <p:nvPr/>
        </p:nvSpPr>
        <p:spPr>
          <a:xfrm>
            <a:off x="8686800" y="3276600"/>
            <a:ext cx="304800" cy="304800"/>
          </a:xfrm>
          <a:prstGeom prst="star4">
            <a:avLst/>
          </a:prstGeom>
          <a:solidFill>
            <a:srgbClr val="FF6D00">
              <a:alpha val="20000"/>
            </a:srgbClr>
          </a:solidFill>
          <a:ln>
            <a:noFill/>
          </a:ln>
          <a:effectLst>
            <a:glow rad="101600">
              <a:srgbClr val="FF6D00">
                <a:alpha val="40000"/>
              </a:srgbClr>
            </a:glow>
          </a:effectLst>
        </p:spPr>
      </p:sp>
      <p:sp>
        <p:nvSpPr>
          <p:cNvPr id="578" name="d578"/>
          <p:cNvSpPr/>
          <p:nvPr/>
        </p:nvSpPr>
        <p:spPr>
          <a:xfrm>
            <a:off x="2933700" y="4800600"/>
            <a:ext cx="228600" cy="228600"/>
          </a:xfrm>
          <a:prstGeom prst="star4">
            <a:avLst/>
          </a:prstGeom>
          <a:solidFill>
            <a:srgbClr val="FF6D00">
              <a:alpha val="20000"/>
            </a:srgbClr>
          </a:solidFill>
          <a:ln>
            <a:noFill/>
          </a:ln>
          <a:effectLst>
            <a:glow rad="76200">
              <a:srgbClr val="FF6D00">
                <a:alpha val="40000"/>
              </a:srgbClr>
            </a:glow>
          </a:effectLst>
        </p:spPr>
      </p:sp>
      <p:sp>
        <p:nvSpPr>
          <p:cNvPr id="579" name="d579"/>
          <p:cNvSpPr/>
          <p:nvPr/>
        </p:nvSpPr>
        <p:spPr>
          <a:xfrm>
            <a:off x="424700" y="196100"/>
            <a:ext cx="65000" cy="65000"/>
          </a:xfrm>
          <a:prstGeom prst="ellipse">
            <a:avLst/>
          </a:prstGeom>
          <a:solidFill>
            <a:srgbClr val="FF6D00">
              <a:alpha val="90000"/>
            </a:srgbClr>
          </a:solidFill>
          <a:ln>
            <a:noFill/>
          </a:ln>
        </p:spPr>
      </p:sp>
      <p:sp>
        <p:nvSpPr>
          <p:cNvPr id="580" name="d580"/>
          <p:cNvSpPr/>
          <p:nvPr/>
        </p:nvSpPr>
        <p:spPr>
          <a:xfrm>
            <a:off x="2708200" y="269800"/>
            <a:ext cx="70000" cy="70000"/>
          </a:xfrm>
          <a:prstGeom prst="ellipse">
            <a:avLst/>
          </a:prstGeom>
          <a:solidFill>
            <a:srgbClr val="FFFFFF">
              <a:alpha val="60000"/>
            </a:srgbClr>
          </a:solidFill>
          <a:ln>
            <a:noFill/>
          </a:ln>
        </p:spPr>
      </p:sp>
      <p:sp>
        <p:nvSpPr>
          <p:cNvPr id="581" name="d581"/>
          <p:cNvSpPr/>
          <p:nvPr/>
        </p:nvSpPr>
        <p:spPr>
          <a:xfrm>
            <a:off x="5448900" y="191100"/>
            <a:ext cx="75000" cy="75000"/>
          </a:xfrm>
          <a:prstGeom prst="ellipse">
            <a:avLst/>
          </a:prstGeom>
          <a:solidFill>
            <a:srgbClr val="FF6D00">
              <a:alpha val="80000"/>
            </a:srgbClr>
          </a:solidFill>
          <a:ln>
            <a:noFill/>
          </a:ln>
        </p:spPr>
      </p:sp>
      <p:sp>
        <p:nvSpPr>
          <p:cNvPr id="582" name="d582"/>
          <p:cNvSpPr/>
          <p:nvPr/>
        </p:nvSpPr>
        <p:spPr>
          <a:xfrm>
            <a:off x="264800" y="1788800"/>
            <a:ext cx="80000" cy="80000"/>
          </a:xfrm>
          <a:prstGeom prst="ellipse">
            <a:avLst/>
          </a:prstGeom>
          <a:solidFill>
            <a:srgbClr val="00BCD4">
              <a:alpha val="60000"/>
            </a:srgbClr>
          </a:solidFill>
          <a:ln>
            <a:noFill/>
          </a:ln>
        </p:spPr>
      </p:sp>
      <p:sp>
        <p:nvSpPr>
          <p:cNvPr id="583" name="d583"/>
          <p:cNvSpPr/>
          <p:nvPr/>
        </p:nvSpPr>
        <p:spPr>
          <a:xfrm>
            <a:off x="8796700" y="2700700"/>
            <a:ext cx="85000" cy="85000"/>
          </a:xfrm>
          <a:prstGeom prst="ellipse">
            <a:avLst/>
          </a:prstGeom>
          <a:solidFill>
            <a:srgbClr val="FF6D00">
              <a:alpha val="70000"/>
            </a:srgbClr>
          </a:solidFill>
          <a:ln>
            <a:noFill/>
          </a:ln>
        </p:spPr>
      </p:sp>
      <p:sp>
        <p:nvSpPr>
          <p:cNvPr id="584" name="d584"/>
          <p:cNvSpPr/>
          <p:nvPr/>
        </p:nvSpPr>
        <p:spPr>
          <a:xfrm>
            <a:off x="4527000" y="4869900"/>
            <a:ext cx="90000" cy="90000"/>
          </a:xfrm>
          <a:prstGeom prst="ellipse">
            <a:avLst/>
          </a:prstGeom>
          <a:solidFill>
            <a:srgbClr val="2196F3">
              <a:alpha val="60000"/>
            </a:srgbClr>
          </a:solidFill>
          <a:ln>
            <a:noFill/>
          </a:ln>
        </p:spPr>
      </p:sp>
      <p:sp>
        <p:nvSpPr>
          <p:cNvPr id="585" name="d585"/>
          <p:cNvSpPr/>
          <p:nvPr/>
        </p:nvSpPr>
        <p:spPr>
          <a:xfrm>
            <a:off x="7267700" y="4791200"/>
            <a:ext cx="95000" cy="95000"/>
          </a:xfrm>
          <a:prstGeom prst="ellipse">
            <a:avLst/>
          </a:prstGeom>
          <a:solidFill>
            <a:srgbClr val="FF6D00">
              <a:alpha val="8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a:ea typeface="Arial" pitchFamily="34" charset="-122"/>
                <a:cs typeface="Arial"/>
              </a:rPr>
              <a:t>BRYTONS STATS</a:t>
            </a:r>
            <a:endParaRPr lang="en-US" sz="3600">
              <a:latin typeface="Arial"/>
              <a:cs typeface="Arial"/>
            </a:endParaRPr>
          </a:p>
        </p:txBody>
      </p:sp>
      <p:sp>
        <p:nvSpPr>
          <p:cNvPr id="3" name="Shape 1"/>
          <p:cNvSpPr/>
          <p:nvPr/>
        </p:nvSpPr>
        <p:spPr>
          <a:xfrm>
            <a:off x="457200" y="11887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4" name="Text 2"/>
          <p:cNvSpPr/>
          <p:nvPr/>
        </p:nvSpPr>
        <p:spPr>
          <a:xfrm>
            <a:off x="457200" y="13258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12</a:t>
            </a:r>
            <a:endParaRPr lang="en-US" sz="5400"/>
          </a:p>
        </p:txBody>
      </p:sp>
      <p:sp>
        <p:nvSpPr>
          <p:cNvPr id="5" name="Text 3"/>
          <p:cNvSpPr/>
          <p:nvPr/>
        </p:nvSpPr>
        <p:spPr>
          <a:xfrm>
            <a:off x="640080" y="20574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Goals Scored</a:t>
            </a:r>
            <a:endParaRPr lang="en-US" sz="1300"/>
          </a:p>
        </p:txBody>
      </p:sp>
      <p:sp>
        <p:nvSpPr>
          <p:cNvPr id="6" name="Text 4"/>
          <p:cNvSpPr/>
          <p:nvPr/>
        </p:nvSpPr>
        <p:spPr>
          <a:xfrm>
            <a:off x="640080" y="23774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(in 500 hours)</a:t>
            </a:r>
            <a:endParaRPr lang="en-US" sz="1000"/>
          </a:p>
        </p:txBody>
      </p:sp>
      <p:sp>
        <p:nvSpPr>
          <p:cNvPr id="7" name="Shape 5"/>
          <p:cNvSpPr/>
          <p:nvPr/>
        </p:nvSpPr>
        <p:spPr>
          <a:xfrm>
            <a:off x="4754880" y="11887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8" name="Text 6"/>
          <p:cNvSpPr/>
          <p:nvPr/>
        </p:nvSpPr>
        <p:spPr>
          <a:xfrm>
            <a:off x="4754880" y="13258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847</a:t>
            </a:r>
            <a:endParaRPr lang="en-US" sz="5400"/>
          </a:p>
        </p:txBody>
      </p:sp>
      <p:sp>
        <p:nvSpPr>
          <p:cNvPr id="9" name="Text 7"/>
          <p:cNvSpPr/>
          <p:nvPr/>
        </p:nvSpPr>
        <p:spPr>
          <a:xfrm>
            <a:off x="4937760" y="20574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Own Goals</a:t>
            </a:r>
            <a:endParaRPr lang="en-US" sz="1300"/>
          </a:p>
        </p:txBody>
      </p:sp>
      <p:sp>
        <p:nvSpPr>
          <p:cNvPr id="10" name="Text 8"/>
          <p:cNvSpPr/>
          <p:nvPr/>
        </p:nvSpPr>
        <p:spPr>
          <a:xfrm>
            <a:off x="4937760" y="23774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(and counting)</a:t>
            </a:r>
            <a:endParaRPr lang="en-US" sz="1000"/>
          </a:p>
        </p:txBody>
      </p:sp>
      <p:sp>
        <p:nvSpPr>
          <p:cNvPr id="11" name="Shape 9"/>
          <p:cNvSpPr/>
          <p:nvPr/>
        </p:nvSpPr>
        <p:spPr>
          <a:xfrm>
            <a:off x="457200" y="30175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12" name="Text 10"/>
          <p:cNvSpPr/>
          <p:nvPr/>
        </p:nvSpPr>
        <p:spPr>
          <a:xfrm>
            <a:off x="457200" y="31546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a:t>
            </a:r>
            <a:endParaRPr lang="en-US" sz="5400"/>
          </a:p>
        </p:txBody>
      </p:sp>
      <p:sp>
        <p:nvSpPr>
          <p:cNvPr id="13" name="Text 11"/>
          <p:cNvSpPr/>
          <p:nvPr/>
        </p:nvSpPr>
        <p:spPr>
          <a:xfrm>
            <a:off x="640080" y="3886200"/>
            <a:ext cx="3474720" cy="320040"/>
          </a:xfrm>
          <a:prstGeom prst="rect">
            <a:avLst/>
          </a:prstGeom>
          <a:noFill/>
          <a:ln/>
        </p:spPr>
        <p:txBody>
          <a:bodyPr wrap="square" lIns="0" tIns="0" rIns="0" bIns="0" rtlCol="0" anchor="ctr"/>
          <a:lstStyle/>
          <a:p>
            <a:pPr algn="ctr">
              <a:lnSpc>
                <a:spcPct val="90000"/>
              </a:lnSpc>
            </a:pPr>
            <a:r>
              <a:rPr lang="en-US" sz="1300" b="1">
                <a:solidFill>
                  <a:srgbClr val="FFFFFF"/>
                </a:solidFill>
                <a:latin typeface="Arial"/>
                <a:cs typeface="Arial"/>
              </a:rPr>
              <a:t>HOW MANY TIMES HES WHIFFED THE BALL</a:t>
            </a:r>
            <a:endParaRPr lang="en-US"/>
          </a:p>
        </p:txBody>
      </p:sp>
      <p:sp>
        <p:nvSpPr>
          <p:cNvPr id="14" name="Shape 12"/>
          <p:cNvSpPr/>
          <p:nvPr/>
        </p:nvSpPr>
        <p:spPr>
          <a:xfrm>
            <a:off x="4754880" y="30175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15" name="Text 13"/>
          <p:cNvSpPr/>
          <p:nvPr/>
        </p:nvSpPr>
        <p:spPr>
          <a:xfrm>
            <a:off x="4754880" y="31546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2%</a:t>
            </a:r>
            <a:endParaRPr lang="en-US" sz="5400"/>
          </a:p>
        </p:txBody>
      </p:sp>
      <p:sp>
        <p:nvSpPr>
          <p:cNvPr id="16" name="Text 14"/>
          <p:cNvSpPr/>
          <p:nvPr/>
        </p:nvSpPr>
        <p:spPr>
          <a:xfrm>
            <a:off x="4937760" y="38862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Aerial</a:t>
            </a:r>
            <a:endParaRPr lang="en-US" sz="1300"/>
          </a:p>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Accuracy</a:t>
            </a:r>
            <a:endParaRPr lang="en-US" sz="1300"/>
          </a:p>
        </p:txBody>
      </p:sp>
      <p:sp>
        <p:nvSpPr>
          <p:cNvPr id="17" name="Text 15"/>
          <p:cNvSpPr/>
          <p:nvPr/>
        </p:nvSpPr>
        <p:spPr>
          <a:xfrm>
            <a:off x="4937760" y="42062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(generous)</a:t>
            </a:r>
            <a:endParaRPr lang="en-US" sz="1000"/>
          </a:p>
        </p:txBody>
      </p:sp>
    </p:spTree>
  </p:cSld>
  <p:clrMapOvr>
    <a:masterClrMapping/>
  </p:clrMapOvr>
  <p:transition spd="fast">
    <p:wheel spokes="8"/>
  </p:transition>
  <p:timing>
    <p:tnLst>
      <p:par>
        <p:cTn id="1" dur="indefinite" restart="whenNotActive" nodeType="tmRoot">
          <p:childTnLst>
            <p:par>
              <p:cTn id="2" fill="hold">
                <p:stCondLst>
                  <p:cond delay="300"/>
                </p:stCondLst>
                <p:childTnLst>
                  <p:par>
                    <p:cTn id="10" presetID="10" presetClass="entr" presetSubtype="0" fill="hold" grpId="0" nodeType="withEffect">
                      <p:stCondLst>
                        <p:cond delay="0"/>
                      </p:stCondLst>
                      <p:childTnLst>
                        <p:set>
                          <p:cBhvr>
                            <p:cTn id="11" dur="1" fill="hold"/>
                            <p:tgtEl>
                              <p:spTgt spid="560"/>
                            </p:tgtEl>
                            <p:attrNameLst>
                              <p:attrName>style.visibility</p:attrName>
                            </p:attrNameLst>
                          </p:cBhvr>
                          <p:to>
                            <p:strVal val="visible"/>
                          </p:to>
                        </p:set>
                        <p:animEffect transition="in" filter="zoom(inCenter)">
                          <p:cBhvr>
                            <p:cTn id="12" dur="600"/>
                            <p:tgtEl>
                              <p:spTgt spid="560"/>
                            </p:tgtEl>
                          </p:cBhvr>
                        </p:animEffect>
                      </p:childTnLst>
                    </p:cTn>
                  </p:par>
                  <p:par>
                    <p:cTn id="13" presetID="26" presetClass="emph" presetSubtype="0" fill="hold" grpId="200" nodeType="afterEffect">
                      <p:stCondLst>
                        <p:cond delay="680"/>
                      </p:stCondLst>
                      <p:childTnLst>
                        <p:animScale>
                          <p:by x="112000" y="112000"/>
                          <p:cBhvr autoRev="1">
                            <p:cTn id="14" dur="200" autoRev="1"/>
                            <p:tgtEl>
                              <p:spTgt spid="560"/>
                            </p:tgtEl>
                          </p:cBhvr>
                        </p:animScale>
                      </p:childTnLst>
                    </p:cTn>
                  </p:par>
                  <p:par>
                    <p:cTn id="15" presetID="10" presetClass="entr" presetSubtype="0" fill="hold" grpId="1" nodeType="withEffect">
                      <p:stCondLst>
                        <p:cond delay="100"/>
                      </p:stCondLst>
                      <p:childTnLst>
                        <p:set>
                          <p:cBhvr>
                            <p:cTn id="16" dur="1" fill="hold"/>
                            <p:tgtEl>
                              <p:spTgt spid="561"/>
                            </p:tgtEl>
                            <p:attrNameLst>
                              <p:attrName>style.visibility</p:attrName>
                            </p:attrNameLst>
                          </p:cBhvr>
                          <p:to>
                            <p:strVal val="visible"/>
                          </p:to>
                        </p:set>
                        <p:animEffect transition="in" filter="dissolve">
                          <p:cBhvr>
                            <p:cTn id="17" dur="600"/>
                            <p:tgtEl>
                              <p:spTgt spid="561"/>
                            </p:tgtEl>
                          </p:cBhvr>
                        </p:animEffect>
                      </p:childTnLst>
                    </p:cTn>
                  </p:par>
                  <p:par>
                    <p:cTn id="18" presetID="26" presetClass="emph" presetSubtype="0" fill="hold" grpId="201" nodeType="afterEffect">
                      <p:stCondLst>
                        <p:cond delay="780"/>
                      </p:stCondLst>
                      <p:childTnLst>
                        <p:animScale>
                          <p:by x="112000" y="112000"/>
                          <p:cBhvr autoRev="1">
                            <p:cTn id="19" dur="200" autoRev="1"/>
                            <p:tgtEl>
                              <p:spTgt spid="561"/>
                            </p:tgtEl>
                          </p:cBhvr>
                        </p:animScale>
                      </p:childTnLst>
                    </p:cTn>
                  </p:par>
                  <p:par>
                    <p:cTn id="20" presetID="10" presetClass="entr" presetSubtype="0" fill="hold" grpId="2" nodeType="withEffect">
                      <p:stCondLst>
                        <p:cond delay="200"/>
                      </p:stCondLst>
                      <p:childTnLst>
                        <p:set>
                          <p:cBhvr>
                            <p:cTn id="21" dur="1" fill="hold"/>
                            <p:tgtEl>
                              <p:spTgt spid="562"/>
                            </p:tgtEl>
                            <p:attrNameLst>
                              <p:attrName>style.visibility</p:attrName>
                            </p:attrNameLst>
                          </p:cBhvr>
                          <p:to>
                            <p:strVal val="visible"/>
                          </p:to>
                        </p:set>
                        <p:animEffect transition="in" filter="zoom(inCenter)">
                          <p:cBhvr>
                            <p:cTn id="22" dur="600"/>
                            <p:tgtEl>
                              <p:spTgt spid="562"/>
                            </p:tgtEl>
                          </p:cBhvr>
                        </p:animEffect>
                      </p:childTnLst>
                    </p:cTn>
                  </p:par>
                  <p:par>
                    <p:cTn id="23" presetID="26" presetClass="emph" presetSubtype="0" fill="hold" grpId="202" nodeType="afterEffect">
                      <p:stCondLst>
                        <p:cond delay="880"/>
                      </p:stCondLst>
                      <p:childTnLst>
                        <p:animScale>
                          <p:by x="112000" y="112000"/>
                          <p:cBhvr autoRev="1">
                            <p:cTn id="24" dur="200" autoRev="1"/>
                            <p:tgtEl>
                              <p:spTgt spid="562"/>
                            </p:tgtEl>
                          </p:cBhvr>
                        </p:animScale>
                      </p:childTnLst>
                    </p:cTn>
                  </p:par>
                  <p:par>
                    <p:cTn id="25" presetID="10" presetClass="entr" presetSubtype="0" fill="hold" grpId="3" nodeType="withEffect">
                      <p:stCondLst>
                        <p:cond delay="300"/>
                      </p:stCondLst>
                      <p:childTnLst>
                        <p:set>
                          <p:cBhvr>
                            <p:cTn id="26" dur="1" fill="hold"/>
                            <p:tgtEl>
                              <p:spTgt spid="563"/>
                            </p:tgtEl>
                            <p:attrNameLst>
                              <p:attrName>style.visibility</p:attrName>
                            </p:attrNameLst>
                          </p:cBhvr>
                          <p:to>
                            <p:strVal val="visible"/>
                          </p:to>
                        </p:set>
                        <p:animEffect transition="in" filter="dissolve">
                          <p:cBhvr>
                            <p:cTn id="27" dur="600"/>
                            <p:tgtEl>
                              <p:spTgt spid="563"/>
                            </p:tgtEl>
                          </p:cBhvr>
                        </p:animEffect>
                      </p:childTnLst>
                    </p:cTn>
                  </p:par>
                  <p:par>
                    <p:cTn id="28" presetID="10" presetClass="entr" presetSubtype="0" fill="hold" grpId="4" nodeType="withEffect">
                      <p:stCondLst>
                        <p:cond delay="400"/>
                      </p:stCondLst>
                      <p:childTnLst>
                        <p:set>
                          <p:cBhvr>
                            <p:cTn id="29" dur="1" fill="hold"/>
                            <p:tgtEl>
                              <p:spTgt spid="564"/>
                            </p:tgtEl>
                            <p:attrNameLst>
                              <p:attrName>style.visibility</p:attrName>
                            </p:attrNameLst>
                          </p:cBhvr>
                          <p:to>
                            <p:strVal val="visible"/>
                          </p:to>
                        </p:set>
                        <p:animEffect transition="in" filter="zoom(inCenter)">
                          <p:cBhvr>
                            <p:cTn id="30" dur="600"/>
                            <p:tgtEl>
                              <p:spTgt spid="564"/>
                            </p:tgtEl>
                          </p:cBhvr>
                        </p:animEffect>
                      </p:childTnLst>
                    </p:cTn>
                  </p:par>
                  <p:par>
                    <p:cTn id="31" presetID="10" presetClass="entr" presetSubtype="0" fill="hold" grpId="5" nodeType="withEffect">
                      <p:stCondLst>
                        <p:cond delay="500"/>
                      </p:stCondLst>
                      <p:childTnLst>
                        <p:set>
                          <p:cBhvr>
                            <p:cTn id="32" dur="1" fill="hold"/>
                            <p:tgtEl>
                              <p:spTgt spid="565"/>
                            </p:tgtEl>
                            <p:attrNameLst>
                              <p:attrName>style.visibility</p:attrName>
                            </p:attrNameLst>
                          </p:cBhvr>
                          <p:to>
                            <p:strVal val="visible"/>
                          </p:to>
                        </p:set>
                        <p:animEffect transition="in" filter="dissolve">
                          <p:cBhvr>
                            <p:cTn id="33" dur="600"/>
                            <p:tgtEl>
                              <p:spTgt spid="565"/>
                            </p:tgtEl>
                          </p:cBhvr>
                        </p:animEffect>
                      </p:childTnLst>
                    </p:cTn>
                  </p:par>
                  <p:par>
                    <p:cTn id="34" presetID="10" presetClass="entr" presetSubtype="0" fill="hold" grpId="6" nodeType="withEffect">
                      <p:stCondLst>
                        <p:cond delay="600"/>
                      </p:stCondLst>
                      <p:childTnLst>
                        <p:set>
                          <p:cBhvr>
                            <p:cTn id="35" dur="1" fill="hold"/>
                            <p:tgtEl>
                              <p:spTgt spid="566"/>
                            </p:tgtEl>
                            <p:attrNameLst>
                              <p:attrName>style.visibility</p:attrName>
                            </p:attrNameLst>
                          </p:cBhvr>
                          <p:to>
                            <p:strVal val="visible"/>
                          </p:to>
                        </p:set>
                        <p:animEffect transition="in" filter="zoom(inCenter)">
                          <p:cBhvr>
                            <p:cTn id="36" dur="600"/>
                            <p:tgtEl>
                              <p:spTgt spid="566"/>
                            </p:tgtEl>
                          </p:cBhvr>
                        </p:animEffect>
                      </p:childTnLst>
                    </p:cTn>
                  </p:par>
                  <p:par>
                    <p:cTn id="37" presetID="10" presetClass="entr" presetSubtype="0" fill="hold" grpId="7" nodeType="withEffect">
                      <p:stCondLst>
                        <p:cond delay="700"/>
                      </p:stCondLst>
                      <p:childTnLst>
                        <p:set>
                          <p:cBhvr>
                            <p:cTn id="38" dur="1" fill="hold"/>
                            <p:tgtEl>
                              <p:spTgt spid="567"/>
                            </p:tgtEl>
                            <p:attrNameLst>
                              <p:attrName>style.visibility</p:attrName>
                            </p:attrNameLst>
                          </p:cBhvr>
                          <p:to>
                            <p:strVal val="visible"/>
                          </p:to>
                        </p:set>
                        <p:animEffect transition="in" filter="dissolve">
                          <p:cBhvr>
                            <p:cTn id="39" dur="600"/>
                            <p:tgtEl>
                              <p:spTgt spid="567"/>
                            </p:tgtEl>
                          </p:cBhvr>
                        </p:animEffect>
                      </p:childTnLst>
                    </p:cTn>
                  </p:par>
                  <p:par>
                    <p:cTn id="40" presetID="10" presetClass="entr" presetSubtype="0" fill="hold" grpId="8" nodeType="withEffect">
                      <p:stCondLst>
                        <p:cond delay="800"/>
                      </p:stCondLst>
                      <p:childTnLst>
                        <p:set>
                          <p:cBhvr>
                            <p:cTn id="41" dur="1" fill="hold"/>
                            <p:tgtEl>
                              <p:spTgt spid="568"/>
                            </p:tgtEl>
                            <p:attrNameLst>
                              <p:attrName>style.visibility</p:attrName>
                            </p:attrNameLst>
                          </p:cBhvr>
                          <p:to>
                            <p:strVal val="visible"/>
                          </p:to>
                        </p:set>
                        <p:animEffect transition="in" filter="zoom(inCenter)">
                          <p:cBhvr>
                            <p:cTn id="42" dur="600"/>
                            <p:tgtEl>
                              <p:spTgt spid="568"/>
                            </p:tgtEl>
                          </p:cBhvr>
                        </p:animEffect>
                      </p:childTnLst>
                    </p:cTn>
                  </p:par>
                  <p:par>
                    <p:cTn id="43" presetID="10" presetClass="entr" presetSubtype="0" fill="hold" grpId="9" nodeType="withEffect">
                      <p:stCondLst>
                        <p:cond delay="900"/>
                      </p:stCondLst>
                      <p:childTnLst>
                        <p:set>
                          <p:cBhvr>
                            <p:cTn id="44" dur="1" fill="hold"/>
                            <p:tgtEl>
                              <p:spTgt spid="569"/>
                            </p:tgtEl>
                            <p:attrNameLst>
                              <p:attrName>style.visibility</p:attrName>
                            </p:attrNameLst>
                          </p:cBhvr>
                          <p:to>
                            <p:strVal val="visible"/>
                          </p:to>
                        </p:set>
                        <p:animEffect transition="in" filter="dissolve">
                          <p:cBhvr>
                            <p:cTn id="45" dur="600"/>
                            <p:tgtEl>
                              <p:spTgt spid="569"/>
                            </p:tgtEl>
                          </p:cBhvr>
                        </p:animEffect>
                      </p:childTnLst>
                    </p:cTn>
                  </p:par>
                  <p:par>
                    <p:cTn id="46" presetID="10" presetClass="entr" presetSubtype="0" fill="hold" grpId="10" nodeType="withEffect">
                      <p:stCondLst>
                        <p:cond delay="1000"/>
                      </p:stCondLst>
                      <p:childTnLst>
                        <p:set>
                          <p:cBhvr>
                            <p:cTn id="47" dur="1" fill="hold"/>
                            <p:tgtEl>
                              <p:spTgt spid="570"/>
                            </p:tgtEl>
                            <p:attrNameLst>
                              <p:attrName>style.visibility</p:attrName>
                            </p:attrNameLst>
                          </p:cBhvr>
                          <p:to>
                            <p:strVal val="visible"/>
                          </p:to>
                        </p:set>
                        <p:animEffect transition="in" filter="zoom(inCenter)">
                          <p:cBhvr>
                            <p:cTn id="48" dur="600"/>
                            <p:tgtEl>
                              <p:spTgt spid="570"/>
                            </p:tgtEl>
                          </p:cBhvr>
                        </p:animEffect>
                      </p:childTnLst>
                    </p:cTn>
                  </p:par>
                  <p:par>
                    <p:cTn id="49" presetID="10" presetClass="entr" presetSubtype="0" fill="hold" grpId="11" nodeType="withEffect">
                      <p:stCondLst>
                        <p:cond delay="1100"/>
                      </p:stCondLst>
                      <p:childTnLst>
                        <p:set>
                          <p:cBhvr>
                            <p:cTn id="50" dur="1" fill="hold"/>
                            <p:tgtEl>
                              <p:spTgt spid="571"/>
                            </p:tgtEl>
                            <p:attrNameLst>
                              <p:attrName>style.visibility</p:attrName>
                            </p:attrNameLst>
                          </p:cBhvr>
                          <p:to>
                            <p:strVal val="visible"/>
                          </p:to>
                        </p:set>
                        <p:animEffect transition="in" filter="dissolve">
                          <p:cBhvr>
                            <p:cTn id="51" dur="600"/>
                            <p:tgtEl>
                              <p:spTgt spid="571"/>
                            </p:tgtEl>
                          </p:cBhvr>
                        </p:animEffect>
                      </p:childTnLst>
                    </p:cTn>
                  </p:par>
                  <p:par>
                    <p:cTn id="52" presetID="10" presetClass="entr" presetSubtype="0" fill="hold" grpId="12" nodeType="withEffect">
                      <p:stCondLst>
                        <p:cond delay="1200"/>
                      </p:stCondLst>
                      <p:childTnLst>
                        <p:set>
                          <p:cBhvr>
                            <p:cTn id="53" dur="1" fill="hold"/>
                            <p:tgtEl>
                              <p:spTgt spid="572"/>
                            </p:tgtEl>
                            <p:attrNameLst>
                              <p:attrName>style.visibility</p:attrName>
                            </p:attrNameLst>
                          </p:cBhvr>
                          <p:to>
                            <p:strVal val="visible"/>
                          </p:to>
                        </p:set>
                        <p:animEffect transition="in" filter="zoom(inCenter)">
                          <p:cBhvr>
                            <p:cTn id="54" dur="600"/>
                            <p:tgtEl>
                              <p:spTgt spid="572"/>
                            </p:tgtEl>
                          </p:cBhvr>
                        </p:animEffect>
                      </p:childTnLst>
                    </p:cTn>
                  </p:par>
                  <p:par>
                    <p:cTn id="55" presetID="10" presetClass="entr" presetSubtype="0" fill="hold" grpId="13" nodeType="withEffect">
                      <p:stCondLst>
                        <p:cond delay="1300"/>
                      </p:stCondLst>
                      <p:childTnLst>
                        <p:set>
                          <p:cBhvr>
                            <p:cTn id="56" dur="1" fill="hold"/>
                            <p:tgtEl>
                              <p:spTgt spid="573"/>
                            </p:tgtEl>
                            <p:attrNameLst>
                              <p:attrName>style.visibility</p:attrName>
                            </p:attrNameLst>
                          </p:cBhvr>
                          <p:to>
                            <p:strVal val="visible"/>
                          </p:to>
                        </p:set>
                        <p:animEffect transition="in" filter="dissolve">
                          <p:cBhvr>
                            <p:cTn id="57" dur="600"/>
                            <p:tgtEl>
                              <p:spTgt spid="573"/>
                            </p:tgtEl>
                          </p:cBhvr>
                        </p:animEffect>
                      </p:childTnLst>
                    </p:cTn>
                  </p:par>
                  <p:par>
                    <p:cTn id="58" presetID="10" presetClass="entr" presetSubtype="0" fill="hold" grpId="14" nodeType="withEffect">
                      <p:stCondLst>
                        <p:cond delay="1400"/>
                      </p:stCondLst>
                      <p:childTnLst>
                        <p:set>
                          <p:cBhvr>
                            <p:cTn id="59" dur="1" fill="hold"/>
                            <p:tgtEl>
                              <p:spTgt spid="574"/>
                            </p:tgtEl>
                            <p:attrNameLst>
                              <p:attrName>style.visibility</p:attrName>
                            </p:attrNameLst>
                          </p:cBhvr>
                          <p:to>
                            <p:strVal val="visible"/>
                          </p:to>
                        </p:set>
                        <p:animEffect transition="in" filter="zoom(inCenter)">
                          <p:cBhvr>
                            <p:cTn id="60" dur="600"/>
                            <p:tgtEl>
                              <p:spTgt spid="574"/>
                            </p:tgtEl>
                          </p:cBhvr>
                        </p:animEffect>
                      </p:childTnLst>
                    </p:cTn>
                  </p:par>
                  <p:par>
                    <p:cTn id="61" presetID="10" presetClass="entr" presetSubtype="0" fill="hold" grpId="15" nodeType="withEffect">
                      <p:stCondLst>
                        <p:cond delay="1500"/>
                      </p:stCondLst>
                      <p:childTnLst>
                        <p:set>
                          <p:cBhvr>
                            <p:cTn id="62" dur="1" fill="hold"/>
                            <p:tgtEl>
                              <p:spTgt spid="575"/>
                            </p:tgtEl>
                            <p:attrNameLst>
                              <p:attrName>style.visibility</p:attrName>
                            </p:attrNameLst>
                          </p:cBhvr>
                          <p:to>
                            <p:strVal val="visible"/>
                          </p:to>
                        </p:set>
                        <p:animEffect transition="in" filter="dissolve">
                          <p:cBhvr>
                            <p:cTn id="63" dur="600"/>
                            <p:tgtEl>
                              <p:spTgt spid="575"/>
                            </p:tgtEl>
                          </p:cBhvr>
                        </p:animEffect>
                      </p:childTnLst>
                    </p:cTn>
                  </p:par>
                  <p:par>
                    <p:cTn id="64" presetID="10" presetClass="entr" presetSubtype="0" fill="hold" grpId="16" nodeType="withEffect">
                      <p:stCondLst>
                        <p:cond delay="1600"/>
                      </p:stCondLst>
                      <p:childTnLst>
                        <p:set>
                          <p:cBhvr>
                            <p:cTn id="65" dur="1" fill="hold"/>
                            <p:tgtEl>
                              <p:spTgt spid="576"/>
                            </p:tgtEl>
                            <p:attrNameLst>
                              <p:attrName>style.visibility</p:attrName>
                            </p:attrNameLst>
                          </p:cBhvr>
                          <p:to>
                            <p:strVal val="visible"/>
                          </p:to>
                        </p:set>
                        <p:animEffect transition="in" filter="zoom(inCenter)">
                          <p:cBhvr>
                            <p:cTn id="66" dur="600"/>
                            <p:tgtEl>
                              <p:spTgt spid="576"/>
                            </p:tgtEl>
                          </p:cBhvr>
                        </p:animEffect>
                      </p:childTnLst>
                    </p:cTn>
                  </p:par>
                  <p:par>
                    <p:cTn id="67" presetID="10" presetClass="entr" presetSubtype="0" fill="hold" grpId="17" nodeType="withEffect">
                      <p:stCondLst>
                        <p:cond delay="1700"/>
                      </p:stCondLst>
                      <p:childTnLst>
                        <p:set>
                          <p:cBhvr>
                            <p:cTn id="68" dur="1" fill="hold"/>
                            <p:tgtEl>
                              <p:spTgt spid="577"/>
                            </p:tgtEl>
                            <p:attrNameLst>
                              <p:attrName>style.visibility</p:attrName>
                            </p:attrNameLst>
                          </p:cBhvr>
                          <p:to>
                            <p:strVal val="visible"/>
                          </p:to>
                        </p:set>
                        <p:animEffect transition="in" filter="dissolve">
                          <p:cBhvr>
                            <p:cTn id="69" dur="600"/>
                            <p:tgtEl>
                              <p:spTgt spid="577"/>
                            </p:tgtEl>
                          </p:cBhvr>
                        </p:animEffect>
                      </p:childTnLst>
                    </p:cTn>
                  </p:par>
                  <p:par>
                    <p:cTn id="70" presetID="10" presetClass="entr" presetSubtype="0" fill="hold" grpId="18" nodeType="withEffect">
                      <p:stCondLst>
                        <p:cond delay="1800"/>
                      </p:stCondLst>
                      <p:childTnLst>
                        <p:set>
                          <p:cBhvr>
                            <p:cTn id="71" dur="1" fill="hold"/>
                            <p:tgtEl>
                              <p:spTgt spid="578"/>
                            </p:tgtEl>
                            <p:attrNameLst>
                              <p:attrName>style.visibility</p:attrName>
                            </p:attrNameLst>
                          </p:cBhvr>
                          <p:to>
                            <p:strVal val="visible"/>
                          </p:to>
                        </p:set>
                        <p:animEffect transition="in" filter="zoom(inCenter)">
                          <p:cBhvr>
                            <p:cTn id="72" dur="600"/>
                            <p:tgtEl>
                              <p:spTgt spid="578"/>
                            </p:tgtEl>
                          </p:cBhvr>
                        </p:animEffect>
                      </p:childTnLst>
                    </p:cTn>
                  </p:par>
                  <p:par>
                    <p:cTn id="73" presetID="10" presetClass="entr" presetSubtype="0" fill="hold" grpId="19" nodeType="withEffect">
                      <p:stCondLst>
                        <p:cond delay="1900"/>
                      </p:stCondLst>
                      <p:childTnLst>
                        <p:set>
                          <p:cBhvr>
                            <p:cTn id="74" dur="1" fill="hold"/>
                            <p:tgtEl>
                              <p:spTgt spid="579"/>
                            </p:tgtEl>
                            <p:attrNameLst>
                              <p:attrName>style.visibility</p:attrName>
                            </p:attrNameLst>
                          </p:cBhvr>
                          <p:to>
                            <p:strVal val="visible"/>
                          </p:to>
                        </p:set>
                        <p:animEffect transition="in" filter="dissolve">
                          <p:cBhvr>
                            <p:cTn id="75" dur="600"/>
                            <p:tgtEl>
                              <p:spTgt spid="579"/>
                            </p:tgtEl>
                          </p:cBhvr>
                        </p:animEffect>
                      </p:childTnLst>
                    </p:cTn>
                  </p:par>
                  <p:par>
                    <p:cTn id="76" presetID="10" presetClass="entr" presetSubtype="0" fill="hold" grpId="20" nodeType="withEffect">
                      <p:stCondLst>
                        <p:cond delay="2000"/>
                      </p:stCondLst>
                      <p:childTnLst>
                        <p:set>
                          <p:cBhvr>
                            <p:cTn id="77" dur="1" fill="hold"/>
                            <p:tgtEl>
                              <p:spTgt spid="580"/>
                            </p:tgtEl>
                            <p:attrNameLst>
                              <p:attrName>style.visibility</p:attrName>
                            </p:attrNameLst>
                          </p:cBhvr>
                          <p:to>
                            <p:strVal val="visible"/>
                          </p:to>
                        </p:set>
                        <p:animEffect transition="in" filter="zoom(inCenter)">
                          <p:cBhvr>
                            <p:cTn id="78" dur="600"/>
                            <p:tgtEl>
                              <p:spTgt spid="580"/>
                            </p:tgtEl>
                          </p:cBhvr>
                        </p:animEffect>
                      </p:childTnLst>
                    </p:cTn>
                  </p:par>
                  <p:par>
                    <p:cTn id="79" presetID="10" presetClass="entr" presetSubtype="0" fill="hold" grpId="21" nodeType="withEffect">
                      <p:stCondLst>
                        <p:cond delay="2100"/>
                      </p:stCondLst>
                      <p:childTnLst>
                        <p:set>
                          <p:cBhvr>
                            <p:cTn id="80" dur="1" fill="hold"/>
                            <p:tgtEl>
                              <p:spTgt spid="581"/>
                            </p:tgtEl>
                            <p:attrNameLst>
                              <p:attrName>style.visibility</p:attrName>
                            </p:attrNameLst>
                          </p:cBhvr>
                          <p:to>
                            <p:strVal val="visible"/>
                          </p:to>
                        </p:set>
                        <p:animEffect transition="in" filter="dissolve">
                          <p:cBhvr>
                            <p:cTn id="81" dur="600"/>
                            <p:tgtEl>
                              <p:spTgt spid="581"/>
                            </p:tgtEl>
                          </p:cBhvr>
                        </p:animEffect>
                      </p:childTnLst>
                    </p:cTn>
                  </p:par>
                  <p:par>
                    <p:cTn id="82" presetID="10" presetClass="entr" presetSubtype="0" fill="hold" grpId="22" nodeType="withEffect">
                      <p:stCondLst>
                        <p:cond delay="2200"/>
                      </p:stCondLst>
                      <p:childTnLst>
                        <p:set>
                          <p:cBhvr>
                            <p:cTn id="83" dur="1" fill="hold"/>
                            <p:tgtEl>
                              <p:spTgt spid="582"/>
                            </p:tgtEl>
                            <p:attrNameLst>
                              <p:attrName>style.visibility</p:attrName>
                            </p:attrNameLst>
                          </p:cBhvr>
                          <p:to>
                            <p:strVal val="visible"/>
                          </p:to>
                        </p:set>
                        <p:animEffect transition="in" filter="zoom(inCenter)">
                          <p:cBhvr>
                            <p:cTn id="84" dur="600"/>
                            <p:tgtEl>
                              <p:spTgt spid="582"/>
                            </p:tgtEl>
                          </p:cBhvr>
                        </p:animEffect>
                      </p:childTnLst>
                    </p:cTn>
                  </p:par>
                  <p:par>
                    <p:cTn id="85" presetID="10" presetClass="entr" presetSubtype="0" fill="hold" grpId="23" nodeType="withEffect">
                      <p:stCondLst>
                        <p:cond delay="2300"/>
                      </p:stCondLst>
                      <p:childTnLst>
                        <p:set>
                          <p:cBhvr>
                            <p:cTn id="86" dur="1" fill="hold"/>
                            <p:tgtEl>
                              <p:spTgt spid="583"/>
                            </p:tgtEl>
                            <p:attrNameLst>
                              <p:attrName>style.visibility</p:attrName>
                            </p:attrNameLst>
                          </p:cBhvr>
                          <p:to>
                            <p:strVal val="visible"/>
                          </p:to>
                        </p:set>
                        <p:animEffect transition="in" filter="dissolve">
                          <p:cBhvr>
                            <p:cTn id="87" dur="600"/>
                            <p:tgtEl>
                              <p:spTgt spid="583"/>
                            </p:tgtEl>
                          </p:cBhvr>
                        </p:animEffect>
                      </p:childTnLst>
                    </p:cTn>
                  </p:par>
                  <p:par>
                    <p:cTn id="88" presetID="10" presetClass="entr" presetSubtype="0" fill="hold" grpId="24" nodeType="withEffect">
                      <p:stCondLst>
                        <p:cond delay="2400"/>
                      </p:stCondLst>
                      <p:childTnLst>
                        <p:set>
                          <p:cBhvr>
                            <p:cTn id="89" dur="1" fill="hold"/>
                            <p:tgtEl>
                              <p:spTgt spid="584"/>
                            </p:tgtEl>
                            <p:attrNameLst>
                              <p:attrName>style.visibility</p:attrName>
                            </p:attrNameLst>
                          </p:cBhvr>
                          <p:to>
                            <p:strVal val="visible"/>
                          </p:to>
                        </p:set>
                        <p:animEffect transition="in" filter="zoom(inCenter)">
                          <p:cBhvr>
                            <p:cTn id="90" dur="600"/>
                            <p:tgtEl>
                              <p:spTgt spid="584"/>
                            </p:tgtEl>
                          </p:cBhvr>
                        </p:animEffect>
                      </p:childTnLst>
                    </p:cTn>
                  </p:par>
                  <p:par>
                    <p:cTn id="91" presetID="10" presetClass="entr" presetSubtype="0" fill="hold" grpId="25" nodeType="withEffect">
                      <p:stCondLst>
                        <p:cond delay="2500"/>
                      </p:stCondLst>
                      <p:childTnLst>
                        <p:set>
                          <p:cBhvr>
                            <p:cTn id="92" dur="1" fill="hold"/>
                            <p:tgtEl>
                              <p:spTgt spid="585"/>
                            </p:tgtEl>
                            <p:attrNameLst>
                              <p:attrName>style.visibility</p:attrName>
                            </p:attrNameLst>
                          </p:cBhvr>
                          <p:to>
                            <p:strVal val="visible"/>
                          </p:to>
                        </p:set>
                        <p:animEffect transition="in" filter="dissolve">
                          <p:cBhvr>
                            <p:cTn id="93" dur="600"/>
                            <p:tgtEl>
                              <p:spTgt spid="585"/>
                            </p:tgtEl>
                          </p:cBhvr>
                        </p:animEffect>
                      </p:childTnLst>
                    </p:cTn>
                  </p:par>
                  <p:par>
                    <p:cTn id="94" presetID="10" presetClass="entr" presetSubtype="0" fill="hold" grpId="26" nodeType="withEffect">
                      <p:stCondLst>
                        <p:cond delay="2600"/>
                      </p:stCondLst>
                      <p:childTnLst>
                        <p:set>
                          <p:cBhvr>
                            <p:cTn id="95" dur="1" fill="hold"/>
                            <p:tgtEl>
                              <p:spTgt spid="2"/>
                            </p:tgtEl>
                            <p:attrNameLst>
                              <p:attrName>style.visibility</p:attrName>
                            </p:attrNameLst>
                          </p:cBhvr>
                          <p:to>
                            <p:strVal val="visible"/>
                          </p:to>
                        </p:set>
                        <p:animEffect transition="in" filter="zoom(inCenter)">
                          <p:cBhvr>
                            <p:cTn id="96" dur="600"/>
                            <p:tgtEl>
                              <p:spTgt spid="2"/>
                            </p:tgtEl>
                          </p:cBhvr>
                        </p:animEffect>
                      </p:childTnLst>
                    </p:cTn>
                  </p:par>
                  <p:par>
                    <p:cTn id="97" presetID="10" presetClass="entr" presetSubtype="0" fill="hold" grpId="27" nodeType="withEffect">
                      <p:stCondLst>
                        <p:cond delay="2700"/>
                      </p:stCondLst>
                      <p:childTnLst>
                        <p:set>
                          <p:cBhvr>
                            <p:cTn id="98" dur="1" fill="hold"/>
                            <p:tgtEl>
                              <p:spTgt spid="3"/>
                            </p:tgtEl>
                            <p:attrNameLst>
                              <p:attrName>style.visibility</p:attrName>
                            </p:attrNameLst>
                          </p:cBhvr>
                          <p:to>
                            <p:strVal val="visible"/>
                          </p:to>
                        </p:set>
                        <p:animEffect transition="in" filter="dissolve">
                          <p:cBhvr>
                            <p:cTn id="99" dur="600"/>
                            <p:tgtEl>
                              <p:spTgt spid="3"/>
                            </p:tgtEl>
                          </p:cBhvr>
                        </p:animEffect>
                      </p:childTnLst>
                    </p:cTn>
                  </p:par>
                  <p:par>
                    <p:cTn id="100" presetID="10" presetClass="entr" presetSubtype="0" fill="hold" grpId="28" nodeType="withEffect">
                      <p:stCondLst>
                        <p:cond delay="2800"/>
                      </p:stCondLst>
                      <p:childTnLst>
                        <p:set>
                          <p:cBhvr>
                            <p:cTn id="101" dur="1" fill="hold"/>
                            <p:tgtEl>
                              <p:spTgt spid="4"/>
                            </p:tgtEl>
                            <p:attrNameLst>
                              <p:attrName>style.visibility</p:attrName>
                            </p:attrNameLst>
                          </p:cBhvr>
                          <p:to>
                            <p:strVal val="visible"/>
                          </p:to>
                        </p:set>
                        <p:animEffect transition="in" filter="zoom(inCenter)">
                          <p:cBhvr>
                            <p:cTn id="102" dur="600"/>
                            <p:tgtEl>
                              <p:spTgt spid="4"/>
                            </p:tgtEl>
                          </p:cBhvr>
                        </p:animEffect>
                      </p:childTnLst>
                    </p:cTn>
                  </p:par>
                  <p:par>
                    <p:cTn id="103" presetID="10" presetClass="entr" presetSubtype="0" fill="hold" grpId="29" nodeType="withEffect">
                      <p:stCondLst>
                        <p:cond delay="2900"/>
                      </p:stCondLst>
                      <p:childTnLst>
                        <p:set>
                          <p:cBhvr>
                            <p:cTn id="104" dur="1" fill="hold"/>
                            <p:tgtEl>
                              <p:spTgt spid="5"/>
                            </p:tgtEl>
                            <p:attrNameLst>
                              <p:attrName>style.visibility</p:attrName>
                            </p:attrNameLst>
                          </p:cBhvr>
                          <p:to>
                            <p:strVal val="visible"/>
                          </p:to>
                        </p:set>
                        <p:animEffect transition="in" filter="dissolve">
                          <p:cBhvr>
                            <p:cTn id="105" dur="600"/>
                            <p:tgtEl>
                              <p:spTgt spid="5"/>
                            </p:tgtEl>
                          </p:cBhvr>
                        </p:animEffect>
                      </p:childTnLst>
                    </p:cTn>
                  </p:par>
                  <p:par>
                    <p:cTn id="106" presetID="10" presetClass="entr" presetSubtype="0" fill="hold" grpId="30" nodeType="withEffect">
                      <p:stCondLst>
                        <p:cond delay="3000"/>
                      </p:stCondLst>
                      <p:childTnLst>
                        <p:set>
                          <p:cBhvr>
                            <p:cTn id="107" dur="1" fill="hold"/>
                            <p:tgtEl>
                              <p:spTgt spid="6"/>
                            </p:tgtEl>
                            <p:attrNameLst>
                              <p:attrName>style.visibility</p:attrName>
                            </p:attrNameLst>
                          </p:cBhvr>
                          <p:to>
                            <p:strVal val="visible"/>
                          </p:to>
                        </p:set>
                        <p:animEffect transition="in" filter="zoom(inCenter)">
                          <p:cBhvr>
                            <p:cTn id="108" dur="600"/>
                            <p:tgtEl>
                              <p:spTgt spid="6"/>
                            </p:tgtEl>
                          </p:cBhvr>
                        </p:animEffect>
                      </p:childTnLst>
                    </p:cTn>
                  </p:par>
                  <p:par>
                    <p:cTn id="109" presetID="10" presetClass="entr" presetSubtype="0" fill="hold" grpId="31" nodeType="withEffect">
                      <p:stCondLst>
                        <p:cond delay="3100"/>
                      </p:stCondLst>
                      <p:childTnLst>
                        <p:set>
                          <p:cBhvr>
                            <p:cTn id="110" dur="1" fill="hold"/>
                            <p:tgtEl>
                              <p:spTgt spid="7"/>
                            </p:tgtEl>
                            <p:attrNameLst>
                              <p:attrName>style.visibility</p:attrName>
                            </p:attrNameLst>
                          </p:cBhvr>
                          <p:to>
                            <p:strVal val="visible"/>
                          </p:to>
                        </p:set>
                        <p:animEffect transition="in" filter="dissolve">
                          <p:cBhvr>
                            <p:cTn id="111" dur="600"/>
                            <p:tgtEl>
                              <p:spTgt spid="7"/>
                            </p:tgtEl>
                          </p:cBhvr>
                        </p:animEffect>
                      </p:childTnLst>
                    </p:cTn>
                  </p:par>
                  <p:par>
                    <p:cTn id="112" presetID="10" presetClass="entr" presetSubtype="0" fill="hold" grpId="32" nodeType="withEffect">
                      <p:stCondLst>
                        <p:cond delay="3200"/>
                      </p:stCondLst>
                      <p:childTnLst>
                        <p:set>
                          <p:cBhvr>
                            <p:cTn id="113" dur="1" fill="hold"/>
                            <p:tgtEl>
                              <p:spTgt spid="8"/>
                            </p:tgtEl>
                            <p:attrNameLst>
                              <p:attrName>style.visibility</p:attrName>
                            </p:attrNameLst>
                          </p:cBhvr>
                          <p:to>
                            <p:strVal val="visible"/>
                          </p:to>
                        </p:set>
                        <p:animEffect transition="in" filter="zoom(inCenter)">
                          <p:cBhvr>
                            <p:cTn id="114" dur="600"/>
                            <p:tgtEl>
                              <p:spTgt spid="8"/>
                            </p:tgtEl>
                          </p:cBhvr>
                        </p:animEffect>
                      </p:childTnLst>
                    </p:cTn>
                  </p:par>
                  <p:par>
                    <p:cTn id="115" presetID="10" presetClass="entr" presetSubtype="0" fill="hold" grpId="33" nodeType="withEffect">
                      <p:stCondLst>
                        <p:cond delay="3300"/>
                      </p:stCondLst>
                      <p:childTnLst>
                        <p:set>
                          <p:cBhvr>
                            <p:cTn id="116" dur="1" fill="hold"/>
                            <p:tgtEl>
                              <p:spTgt spid="9"/>
                            </p:tgtEl>
                            <p:attrNameLst>
                              <p:attrName>style.visibility</p:attrName>
                            </p:attrNameLst>
                          </p:cBhvr>
                          <p:to>
                            <p:strVal val="visible"/>
                          </p:to>
                        </p:set>
                        <p:animEffect transition="in" filter="dissolve">
                          <p:cBhvr>
                            <p:cTn id="117" dur="600"/>
                            <p:tgtEl>
                              <p:spTgt spid="9"/>
                            </p:tgtEl>
                          </p:cBhvr>
                        </p:animEffect>
                      </p:childTnLst>
                    </p:cTn>
                  </p:par>
                  <p:par>
                    <p:cTn id="118" presetID="10" presetClass="entr" presetSubtype="0" fill="hold" grpId="34" nodeType="withEffect">
                      <p:stCondLst>
                        <p:cond delay="3400"/>
                      </p:stCondLst>
                      <p:childTnLst>
                        <p:set>
                          <p:cBhvr>
                            <p:cTn id="119" dur="1" fill="hold"/>
                            <p:tgtEl>
                              <p:spTgt spid="10"/>
                            </p:tgtEl>
                            <p:attrNameLst>
                              <p:attrName>style.visibility</p:attrName>
                            </p:attrNameLst>
                          </p:cBhvr>
                          <p:to>
                            <p:strVal val="visible"/>
                          </p:to>
                        </p:set>
                        <p:animEffect transition="in" filter="zoom(inCenter)">
                          <p:cBhvr>
                            <p:cTn id="120" dur="600"/>
                            <p:tgtEl>
                              <p:spTgt spid="10"/>
                            </p:tgtEl>
                          </p:cBhvr>
                        </p:animEffect>
                      </p:childTnLst>
                    </p:cTn>
                  </p:par>
                  <p:par>
                    <p:cTn id="121" presetID="10" presetClass="entr" presetSubtype="0" fill="hold" grpId="35" nodeType="withEffect">
                      <p:stCondLst>
                        <p:cond delay="3500"/>
                      </p:stCondLst>
                      <p:childTnLst>
                        <p:set>
                          <p:cBhvr>
                            <p:cTn id="122" dur="1" fill="hold"/>
                            <p:tgtEl>
                              <p:spTgt spid="11"/>
                            </p:tgtEl>
                            <p:attrNameLst>
                              <p:attrName>style.visibility</p:attrName>
                            </p:attrNameLst>
                          </p:cBhvr>
                          <p:to>
                            <p:strVal val="visible"/>
                          </p:to>
                        </p:set>
                        <p:animEffect transition="in" filter="dissolve">
                          <p:cBhvr>
                            <p:cTn id="123" dur="600"/>
                            <p:tgtEl>
                              <p:spTgt spid="11"/>
                            </p:tgtEl>
                          </p:cBhvr>
                        </p:animEffect>
                      </p:childTnLst>
                    </p:cTn>
                  </p:par>
                  <p:par>
                    <p:cTn id="124" presetID="10" presetClass="entr" presetSubtype="0" fill="hold" grpId="36" nodeType="withEffect">
                      <p:stCondLst>
                        <p:cond delay="3600"/>
                      </p:stCondLst>
                      <p:childTnLst>
                        <p:set>
                          <p:cBhvr>
                            <p:cTn id="125" dur="1" fill="hold"/>
                            <p:tgtEl>
                              <p:spTgt spid="12"/>
                            </p:tgtEl>
                            <p:attrNameLst>
                              <p:attrName>style.visibility</p:attrName>
                            </p:attrNameLst>
                          </p:cBhvr>
                          <p:to>
                            <p:strVal val="visible"/>
                          </p:to>
                        </p:set>
                        <p:animEffect transition="in" filter="zoom(inCenter)">
                          <p:cBhvr>
                            <p:cTn id="126" dur="600"/>
                            <p:tgtEl>
                              <p:spTgt spid="12"/>
                            </p:tgtEl>
                          </p:cBhvr>
                        </p:animEffect>
                      </p:childTnLst>
                    </p:cTn>
                  </p:par>
                  <p:par>
                    <p:cTn id="127" presetID="10" presetClass="entr" presetSubtype="0" fill="hold" grpId="37" nodeType="withEffect">
                      <p:stCondLst>
                        <p:cond delay="3700"/>
                      </p:stCondLst>
                      <p:childTnLst>
                        <p:set>
                          <p:cBhvr>
                            <p:cTn id="128" dur="1" fill="hold"/>
                            <p:tgtEl>
                              <p:spTgt spid="13"/>
                            </p:tgtEl>
                            <p:attrNameLst>
                              <p:attrName>style.visibility</p:attrName>
                            </p:attrNameLst>
                          </p:cBhvr>
                          <p:to>
                            <p:strVal val="visible"/>
                          </p:to>
                        </p:set>
                        <p:animEffect transition="in" filter="dissolve">
                          <p:cBhvr>
                            <p:cTn id="129" dur="600"/>
                            <p:tgtEl>
                              <p:spTgt spid="13"/>
                            </p:tgtEl>
                          </p:cBhvr>
                        </p:animEffect>
                      </p:childTnLst>
                    </p:cTn>
                  </p:par>
                  <p:par>
                    <p:cTn id="130" presetID="10" presetClass="entr" presetSubtype="0" fill="hold" grpId="38" nodeType="withEffect">
                      <p:stCondLst>
                        <p:cond delay="3800"/>
                      </p:stCondLst>
                      <p:childTnLst>
                        <p:set>
                          <p:cBhvr>
                            <p:cTn id="131" dur="1" fill="hold"/>
                            <p:tgtEl>
                              <p:spTgt spid="14"/>
                            </p:tgtEl>
                            <p:attrNameLst>
                              <p:attrName>style.visibility</p:attrName>
                            </p:attrNameLst>
                          </p:cBhvr>
                          <p:to>
                            <p:strVal val="visible"/>
                          </p:to>
                        </p:set>
                        <p:animEffect transition="in" filter="zoom(inCenter)">
                          <p:cBhvr>
                            <p:cTn id="132" dur="600"/>
                            <p:tgtEl>
                              <p:spTgt spid="14"/>
                            </p:tgtEl>
                          </p:cBhvr>
                        </p:animEffect>
                      </p:childTnLst>
                    </p:cTn>
                  </p:par>
                  <p:par>
                    <p:cTn id="133" presetID="10" presetClass="entr" presetSubtype="0" fill="hold" grpId="39" nodeType="withEffect">
                      <p:stCondLst>
                        <p:cond delay="3900"/>
                      </p:stCondLst>
                      <p:childTnLst>
                        <p:set>
                          <p:cBhvr>
                            <p:cTn id="134" dur="1" fill="hold"/>
                            <p:tgtEl>
                              <p:spTgt spid="15"/>
                            </p:tgtEl>
                            <p:attrNameLst>
                              <p:attrName>style.visibility</p:attrName>
                            </p:attrNameLst>
                          </p:cBhvr>
                          <p:to>
                            <p:strVal val="visible"/>
                          </p:to>
                        </p:set>
                        <p:animEffect transition="in" filter="dissolve">
                          <p:cBhvr>
                            <p:cTn id="135" dur="600"/>
                            <p:tgtEl>
                              <p:spTgt spid="15"/>
                            </p:tgtEl>
                          </p:cBhvr>
                        </p:animEffect>
                      </p:childTnLst>
                    </p:cTn>
                  </p:par>
                  <p:par>
                    <p:cTn id="136" presetID="10" presetClass="entr" presetSubtype="0" fill="hold" grpId="40" nodeType="withEffect">
                      <p:stCondLst>
                        <p:cond delay="4000"/>
                      </p:stCondLst>
                      <p:childTnLst>
                        <p:set>
                          <p:cBhvr>
                            <p:cTn id="137" dur="1" fill="hold"/>
                            <p:tgtEl>
                              <p:spTgt spid="16"/>
                            </p:tgtEl>
                            <p:attrNameLst>
                              <p:attrName>style.visibility</p:attrName>
                            </p:attrNameLst>
                          </p:cBhvr>
                          <p:to>
                            <p:strVal val="visible"/>
                          </p:to>
                        </p:set>
                        <p:animEffect transition="in" filter="zoom(inCenter)">
                          <p:cBhvr>
                            <p:cTn id="138" dur="600"/>
                            <p:tgtEl>
                              <p:spTgt spid="16"/>
                            </p:tgtEl>
                          </p:cBhvr>
                        </p:animEffect>
                      </p:childTnLst>
                    </p:cTn>
                  </p:par>
                  <p:par>
                    <p:cTn id="139" presetID="10" presetClass="entr" presetSubtype="0" fill="hold" grpId="41" nodeType="withEffect">
                      <p:stCondLst>
                        <p:cond delay="4100"/>
                      </p:stCondLst>
                      <p:childTnLst>
                        <p:set>
                          <p:cBhvr>
                            <p:cTn id="140" dur="1" fill="hold"/>
                            <p:tgtEl>
                              <p:spTgt spid="17"/>
                            </p:tgtEl>
                            <p:attrNameLst>
                              <p:attrName>style.visibility</p:attrName>
                            </p:attrNameLst>
                          </p:cBhvr>
                          <p:to>
                            <p:strVal val="visible"/>
                          </p:to>
                        </p:set>
                        <p:animEffect transition="in" filter="dissolve">
                          <p:cBhvr>
                            <p:cTn id="141" dur="600"/>
                            <p:tgtEl>
                              <p:spTgt spid="17"/>
                            </p:tgtEl>
                          </p:cBhvr>
                        </p:animEffect>
                      </p:childTnLst>
                    </p:cTn>
                  </p:par>
                </p:childTnLst>
              </p:cTn>
            </p:par>
          </p:childTnLst>
        </p:cTn>
      </p:par>
    </p:tnLst>
    <p:bldLst>
      <p:bldP spid="560" grpId="0" uiExpand="1" build="p"/>
      <p:bldP spid="561" grpId="1" uiExpand="1" build="p"/>
      <p:bldP spid="562" grpId="2" uiExpand="1" build="p"/>
      <p:bldP spid="563" grpId="3" uiExpand="1" build="p"/>
      <p:bldP spid="564" grpId="4" uiExpand="1" build="p"/>
      <p:bldP spid="565" grpId="5" uiExpand="1" build="p"/>
      <p:bldP spid="566" grpId="6" uiExpand="1" build="p"/>
      <p:bldP spid="567" grpId="7" uiExpand="1" build="p"/>
      <p:bldP spid="568" grpId="8" uiExpand="1" build="p"/>
      <p:bldP spid="569" grpId="9" uiExpand="1" build="p"/>
      <p:bldP spid="570" grpId="10" uiExpand="1" build="p"/>
      <p:bldP spid="571" grpId="11" uiExpand="1" build="p"/>
      <p:bldP spid="572" grpId="12" uiExpand="1" build="p"/>
      <p:bldP spid="573" grpId="13" uiExpand="1" build="p"/>
      <p:bldP spid="574" grpId="14" uiExpand="1" build="p"/>
      <p:bldP spid="575" grpId="15" uiExpand="1" build="p"/>
      <p:bldP spid="576" grpId="16" uiExpand="1" build="p"/>
      <p:bldP spid="577" grpId="17" uiExpand="1" build="p"/>
      <p:bldP spid="578" grpId="18" uiExpand="1" build="p"/>
      <p:bldP spid="579" grpId="19" uiExpand="1" build="p"/>
      <p:bldP spid="580" grpId="20" uiExpand="1" build="p"/>
      <p:bldP spid="581" grpId="21" uiExpand="1" build="p"/>
      <p:bldP spid="582" grpId="22" uiExpand="1" build="p"/>
      <p:bldP spid="583" grpId="23" uiExpand="1" build="p"/>
      <p:bldP spid="584" grpId="24" uiExpand="1" build="p"/>
      <p:bldP spid="585" grpId="25" uiExpand="1" build="p"/>
      <p:bldP spid="2" grpId="26" uiExpand="1" build="p"/>
      <p:bldP spid="3" grpId="27" uiExpand="1" build="p"/>
      <p:bldP spid="4" grpId="28" uiExpand="1" build="p"/>
      <p:bldP spid="5" grpId="29" uiExpand="1" build="p"/>
      <p:bldP spid="6" grpId="30" uiExpand="1" build="p"/>
      <p:bldP spid="7" grpId="31" uiExpand="1" build="p"/>
      <p:bldP spid="8" grpId="32" uiExpand="1" build="p"/>
      <p:bldP spid="9" grpId="33" uiExpand="1" build="p"/>
      <p:bldP spid="10" grpId="34" uiExpand="1" build="p"/>
      <p:bldP spid="11" grpId="35" uiExpand="1" build="p"/>
      <p:bldP spid="12" grpId="36" uiExpand="1" build="p"/>
      <p:bldP spid="13" grpId="37" uiExpand="1" build="p"/>
      <p:bldP spid="14" grpId="38" uiExpand="1" build="p"/>
      <p:bldP spid="15" grpId="39" uiExpand="1" build="p"/>
      <p:bldP spid="16" grpId="40" uiExpand="1" build="p"/>
      <p:bldP spid="17" grpId="41"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D1117"/>
        </a:solidFill>
        <a:effectLst/>
      </p:bgPr>
    </p:bg>
    <p:spTree>
      <p:nvGrpSpPr>
        <p:cNvPr id="1" name=""/>
        <p:cNvGrpSpPr/>
        <p:nvPr/>
      </p:nvGrpSpPr>
      <p:grpSpPr>
        <a:xfrm>
          <a:off x="0" y="0"/>
          <a:ext cx="0" cy="0"/>
          <a:chOff x="0" y="0"/>
          <a:chExt cx="0" cy="0"/>
        </a:xfrm>
      </p:grpSpPr>
      <p:sp>
        <p:nvSpPr>
          <p:cNvPr id="580" name="d580"/>
          <p:cNvSpPr/>
          <p:nvPr/>
        </p:nvSpPr>
        <p:spPr>
          <a:xfrm>
            <a:off x="914400" y="1200150"/>
            <a:ext cx="2743200" cy="2743200"/>
          </a:xfrm>
          <a:prstGeom prst="ellipse">
            <a:avLst/>
          </a:prstGeom>
          <a:noFill/>
          <a:ln w="20000">
            <a:solidFill>
              <a:srgbClr val="00BCD4">
                <a:alpha val="7000"/>
              </a:srgbClr>
            </a:solidFill>
          </a:ln>
          <a:effectLst>
            <a:glow rad="200000">
              <a:srgbClr val="00BCD4">
                <a:alpha val="37000"/>
              </a:srgbClr>
            </a:glow>
          </a:effectLst>
        </p:spPr>
      </p:sp>
      <p:sp>
        <p:nvSpPr>
          <p:cNvPr id="581" name="d581"/>
          <p:cNvSpPr/>
          <p:nvPr/>
        </p:nvSpPr>
        <p:spPr>
          <a:xfrm>
            <a:off x="5486400" y="1200150"/>
            <a:ext cx="2743200" cy="2743200"/>
          </a:xfrm>
          <a:prstGeom prst="ellipse">
            <a:avLst/>
          </a:prstGeom>
          <a:noFill/>
          <a:ln w="20000">
            <a:solidFill>
              <a:srgbClr val="FF6D00">
                <a:alpha val="7000"/>
              </a:srgbClr>
            </a:solidFill>
          </a:ln>
          <a:effectLst>
            <a:glow rad="200000">
              <a:srgbClr val="FF6D00">
                <a:alpha val="37000"/>
              </a:srgbClr>
            </a:glow>
          </a:effectLst>
        </p:spPr>
      </p:sp>
      <p:sp>
        <p:nvSpPr>
          <p:cNvPr id="582" name="d582"/>
          <p:cNvSpPr/>
          <p:nvPr/>
        </p:nvSpPr>
        <p:spPr>
          <a:xfrm>
            <a:off x="228600" y="457200"/>
            <a:ext cx="914400" cy="1371600"/>
          </a:xfrm>
          <a:prstGeom prst="leftBrace">
            <a:avLst/>
          </a:prstGeom>
          <a:solidFill>
            <a:srgbClr val="FFFFFF">
              <a:alpha val="8000"/>
            </a:srgbClr>
          </a:solidFill>
          <a:ln>
            <a:noFill/>
          </a:ln>
        </p:spPr>
      </p:sp>
      <p:sp>
        <p:nvSpPr>
          <p:cNvPr id="583" name="d583"/>
          <p:cNvSpPr/>
          <p:nvPr/>
        </p:nvSpPr>
        <p:spPr>
          <a:xfrm>
            <a:off x="8001000" y="457200"/>
            <a:ext cx="914400" cy="1371600"/>
          </a:xfrm>
          <a:prstGeom prst="rightBrace">
            <a:avLst/>
          </a:prstGeom>
          <a:solidFill>
            <a:srgbClr val="FF6D00">
              <a:alpha val="8000"/>
            </a:srgbClr>
          </a:solidFill>
          <a:ln>
            <a:noFill/>
          </a:ln>
        </p:spPr>
      </p:sp>
      <p:sp>
        <p:nvSpPr>
          <p:cNvPr id="584" name="d584"/>
          <p:cNvSpPr/>
          <p:nvPr/>
        </p:nvSpPr>
        <p:spPr>
          <a:xfrm>
            <a:off x="-1828800" y="742950"/>
            <a:ext cx="3657600" cy="3657600"/>
          </a:xfrm>
          <a:prstGeom prst="ellipse">
            <a:avLst/>
          </a:prstGeom>
          <a:solidFill>
            <a:srgbClr val="00BCD4">
              <a:alpha val="5000"/>
            </a:srgbClr>
          </a:solidFill>
          <a:ln>
            <a:noFill/>
          </a:ln>
        </p:spPr>
      </p:sp>
      <p:sp>
        <p:nvSpPr>
          <p:cNvPr id="585" name="d585"/>
          <p:cNvSpPr/>
          <p:nvPr/>
        </p:nvSpPr>
        <p:spPr>
          <a:xfrm>
            <a:off x="7315200" y="742950"/>
            <a:ext cx="3657600" cy="3657600"/>
          </a:xfrm>
          <a:prstGeom prst="ellipse">
            <a:avLst/>
          </a:prstGeom>
          <a:solidFill>
            <a:srgbClr val="FF6D00">
              <a:alpha val="5000"/>
            </a:srgbClr>
          </a:solidFill>
          <a:ln>
            <a:noFill/>
          </a:ln>
        </p:spPr>
      </p:sp>
      <p:sp>
        <p:nvSpPr>
          <p:cNvPr id="586" name="d586"/>
          <p:cNvSpPr/>
          <p:nvPr/>
        </p:nvSpPr>
        <p:spPr>
          <a:xfrm>
            <a:off x="3200400" y="-1371600"/>
            <a:ext cx="2743200" cy="2743200"/>
          </a:xfrm>
          <a:prstGeom prst="ellipse">
            <a:avLst/>
          </a:prstGeom>
          <a:solidFill>
            <a:srgbClr val="9C27B0">
              <a:alpha val="4000"/>
            </a:srgbClr>
          </a:solidFill>
          <a:ln>
            <a:noFill/>
          </a:ln>
        </p:spPr>
      </p:sp>
      <p:sp>
        <p:nvSpPr>
          <p:cNvPr id="587" name="d587"/>
          <p:cNvSpPr/>
          <p:nvPr/>
        </p:nvSpPr>
        <p:spPr>
          <a:xfrm>
            <a:off x="457200" y="742950"/>
            <a:ext cx="3657600" cy="3657600"/>
          </a:xfrm>
          <a:prstGeom prst="hexagon">
            <a:avLst/>
          </a:prstGeom>
          <a:noFill/>
          <a:ln w="25400">
            <a:solidFill>
              <a:srgbClr val="00BCD4">
                <a:alpha val="7000"/>
              </a:srgbClr>
            </a:solidFill>
          </a:ln>
          <a:effectLst>
            <a:glow rad="200000">
              <a:srgbClr val="00BCD4">
                <a:alpha val="27000"/>
              </a:srgbClr>
            </a:glow>
          </a:effectLst>
        </p:spPr>
      </p:sp>
      <p:sp>
        <p:nvSpPr>
          <p:cNvPr id="588" name="d588"/>
          <p:cNvSpPr/>
          <p:nvPr/>
        </p:nvSpPr>
        <p:spPr>
          <a:xfrm>
            <a:off x="5029200" y="742950"/>
            <a:ext cx="3657600" cy="3657600"/>
          </a:xfrm>
          <a:prstGeom prst="hexagon">
            <a:avLst/>
          </a:prstGeom>
          <a:noFill/>
          <a:ln w="25400">
            <a:solidFill>
              <a:srgbClr val="FF6D00">
                <a:alpha val="7000"/>
              </a:srgbClr>
            </a:solidFill>
          </a:ln>
          <a:effectLst>
            <a:glow rad="200000">
              <a:srgbClr val="FF6D00">
                <a:alpha val="27000"/>
              </a:srgbClr>
            </a:glow>
          </a:effectLst>
        </p:spPr>
      </p:sp>
      <p:sp>
        <p:nvSpPr>
          <p:cNvPr id="589" name="d589"/>
          <p:cNvSpPr/>
          <p:nvPr/>
        </p:nvSpPr>
        <p:spPr>
          <a:xfrm>
            <a:off x="1828800" y="-171450"/>
            <a:ext cx="5486400" cy="5486400"/>
          </a:xfrm>
          <a:prstGeom prst="hexagon">
            <a:avLst/>
          </a:prstGeom>
          <a:noFill/>
          <a:ln w="25400">
            <a:solidFill>
              <a:srgbClr val="FFFFFF">
                <a:alpha val="3000"/>
              </a:srgbClr>
            </a:solidFill>
          </a:ln>
          <a:effectLst>
            <a:glow rad="200000">
              <a:srgbClr val="FFFFFF">
                <a:alpha val="23000"/>
              </a:srgbClr>
            </a:glow>
          </a:effectLst>
        </p:spPr>
      </p:sp>
      <p:sp>
        <p:nvSpPr>
          <p:cNvPr id="590" name="d590"/>
          <p:cNvSpPr/>
          <p:nvPr/>
        </p:nvSpPr>
        <p:spPr>
          <a:xfrm>
            <a:off x="4552000" y="437200"/>
            <a:ext cx="40000" cy="40000"/>
          </a:xfrm>
          <a:prstGeom prst="ellipse">
            <a:avLst/>
          </a:prstGeom>
          <a:solidFill>
            <a:srgbClr val="FFFFFF">
              <a:alpha val="10000"/>
            </a:srgbClr>
          </a:solidFill>
          <a:ln>
            <a:noFill/>
          </a:ln>
        </p:spPr>
      </p:sp>
      <p:sp>
        <p:nvSpPr>
          <p:cNvPr id="591" name="d591"/>
          <p:cNvSpPr/>
          <p:nvPr/>
        </p:nvSpPr>
        <p:spPr>
          <a:xfrm>
            <a:off x="4552000" y="1294450"/>
            <a:ext cx="40000" cy="40000"/>
          </a:xfrm>
          <a:prstGeom prst="ellipse">
            <a:avLst/>
          </a:prstGeom>
          <a:solidFill>
            <a:srgbClr val="FFFFFF">
              <a:alpha val="10000"/>
            </a:srgbClr>
          </a:solidFill>
          <a:ln>
            <a:noFill/>
          </a:ln>
        </p:spPr>
      </p:sp>
      <p:sp>
        <p:nvSpPr>
          <p:cNvPr id="592" name="d592"/>
          <p:cNvSpPr/>
          <p:nvPr/>
        </p:nvSpPr>
        <p:spPr>
          <a:xfrm>
            <a:off x="4552000" y="2151700"/>
            <a:ext cx="40000" cy="40000"/>
          </a:xfrm>
          <a:prstGeom prst="ellipse">
            <a:avLst/>
          </a:prstGeom>
          <a:solidFill>
            <a:srgbClr val="FFFFFF">
              <a:alpha val="10000"/>
            </a:srgbClr>
          </a:solidFill>
          <a:ln>
            <a:noFill/>
          </a:ln>
        </p:spPr>
      </p:sp>
      <p:sp>
        <p:nvSpPr>
          <p:cNvPr id="593" name="d593"/>
          <p:cNvSpPr/>
          <p:nvPr/>
        </p:nvSpPr>
        <p:spPr>
          <a:xfrm>
            <a:off x="4552000" y="3008950"/>
            <a:ext cx="40000" cy="40000"/>
          </a:xfrm>
          <a:prstGeom prst="ellipse">
            <a:avLst/>
          </a:prstGeom>
          <a:solidFill>
            <a:srgbClr val="FFFFFF">
              <a:alpha val="10000"/>
            </a:srgbClr>
          </a:solidFill>
          <a:ln>
            <a:noFill/>
          </a:ln>
        </p:spPr>
      </p:sp>
      <p:sp>
        <p:nvSpPr>
          <p:cNvPr id="594" name="d594"/>
          <p:cNvSpPr/>
          <p:nvPr/>
        </p:nvSpPr>
        <p:spPr>
          <a:xfrm>
            <a:off x="4552000" y="3866200"/>
            <a:ext cx="40000" cy="40000"/>
          </a:xfrm>
          <a:prstGeom prst="ellipse">
            <a:avLst/>
          </a:prstGeom>
          <a:solidFill>
            <a:srgbClr val="FFFFFF">
              <a:alpha val="10000"/>
            </a:srgbClr>
          </a:solidFill>
          <a:ln>
            <a:noFill/>
          </a:ln>
        </p:spPr>
      </p:sp>
      <p:sp>
        <p:nvSpPr>
          <p:cNvPr id="595" name="d595"/>
          <p:cNvSpPr/>
          <p:nvPr/>
        </p:nvSpPr>
        <p:spPr>
          <a:xfrm>
            <a:off x="4552000" y="4723450"/>
            <a:ext cx="40000" cy="40000"/>
          </a:xfrm>
          <a:prstGeom prst="ellipse">
            <a:avLst/>
          </a:prstGeom>
          <a:solidFill>
            <a:srgbClr val="FFFFFF">
              <a:alpha val="10000"/>
            </a:srgbClr>
          </a:solidFill>
          <a:ln>
            <a:noFill/>
          </a:ln>
        </p:spPr>
      </p:sp>
      <p:sp>
        <p:nvSpPr>
          <p:cNvPr id="596" name="d596"/>
          <p:cNvSpPr/>
          <p:nvPr/>
        </p:nvSpPr>
        <p:spPr>
          <a:xfrm>
            <a:off x="304800" y="304800"/>
            <a:ext cx="304800" cy="304800"/>
          </a:xfrm>
          <a:prstGeom prst="star5">
            <a:avLst/>
          </a:prstGeom>
          <a:solidFill>
            <a:srgbClr val="00BCD4">
              <a:alpha val="20000"/>
            </a:srgbClr>
          </a:solidFill>
          <a:ln>
            <a:noFill/>
          </a:ln>
          <a:effectLst>
            <a:glow rad="101600">
              <a:srgbClr val="00BCD4">
                <a:alpha val="40000"/>
              </a:srgbClr>
            </a:glow>
          </a:effectLst>
        </p:spPr>
      </p:sp>
      <p:sp>
        <p:nvSpPr>
          <p:cNvPr id="597" name="d597"/>
          <p:cNvSpPr/>
          <p:nvPr/>
        </p:nvSpPr>
        <p:spPr>
          <a:xfrm>
            <a:off x="8534400" y="4533900"/>
            <a:ext cx="304800" cy="304800"/>
          </a:xfrm>
          <a:prstGeom prst="star5">
            <a:avLst/>
          </a:prstGeom>
          <a:solidFill>
            <a:srgbClr val="FF6D00">
              <a:alpha val="20000"/>
            </a:srgbClr>
          </a:solidFill>
          <a:ln>
            <a:noFill/>
          </a:ln>
          <a:effectLst>
            <a:glow rad="101600">
              <a:srgbClr val="FF6D00">
                <a:alpha val="40000"/>
              </a:srgbClr>
            </a:glow>
          </a:effectLst>
        </p:spPr>
      </p:sp>
      <p:sp>
        <p:nvSpPr>
          <p:cNvPr id="598" name="d598"/>
          <p:cNvSpPr/>
          <p:nvPr/>
        </p:nvSpPr>
        <p:spPr>
          <a:xfrm>
            <a:off x="4457700" y="114300"/>
            <a:ext cx="228600" cy="228600"/>
          </a:xfrm>
          <a:prstGeom prst="star4">
            <a:avLst/>
          </a:prstGeom>
          <a:solidFill>
            <a:srgbClr val="FFFFFF">
              <a:alpha val="15000"/>
            </a:srgbClr>
          </a:solidFill>
          <a:ln>
            <a:noFill/>
          </a:ln>
          <a:effectLst>
            <a:glow rad="76200">
              <a:srgbClr val="FFFFFF">
                <a:alpha val="35000"/>
              </a:srgbClr>
            </a:glow>
          </a:effectLst>
        </p:spPr>
      </p:sp>
      <p:sp>
        <p:nvSpPr>
          <p:cNvPr id="599" name="d599"/>
          <p:cNvSpPr/>
          <p:nvPr/>
        </p:nvSpPr>
        <p:spPr>
          <a:xfrm>
            <a:off x="274800" y="274800"/>
            <a:ext cx="60000" cy="60000"/>
          </a:xfrm>
          <a:prstGeom prst="ellipse">
            <a:avLst/>
          </a:prstGeom>
          <a:solidFill>
            <a:srgbClr val="00BCD4">
              <a:alpha val="80000"/>
            </a:srgbClr>
          </a:solidFill>
          <a:ln>
            <a:noFill/>
          </a:ln>
        </p:spPr>
      </p:sp>
      <p:sp>
        <p:nvSpPr>
          <p:cNvPr id="600" name="d600"/>
          <p:cNvSpPr/>
          <p:nvPr/>
        </p:nvSpPr>
        <p:spPr>
          <a:xfrm>
            <a:off x="1798800" y="198600"/>
            <a:ext cx="60000" cy="60000"/>
          </a:xfrm>
          <a:prstGeom prst="ellipse">
            <a:avLst/>
          </a:prstGeom>
          <a:solidFill>
            <a:srgbClr val="FFFFFF">
              <a:alpha val="60000"/>
            </a:srgbClr>
          </a:solidFill>
          <a:ln>
            <a:noFill/>
          </a:ln>
        </p:spPr>
      </p:sp>
      <p:sp>
        <p:nvSpPr>
          <p:cNvPr id="601" name="d601"/>
          <p:cNvSpPr/>
          <p:nvPr/>
        </p:nvSpPr>
        <p:spPr>
          <a:xfrm>
            <a:off x="7285200" y="198600"/>
            <a:ext cx="60000" cy="60000"/>
          </a:xfrm>
          <a:prstGeom prst="ellipse">
            <a:avLst/>
          </a:prstGeom>
          <a:solidFill>
            <a:srgbClr val="FF6D00">
              <a:alpha val="70000"/>
            </a:srgbClr>
          </a:solidFill>
          <a:ln>
            <a:noFill/>
          </a:ln>
        </p:spPr>
      </p:sp>
      <p:sp>
        <p:nvSpPr>
          <p:cNvPr id="602" name="d602"/>
          <p:cNvSpPr/>
          <p:nvPr/>
        </p:nvSpPr>
        <p:spPr>
          <a:xfrm>
            <a:off x="8809200" y="274800"/>
            <a:ext cx="60000" cy="60000"/>
          </a:xfrm>
          <a:prstGeom prst="ellipse">
            <a:avLst/>
          </a:prstGeom>
          <a:solidFill>
            <a:srgbClr val="FF6D00">
              <a:alpha val="80000"/>
            </a:srgbClr>
          </a:solidFill>
          <a:ln>
            <a:noFill/>
          </a:ln>
        </p:spPr>
      </p:sp>
      <p:sp>
        <p:nvSpPr>
          <p:cNvPr id="603" name="d603"/>
          <p:cNvSpPr/>
          <p:nvPr/>
        </p:nvSpPr>
        <p:spPr>
          <a:xfrm>
            <a:off x="198600" y="2541750"/>
            <a:ext cx="60000" cy="60000"/>
          </a:xfrm>
          <a:prstGeom prst="ellipse">
            <a:avLst/>
          </a:prstGeom>
          <a:solidFill>
            <a:srgbClr val="2196F3">
              <a:alpha val="60000"/>
            </a:srgbClr>
          </a:solidFill>
          <a:ln>
            <a:noFill/>
          </a:ln>
        </p:spPr>
      </p:sp>
      <p:sp>
        <p:nvSpPr>
          <p:cNvPr id="604" name="d604"/>
          <p:cNvSpPr/>
          <p:nvPr/>
        </p:nvSpPr>
        <p:spPr>
          <a:xfrm>
            <a:off x="8885400" y="1684500"/>
            <a:ext cx="60000" cy="60000"/>
          </a:xfrm>
          <a:prstGeom prst="ellipse">
            <a:avLst/>
          </a:prstGeom>
          <a:solidFill>
            <a:srgbClr val="00BCD4">
              <a:alpha val="70000"/>
            </a:srgbClr>
          </a:solidFill>
          <a:ln>
            <a:noFill/>
          </a:ln>
        </p:spPr>
      </p:sp>
      <p:sp>
        <p:nvSpPr>
          <p:cNvPr id="605" name="d605"/>
          <p:cNvSpPr/>
          <p:nvPr/>
        </p:nvSpPr>
        <p:spPr>
          <a:xfrm>
            <a:off x="2256000" y="4808700"/>
            <a:ext cx="60000" cy="60000"/>
          </a:xfrm>
          <a:prstGeom prst="ellipse">
            <a:avLst/>
          </a:prstGeom>
          <a:solidFill>
            <a:srgbClr val="00BCD4">
              <a:alpha val="70000"/>
            </a:srgbClr>
          </a:solidFill>
          <a:ln>
            <a:noFill/>
          </a:ln>
        </p:spPr>
      </p:sp>
      <p:sp>
        <p:nvSpPr>
          <p:cNvPr id="606" name="d606"/>
          <p:cNvSpPr/>
          <p:nvPr/>
        </p:nvSpPr>
        <p:spPr>
          <a:xfrm>
            <a:off x="6828000" y="4808700"/>
            <a:ext cx="60000" cy="60000"/>
          </a:xfrm>
          <a:prstGeom prst="ellipse">
            <a:avLst/>
          </a:prstGeom>
          <a:solidFill>
            <a:srgbClr val="FF6D00">
              <a:alpha val="7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pitchFamily="34" charset="0"/>
                <a:ea typeface="Arial" pitchFamily="34" charset="-122"/>
                <a:cs typeface="Arial" pitchFamily="34" charset="-120"/>
              </a:rPr>
              <a:t>QUICK CHAT TRANSLATIONS</a:t>
            </a:r>
            <a:endParaRPr lang="en-US" sz="3600"/>
          </a:p>
        </p:txBody>
      </p:sp>
      <p:sp>
        <p:nvSpPr>
          <p:cNvPr id="3" name="Text 1"/>
          <p:cNvSpPr/>
          <p:nvPr/>
        </p:nvSpPr>
        <p:spPr>
          <a:xfrm>
            <a:off x="457200" y="822960"/>
            <a:ext cx="8229600" cy="365760"/>
          </a:xfrm>
          <a:prstGeom prst="rect">
            <a:avLst/>
          </a:prstGeom>
          <a:noFill/>
          <a:ln/>
        </p:spPr>
        <p:txBody>
          <a:bodyPr wrap="square" lIns="0" tIns="0" rIns="0" bIns="0" rtlCol="0" anchor="ctr"/>
          <a:lstStyle/>
          <a:p>
            <a:pPr marL="0" indent="0" algn="l">
              <a:buNone/>
            </a:pPr>
            <a:r>
              <a:rPr lang="en-US" sz="1400" i="1">
                <a:solidFill>
                  <a:srgbClr val="B0BEC5"/>
                </a:solidFill>
                <a:latin typeface="Arial" pitchFamily="34" charset="0"/>
                <a:ea typeface="Arial" pitchFamily="34" charset="-122"/>
                <a:cs typeface="Arial" pitchFamily="34" charset="-120"/>
              </a:rPr>
              <a:t>What he types vs. what he means</a:t>
            </a:r>
            <a:endParaRPr lang="en-US" sz="1400"/>
          </a:p>
        </p:txBody>
      </p:sp>
      <p:sp>
        <p:nvSpPr>
          <p:cNvPr id="4" name="Shape 2"/>
          <p:cNvSpPr/>
          <p:nvPr/>
        </p:nvSpPr>
        <p:spPr>
          <a:xfrm>
            <a:off x="457200" y="1280160"/>
            <a:ext cx="3840480" cy="411480"/>
          </a:xfrm>
          <a:prstGeom prst="roundRect">
            <a:avLst>
              <a:gd name="adj" fmla="val 11111"/>
            </a:avLst>
          </a:prstGeom>
          <a:solidFill>
            <a:srgbClr val="2196F3"/>
          </a:solidFill>
          <a:ln/>
        </p:spPr>
      </p:sp>
      <p:sp>
        <p:nvSpPr>
          <p:cNvPr id="5" name="Text 3"/>
          <p:cNvSpPr/>
          <p:nvPr/>
        </p:nvSpPr>
        <p:spPr>
          <a:xfrm>
            <a:off x="457200" y="1280160"/>
            <a:ext cx="3840480" cy="411480"/>
          </a:xfrm>
          <a:prstGeom prst="rect">
            <a:avLst/>
          </a:prstGeom>
          <a:noFill/>
          <a:ln/>
        </p:spPr>
        <p:txBody>
          <a:bodyPr wrap="square" lIns="0" tIns="0" rIns="0" bIns="0" rtlCol="0" anchor="ctr"/>
          <a:lstStyle/>
          <a:p>
            <a:pPr marL="0" indent="0" algn="ctr">
              <a:buNone/>
            </a:pPr>
            <a:r>
              <a:rPr lang="en-US" sz="1300" b="1">
                <a:solidFill>
                  <a:srgbClr val="FFFFFF"/>
                </a:solidFill>
                <a:latin typeface="Arial" pitchFamily="34" charset="0"/>
                <a:ea typeface="Arial" pitchFamily="34" charset="-122"/>
                <a:cs typeface="Arial" pitchFamily="34" charset="-120"/>
              </a:rPr>
              <a:t>WHAT HE TYPES</a:t>
            </a:r>
            <a:endParaRPr lang="en-US" sz="1300"/>
          </a:p>
        </p:txBody>
      </p:sp>
      <p:sp>
        <p:nvSpPr>
          <p:cNvPr id="6" name="Shape 4"/>
          <p:cNvSpPr/>
          <p:nvPr/>
        </p:nvSpPr>
        <p:spPr>
          <a:xfrm>
            <a:off x="4846320" y="1280160"/>
            <a:ext cx="3840480" cy="411480"/>
          </a:xfrm>
          <a:prstGeom prst="roundRect">
            <a:avLst>
              <a:gd name="adj" fmla="val 11111"/>
            </a:avLst>
          </a:prstGeom>
          <a:solidFill>
            <a:srgbClr val="FF6D00"/>
          </a:solidFill>
          <a:ln/>
        </p:spPr>
      </p:sp>
      <p:sp>
        <p:nvSpPr>
          <p:cNvPr id="7" name="Text 5"/>
          <p:cNvSpPr/>
          <p:nvPr/>
        </p:nvSpPr>
        <p:spPr>
          <a:xfrm>
            <a:off x="4846320" y="1280160"/>
            <a:ext cx="3840480" cy="411480"/>
          </a:xfrm>
          <a:prstGeom prst="rect">
            <a:avLst/>
          </a:prstGeom>
          <a:noFill/>
          <a:ln/>
        </p:spPr>
        <p:txBody>
          <a:bodyPr wrap="square" lIns="0" tIns="0" rIns="0" bIns="0" rtlCol="0" anchor="ctr"/>
          <a:lstStyle/>
          <a:p>
            <a:pPr marL="0" indent="0" algn="ctr">
              <a:buNone/>
            </a:pPr>
            <a:r>
              <a:rPr lang="en-US" sz="1300" b="1">
                <a:solidFill>
                  <a:srgbClr val="0D1117"/>
                </a:solidFill>
                <a:latin typeface="Arial" pitchFamily="34" charset="0"/>
                <a:ea typeface="Arial" pitchFamily="34" charset="-122"/>
                <a:cs typeface="Arial" pitchFamily="34" charset="-120"/>
              </a:rPr>
              <a:t>WHAT HE MEANS</a:t>
            </a:r>
            <a:endParaRPr lang="en-US" sz="1300"/>
          </a:p>
        </p:txBody>
      </p:sp>
      <p:sp>
        <p:nvSpPr>
          <p:cNvPr id="8" name="Shape 6"/>
          <p:cNvSpPr/>
          <p:nvPr/>
        </p:nvSpPr>
        <p:spPr>
          <a:xfrm>
            <a:off x="457200" y="1783080"/>
            <a:ext cx="3840480" cy="393192"/>
          </a:xfrm>
          <a:prstGeom prst="rect">
            <a:avLst/>
          </a:prstGeom>
          <a:solidFill>
            <a:srgbClr val="1A2332"/>
          </a:solidFill>
          <a:ln/>
        </p:spPr>
      </p:sp>
      <p:sp>
        <p:nvSpPr>
          <p:cNvPr id="9" name="Text 7"/>
          <p:cNvSpPr/>
          <p:nvPr/>
        </p:nvSpPr>
        <p:spPr>
          <a:xfrm>
            <a:off x="640080" y="1783080"/>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What a save!</a:t>
            </a:r>
            <a:endParaRPr lang="en-US" sz="1200"/>
          </a:p>
        </p:txBody>
      </p:sp>
      <p:sp>
        <p:nvSpPr>
          <p:cNvPr id="10" name="Shape 8"/>
          <p:cNvSpPr/>
          <p:nvPr/>
        </p:nvSpPr>
        <p:spPr>
          <a:xfrm>
            <a:off x="4846320" y="1783080"/>
            <a:ext cx="3840480" cy="393192"/>
          </a:xfrm>
          <a:prstGeom prst="rect">
            <a:avLst/>
          </a:prstGeom>
          <a:solidFill>
            <a:srgbClr val="1A2332"/>
          </a:solidFill>
          <a:ln/>
        </p:spPr>
      </p:sp>
      <p:sp>
        <p:nvSpPr>
          <p:cNvPr id="11" name="Text 9"/>
          <p:cNvSpPr/>
          <p:nvPr/>
        </p:nvSpPr>
        <p:spPr>
          <a:xfrm>
            <a:off x="5029200" y="1783080"/>
            <a:ext cx="3474720" cy="393192"/>
          </a:xfrm>
          <a:prstGeom prst="rect">
            <a:avLst/>
          </a:prstGeom>
          <a:noFill/>
          <a:ln/>
        </p:spPr>
        <p:txBody>
          <a:bodyPr wrap="square" lIns="0" tIns="0" rIns="0" bIns="0" rtlCol="0" anchor="ctr"/>
          <a:lstStyle/>
          <a:p>
            <a:r>
              <a:rPr lang="en-US" sz="1200" err="1">
                <a:solidFill>
                  <a:srgbClr val="FFFFFF"/>
                </a:solidFill>
                <a:latin typeface="Arial"/>
                <a:cs typeface="Arial"/>
              </a:rPr>
              <a:t>Your</a:t>
            </a:r>
            <a:r>
              <a:rPr lang="en-US" sz="1200">
                <a:solidFill>
                  <a:srgbClr val="FFFFFF"/>
                </a:solidFill>
                <a:latin typeface="Arial"/>
                <a:cs typeface="Arial"/>
              </a:rPr>
              <a:t> so bad and missed the save</a:t>
            </a:r>
          </a:p>
        </p:txBody>
      </p:sp>
      <p:sp>
        <p:nvSpPr>
          <p:cNvPr id="16" name="Shape 14"/>
          <p:cNvSpPr/>
          <p:nvPr/>
        </p:nvSpPr>
        <p:spPr>
          <a:xfrm>
            <a:off x="457200" y="2660904"/>
            <a:ext cx="3840480" cy="393192"/>
          </a:xfrm>
          <a:prstGeom prst="rect">
            <a:avLst/>
          </a:prstGeom>
          <a:solidFill>
            <a:srgbClr val="1A2332"/>
          </a:solidFill>
          <a:ln/>
        </p:spPr>
      </p:sp>
      <p:sp>
        <p:nvSpPr>
          <p:cNvPr id="17" name="Text 15"/>
          <p:cNvSpPr/>
          <p:nvPr/>
        </p:nvSpPr>
        <p:spPr>
          <a:xfrm>
            <a:off x="640080" y="2660904"/>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Okay.</a:t>
            </a:r>
            <a:endParaRPr lang="en-US" sz="1200"/>
          </a:p>
        </p:txBody>
      </p:sp>
      <p:sp>
        <p:nvSpPr>
          <p:cNvPr id="18" name="Shape 16"/>
          <p:cNvSpPr/>
          <p:nvPr/>
        </p:nvSpPr>
        <p:spPr>
          <a:xfrm>
            <a:off x="4846320" y="2660904"/>
            <a:ext cx="3840480" cy="393192"/>
          </a:xfrm>
          <a:prstGeom prst="rect">
            <a:avLst/>
          </a:prstGeom>
          <a:solidFill>
            <a:srgbClr val="1A2332"/>
          </a:solidFill>
          <a:ln/>
        </p:spPr>
      </p:sp>
      <p:sp>
        <p:nvSpPr>
          <p:cNvPr id="19" name="Text 17"/>
          <p:cNvSpPr/>
          <p:nvPr/>
        </p:nvSpPr>
        <p:spPr>
          <a:xfrm>
            <a:off x="5029200" y="2660904"/>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I am uninstalling this game</a:t>
            </a:r>
            <a:endParaRPr lang="en-US" sz="1200"/>
          </a:p>
        </p:txBody>
      </p:sp>
      <p:sp>
        <p:nvSpPr>
          <p:cNvPr id="20" name="Shape 18"/>
          <p:cNvSpPr/>
          <p:nvPr/>
        </p:nvSpPr>
        <p:spPr>
          <a:xfrm>
            <a:off x="457200" y="3099816"/>
            <a:ext cx="3840480" cy="393192"/>
          </a:xfrm>
          <a:prstGeom prst="rect">
            <a:avLst/>
          </a:prstGeom>
          <a:solidFill>
            <a:srgbClr val="151E2B"/>
          </a:solidFill>
          <a:ln/>
        </p:spPr>
      </p:sp>
      <p:sp>
        <p:nvSpPr>
          <p:cNvPr id="21" name="Text 19"/>
          <p:cNvSpPr/>
          <p:nvPr/>
        </p:nvSpPr>
        <p:spPr>
          <a:xfrm>
            <a:off x="640080" y="3099816"/>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No problem.</a:t>
            </a:r>
            <a:endParaRPr lang="en-US" sz="1200"/>
          </a:p>
        </p:txBody>
      </p:sp>
      <p:sp>
        <p:nvSpPr>
          <p:cNvPr id="22" name="Shape 20"/>
          <p:cNvSpPr/>
          <p:nvPr/>
        </p:nvSpPr>
        <p:spPr>
          <a:xfrm>
            <a:off x="4846320" y="3099816"/>
            <a:ext cx="3840480" cy="393192"/>
          </a:xfrm>
          <a:prstGeom prst="rect">
            <a:avLst/>
          </a:prstGeom>
          <a:solidFill>
            <a:srgbClr val="151E2B"/>
          </a:solidFill>
          <a:ln/>
        </p:spPr>
      </p:sp>
      <p:sp>
        <p:nvSpPr>
          <p:cNvPr id="23" name="Text 21"/>
          <p:cNvSpPr/>
          <p:nvPr/>
        </p:nvSpPr>
        <p:spPr>
          <a:xfrm>
            <a:off x="5029200" y="3099816"/>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There is a HUGE problem</a:t>
            </a:r>
            <a:endParaRPr lang="en-US" sz="1200"/>
          </a:p>
        </p:txBody>
      </p:sp>
      <p:sp>
        <p:nvSpPr>
          <p:cNvPr id="24" name="Shape 22"/>
          <p:cNvSpPr/>
          <p:nvPr/>
        </p:nvSpPr>
        <p:spPr>
          <a:xfrm>
            <a:off x="457200" y="3538728"/>
            <a:ext cx="3840480" cy="393192"/>
          </a:xfrm>
          <a:prstGeom prst="rect">
            <a:avLst/>
          </a:prstGeom>
          <a:solidFill>
            <a:srgbClr val="1A2332"/>
          </a:solidFill>
          <a:ln/>
        </p:spPr>
      </p:sp>
      <p:sp>
        <p:nvSpPr>
          <p:cNvPr id="25" name="Text 23"/>
          <p:cNvSpPr/>
          <p:nvPr/>
        </p:nvSpPr>
        <p:spPr>
          <a:xfrm>
            <a:off x="640080" y="3538728"/>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Calculated.</a:t>
            </a:r>
            <a:endParaRPr lang="en-US" sz="1200"/>
          </a:p>
        </p:txBody>
      </p:sp>
      <p:sp>
        <p:nvSpPr>
          <p:cNvPr id="26" name="Shape 24"/>
          <p:cNvSpPr/>
          <p:nvPr/>
        </p:nvSpPr>
        <p:spPr>
          <a:xfrm>
            <a:off x="4846320" y="3538728"/>
            <a:ext cx="3840480" cy="393192"/>
          </a:xfrm>
          <a:prstGeom prst="rect">
            <a:avLst/>
          </a:prstGeom>
          <a:solidFill>
            <a:srgbClr val="1A2332"/>
          </a:solidFill>
          <a:ln/>
        </p:spPr>
      </p:sp>
      <p:sp>
        <p:nvSpPr>
          <p:cNvPr id="27" name="Text 25"/>
          <p:cNvSpPr/>
          <p:nvPr/>
        </p:nvSpPr>
        <p:spPr>
          <a:xfrm>
            <a:off x="5029200" y="3538728"/>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That was 100% luck</a:t>
            </a:r>
            <a:endParaRPr lang="en-US" sz="1200"/>
          </a:p>
        </p:txBody>
      </p:sp>
      <p:sp>
        <p:nvSpPr>
          <p:cNvPr id="28" name="Shape 26"/>
          <p:cNvSpPr/>
          <p:nvPr/>
        </p:nvSpPr>
        <p:spPr>
          <a:xfrm>
            <a:off x="457200" y="3977640"/>
            <a:ext cx="3840480" cy="393192"/>
          </a:xfrm>
          <a:prstGeom prst="rect">
            <a:avLst/>
          </a:prstGeom>
          <a:solidFill>
            <a:srgbClr val="151E2B"/>
          </a:solidFill>
          <a:ln/>
        </p:spPr>
      </p:sp>
      <p:sp>
        <p:nvSpPr>
          <p:cNvPr id="29" name="Text 27"/>
          <p:cNvSpPr/>
          <p:nvPr/>
        </p:nvSpPr>
        <p:spPr>
          <a:xfrm>
            <a:off x="640080" y="3977640"/>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Close one!</a:t>
            </a:r>
            <a:endParaRPr lang="en-US" sz="1200"/>
          </a:p>
        </p:txBody>
      </p:sp>
      <p:sp>
        <p:nvSpPr>
          <p:cNvPr id="30" name="Shape 28"/>
          <p:cNvSpPr/>
          <p:nvPr/>
        </p:nvSpPr>
        <p:spPr>
          <a:xfrm>
            <a:off x="4846320" y="3977640"/>
            <a:ext cx="3840480" cy="393192"/>
          </a:xfrm>
          <a:prstGeom prst="rect">
            <a:avLst/>
          </a:prstGeom>
          <a:solidFill>
            <a:srgbClr val="151E2B"/>
          </a:solidFill>
          <a:ln/>
        </p:spPr>
      </p:sp>
      <p:sp>
        <p:nvSpPr>
          <p:cNvPr id="31" name="Text 29"/>
          <p:cNvSpPr/>
          <p:nvPr/>
        </p:nvSpPr>
        <p:spPr>
          <a:xfrm>
            <a:off x="5029200" y="3977640"/>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We almost scored on ourselves again</a:t>
            </a:r>
            <a:endParaRPr lang="en-US" sz="1200"/>
          </a:p>
        </p:txBody>
      </p:sp>
      <p:sp>
        <p:nvSpPr>
          <p:cNvPr id="32" name="Shape 30"/>
          <p:cNvSpPr/>
          <p:nvPr/>
        </p:nvSpPr>
        <p:spPr>
          <a:xfrm>
            <a:off x="457200" y="4416552"/>
            <a:ext cx="3840480" cy="393192"/>
          </a:xfrm>
          <a:prstGeom prst="rect">
            <a:avLst/>
          </a:prstGeom>
          <a:solidFill>
            <a:srgbClr val="1A2332"/>
          </a:solidFill>
          <a:ln/>
        </p:spPr>
      </p:sp>
      <p:sp>
        <p:nvSpPr>
          <p:cNvPr id="33" name="Text 31"/>
          <p:cNvSpPr/>
          <p:nvPr/>
        </p:nvSpPr>
        <p:spPr>
          <a:xfrm>
            <a:off x="640080" y="4416552"/>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I got it!</a:t>
            </a:r>
            <a:endParaRPr lang="en-US" sz="1200"/>
          </a:p>
        </p:txBody>
      </p:sp>
      <p:sp>
        <p:nvSpPr>
          <p:cNvPr id="34" name="Shape 32"/>
          <p:cNvSpPr/>
          <p:nvPr/>
        </p:nvSpPr>
        <p:spPr>
          <a:xfrm>
            <a:off x="4846320" y="4416552"/>
            <a:ext cx="3840480" cy="393192"/>
          </a:xfrm>
          <a:prstGeom prst="rect">
            <a:avLst/>
          </a:prstGeom>
          <a:solidFill>
            <a:srgbClr val="1A2332"/>
          </a:solidFill>
          <a:ln/>
        </p:spPr>
      </p:sp>
      <p:sp>
        <p:nvSpPr>
          <p:cNvPr id="35" name="Text 33"/>
          <p:cNvSpPr/>
          <p:nvPr/>
        </p:nvSpPr>
        <p:spPr>
          <a:xfrm>
            <a:off x="5029200" y="4416552"/>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I absolutely do not got it</a:t>
            </a:r>
            <a:endParaRPr lang="en-US" sz="1200"/>
          </a:p>
        </p:txBody>
      </p:sp>
    </p:spTree>
  </p:cSld>
  <p:clrMapOvr>
    <a:masterClrMapping/>
  </p:clrMapOvr>
  <p:transition spd="med">
    <p:split dir="vert" orient="out"/>
  </p:transition>
  <p:timing>
    <p:tnLst>
      <p:par>
        <p:cTn id="1" dur="indefinite" restart="whenNotActive" nodeType="tmRoot">
          <p:childTnLst>
            <p:par>
              <p:cTn id="2" fill="hold">
                <p:stCondLst>
                  <p:cond delay="200"/>
                </p:stCondLst>
                <p:childTnLst>
                  <p:par>
                    <p:cTn id="10" presetID="10" presetClass="entr" presetSubtype="0" fill="hold" grpId="0" nodeType="withEffect">
                      <p:stCondLst>
                        <p:cond delay="0"/>
                      </p:stCondLst>
                      <p:childTnLst>
                        <p:set>
                          <p:cBhvr>
                            <p:cTn id="11" dur="1" fill="hold"/>
                            <p:tgtEl>
                              <p:spTgt spid="580"/>
                            </p:tgtEl>
                            <p:attrNameLst>
                              <p:attrName>style.visibility</p:attrName>
                            </p:attrNameLst>
                          </p:cBhvr>
                          <p:to>
                            <p:strVal val="visible"/>
                          </p:to>
                        </p:set>
                        <p:animEffect transition="in" filter="wipe(left)">
                          <p:cBhvr>
                            <p:cTn id="12" dur="350"/>
                            <p:tgtEl>
                              <p:spTgt spid="580"/>
                            </p:tgtEl>
                          </p:cBhvr>
                        </p:animEffect>
                      </p:childTnLst>
                    </p:cTn>
                  </p:par>
                  <p:par>
                    <p:cTn id="13" presetID="26" presetClass="emph" presetSubtype="0" fill="hold" grpId="200" nodeType="afterEffect">
                      <p:stCondLst>
                        <p:cond delay="430"/>
                      </p:stCondLst>
                      <p:childTnLst>
                        <p:animScale>
                          <p:by x="112000" y="112000"/>
                          <p:cBhvr autoRev="1">
                            <p:cTn id="14" dur="200" autoRev="1"/>
                            <p:tgtEl>
                              <p:spTgt spid="580"/>
                            </p:tgtEl>
                          </p:cBhvr>
                        </p:animScale>
                      </p:childTnLst>
                    </p:cTn>
                  </p:par>
                  <p:par>
                    <p:cTn id="15" presetID="10" presetClass="entr" presetSubtype="0" fill="hold" grpId="1" nodeType="withEffect">
                      <p:stCondLst>
                        <p:cond delay="70"/>
                      </p:stCondLst>
                      <p:childTnLst>
                        <p:set>
                          <p:cBhvr>
                            <p:cTn id="16" dur="1" fill="hold"/>
                            <p:tgtEl>
                              <p:spTgt spid="581"/>
                            </p:tgtEl>
                            <p:attrNameLst>
                              <p:attrName>style.visibility</p:attrName>
                            </p:attrNameLst>
                          </p:cBhvr>
                          <p:to>
                            <p:strVal val="visible"/>
                          </p:to>
                        </p:set>
                        <p:animEffect transition="in" filter="wipe(right)">
                          <p:cBhvr>
                            <p:cTn id="17" dur="350"/>
                            <p:tgtEl>
                              <p:spTgt spid="581"/>
                            </p:tgtEl>
                          </p:cBhvr>
                        </p:animEffect>
                      </p:childTnLst>
                    </p:cTn>
                  </p:par>
                  <p:par>
                    <p:cTn id="18" presetID="26" presetClass="emph" presetSubtype="0" fill="hold" grpId="201" nodeType="afterEffect">
                      <p:stCondLst>
                        <p:cond delay="500"/>
                      </p:stCondLst>
                      <p:childTnLst>
                        <p:animScale>
                          <p:by x="112000" y="112000"/>
                          <p:cBhvr autoRev="1">
                            <p:cTn id="19" dur="200" autoRev="1"/>
                            <p:tgtEl>
                              <p:spTgt spid="581"/>
                            </p:tgtEl>
                          </p:cBhvr>
                        </p:animScale>
                      </p:childTnLst>
                    </p:cTn>
                  </p:par>
                  <p:par>
                    <p:cTn id="20" presetID="10" presetClass="entr" presetSubtype="0" fill="hold" grpId="2" nodeType="withEffect">
                      <p:stCondLst>
                        <p:cond delay="140"/>
                      </p:stCondLst>
                      <p:childTnLst>
                        <p:set>
                          <p:cBhvr>
                            <p:cTn id="21" dur="1" fill="hold"/>
                            <p:tgtEl>
                              <p:spTgt spid="582"/>
                            </p:tgtEl>
                            <p:attrNameLst>
                              <p:attrName>style.visibility</p:attrName>
                            </p:attrNameLst>
                          </p:cBhvr>
                          <p:to>
                            <p:strVal val="visible"/>
                          </p:to>
                        </p:set>
                        <p:animEffect transition="in" filter="wipe(left)">
                          <p:cBhvr>
                            <p:cTn id="22" dur="350"/>
                            <p:tgtEl>
                              <p:spTgt spid="582"/>
                            </p:tgtEl>
                          </p:cBhvr>
                        </p:animEffect>
                      </p:childTnLst>
                    </p:cTn>
                  </p:par>
                  <p:par>
                    <p:cTn id="23" presetID="26" presetClass="emph" presetSubtype="0" fill="hold" grpId="202" nodeType="afterEffect">
                      <p:stCondLst>
                        <p:cond delay="570"/>
                      </p:stCondLst>
                      <p:childTnLst>
                        <p:animScale>
                          <p:by x="112000" y="112000"/>
                          <p:cBhvr autoRev="1">
                            <p:cTn id="24" dur="200" autoRev="1"/>
                            <p:tgtEl>
                              <p:spTgt spid="582"/>
                            </p:tgtEl>
                          </p:cBhvr>
                        </p:animScale>
                      </p:childTnLst>
                    </p:cTn>
                  </p:par>
                  <p:par>
                    <p:cTn id="25" presetID="10" presetClass="entr" presetSubtype="0" fill="hold" grpId="3" nodeType="withEffect">
                      <p:stCondLst>
                        <p:cond delay="210"/>
                      </p:stCondLst>
                      <p:childTnLst>
                        <p:set>
                          <p:cBhvr>
                            <p:cTn id="26" dur="1" fill="hold"/>
                            <p:tgtEl>
                              <p:spTgt spid="583"/>
                            </p:tgtEl>
                            <p:attrNameLst>
                              <p:attrName>style.visibility</p:attrName>
                            </p:attrNameLst>
                          </p:cBhvr>
                          <p:to>
                            <p:strVal val="visible"/>
                          </p:to>
                        </p:set>
                        <p:animEffect transition="in" filter="wipe(right)">
                          <p:cBhvr>
                            <p:cTn id="27" dur="350"/>
                            <p:tgtEl>
                              <p:spTgt spid="583"/>
                            </p:tgtEl>
                          </p:cBhvr>
                        </p:animEffect>
                      </p:childTnLst>
                    </p:cTn>
                  </p:par>
                  <p:par>
                    <p:cTn id="28" presetID="10" presetClass="entr" presetSubtype="0" fill="hold" grpId="4" nodeType="withEffect">
                      <p:stCondLst>
                        <p:cond delay="280"/>
                      </p:stCondLst>
                      <p:childTnLst>
                        <p:set>
                          <p:cBhvr>
                            <p:cTn id="29" dur="1" fill="hold"/>
                            <p:tgtEl>
                              <p:spTgt spid="584"/>
                            </p:tgtEl>
                            <p:attrNameLst>
                              <p:attrName>style.visibility</p:attrName>
                            </p:attrNameLst>
                          </p:cBhvr>
                          <p:to>
                            <p:strVal val="visible"/>
                          </p:to>
                        </p:set>
                        <p:animEffect transition="in" filter="wipe(left)">
                          <p:cBhvr>
                            <p:cTn id="30" dur="350"/>
                            <p:tgtEl>
                              <p:spTgt spid="584"/>
                            </p:tgtEl>
                          </p:cBhvr>
                        </p:animEffect>
                      </p:childTnLst>
                    </p:cTn>
                  </p:par>
                  <p:par>
                    <p:cTn id="31" presetID="10" presetClass="entr" presetSubtype="0" fill="hold" grpId="5" nodeType="withEffect">
                      <p:stCondLst>
                        <p:cond delay="350"/>
                      </p:stCondLst>
                      <p:childTnLst>
                        <p:set>
                          <p:cBhvr>
                            <p:cTn id="32" dur="1" fill="hold"/>
                            <p:tgtEl>
                              <p:spTgt spid="585"/>
                            </p:tgtEl>
                            <p:attrNameLst>
                              <p:attrName>style.visibility</p:attrName>
                            </p:attrNameLst>
                          </p:cBhvr>
                          <p:to>
                            <p:strVal val="visible"/>
                          </p:to>
                        </p:set>
                        <p:animEffect transition="in" filter="wipe(right)">
                          <p:cBhvr>
                            <p:cTn id="33" dur="350"/>
                            <p:tgtEl>
                              <p:spTgt spid="585"/>
                            </p:tgtEl>
                          </p:cBhvr>
                        </p:animEffect>
                      </p:childTnLst>
                    </p:cTn>
                  </p:par>
                  <p:par>
                    <p:cTn id="34" presetID="10" presetClass="entr" presetSubtype="0" fill="hold" grpId="6" nodeType="withEffect">
                      <p:stCondLst>
                        <p:cond delay="420"/>
                      </p:stCondLst>
                      <p:childTnLst>
                        <p:set>
                          <p:cBhvr>
                            <p:cTn id="35" dur="1" fill="hold"/>
                            <p:tgtEl>
                              <p:spTgt spid="586"/>
                            </p:tgtEl>
                            <p:attrNameLst>
                              <p:attrName>style.visibility</p:attrName>
                            </p:attrNameLst>
                          </p:cBhvr>
                          <p:to>
                            <p:strVal val="visible"/>
                          </p:to>
                        </p:set>
                        <p:animEffect transition="in" filter="wipe(left)">
                          <p:cBhvr>
                            <p:cTn id="36" dur="350"/>
                            <p:tgtEl>
                              <p:spTgt spid="586"/>
                            </p:tgtEl>
                          </p:cBhvr>
                        </p:animEffect>
                      </p:childTnLst>
                    </p:cTn>
                  </p:par>
                  <p:par>
                    <p:cTn id="37" presetID="10" presetClass="entr" presetSubtype="0" fill="hold" grpId="7" nodeType="withEffect">
                      <p:stCondLst>
                        <p:cond delay="490"/>
                      </p:stCondLst>
                      <p:childTnLst>
                        <p:set>
                          <p:cBhvr>
                            <p:cTn id="38" dur="1" fill="hold"/>
                            <p:tgtEl>
                              <p:spTgt spid="587"/>
                            </p:tgtEl>
                            <p:attrNameLst>
                              <p:attrName>style.visibility</p:attrName>
                            </p:attrNameLst>
                          </p:cBhvr>
                          <p:to>
                            <p:strVal val="visible"/>
                          </p:to>
                        </p:set>
                        <p:animEffect transition="in" filter="wipe(right)">
                          <p:cBhvr>
                            <p:cTn id="39" dur="350"/>
                            <p:tgtEl>
                              <p:spTgt spid="587"/>
                            </p:tgtEl>
                          </p:cBhvr>
                        </p:animEffect>
                      </p:childTnLst>
                    </p:cTn>
                  </p:par>
                  <p:par>
                    <p:cTn id="40" presetID="10" presetClass="entr" presetSubtype="0" fill="hold" grpId="8" nodeType="withEffect">
                      <p:stCondLst>
                        <p:cond delay="560"/>
                      </p:stCondLst>
                      <p:childTnLst>
                        <p:set>
                          <p:cBhvr>
                            <p:cTn id="41" dur="1" fill="hold"/>
                            <p:tgtEl>
                              <p:spTgt spid="588"/>
                            </p:tgtEl>
                            <p:attrNameLst>
                              <p:attrName>style.visibility</p:attrName>
                            </p:attrNameLst>
                          </p:cBhvr>
                          <p:to>
                            <p:strVal val="visible"/>
                          </p:to>
                        </p:set>
                        <p:animEffect transition="in" filter="wipe(left)">
                          <p:cBhvr>
                            <p:cTn id="42" dur="350"/>
                            <p:tgtEl>
                              <p:spTgt spid="588"/>
                            </p:tgtEl>
                          </p:cBhvr>
                        </p:animEffect>
                      </p:childTnLst>
                    </p:cTn>
                  </p:par>
                  <p:par>
                    <p:cTn id="43" presetID="10" presetClass="entr" presetSubtype="0" fill="hold" grpId="9" nodeType="withEffect">
                      <p:stCondLst>
                        <p:cond delay="630"/>
                      </p:stCondLst>
                      <p:childTnLst>
                        <p:set>
                          <p:cBhvr>
                            <p:cTn id="44" dur="1" fill="hold"/>
                            <p:tgtEl>
                              <p:spTgt spid="589"/>
                            </p:tgtEl>
                            <p:attrNameLst>
                              <p:attrName>style.visibility</p:attrName>
                            </p:attrNameLst>
                          </p:cBhvr>
                          <p:to>
                            <p:strVal val="visible"/>
                          </p:to>
                        </p:set>
                        <p:animEffect transition="in" filter="wipe(right)">
                          <p:cBhvr>
                            <p:cTn id="45" dur="350"/>
                            <p:tgtEl>
                              <p:spTgt spid="589"/>
                            </p:tgtEl>
                          </p:cBhvr>
                        </p:animEffect>
                      </p:childTnLst>
                    </p:cTn>
                  </p:par>
                  <p:par>
                    <p:cTn id="46" presetID="10" presetClass="entr" presetSubtype="0" fill="hold" grpId="10" nodeType="withEffect">
                      <p:stCondLst>
                        <p:cond delay="700"/>
                      </p:stCondLst>
                      <p:childTnLst>
                        <p:set>
                          <p:cBhvr>
                            <p:cTn id="47" dur="1" fill="hold"/>
                            <p:tgtEl>
                              <p:spTgt spid="590"/>
                            </p:tgtEl>
                            <p:attrNameLst>
                              <p:attrName>style.visibility</p:attrName>
                            </p:attrNameLst>
                          </p:cBhvr>
                          <p:to>
                            <p:strVal val="visible"/>
                          </p:to>
                        </p:set>
                        <p:animEffect transition="in" filter="wipe(left)">
                          <p:cBhvr>
                            <p:cTn id="48" dur="350"/>
                            <p:tgtEl>
                              <p:spTgt spid="590"/>
                            </p:tgtEl>
                          </p:cBhvr>
                        </p:animEffect>
                      </p:childTnLst>
                    </p:cTn>
                  </p:par>
                  <p:par>
                    <p:cTn id="49" presetID="10" presetClass="entr" presetSubtype="0" fill="hold" grpId="11" nodeType="withEffect">
                      <p:stCondLst>
                        <p:cond delay="770"/>
                      </p:stCondLst>
                      <p:childTnLst>
                        <p:set>
                          <p:cBhvr>
                            <p:cTn id="50" dur="1" fill="hold"/>
                            <p:tgtEl>
                              <p:spTgt spid="591"/>
                            </p:tgtEl>
                            <p:attrNameLst>
                              <p:attrName>style.visibility</p:attrName>
                            </p:attrNameLst>
                          </p:cBhvr>
                          <p:to>
                            <p:strVal val="visible"/>
                          </p:to>
                        </p:set>
                        <p:animEffect transition="in" filter="wipe(right)">
                          <p:cBhvr>
                            <p:cTn id="51" dur="350"/>
                            <p:tgtEl>
                              <p:spTgt spid="591"/>
                            </p:tgtEl>
                          </p:cBhvr>
                        </p:animEffect>
                      </p:childTnLst>
                    </p:cTn>
                  </p:par>
                  <p:par>
                    <p:cTn id="52" presetID="10" presetClass="entr" presetSubtype="0" fill="hold" grpId="12" nodeType="withEffect">
                      <p:stCondLst>
                        <p:cond delay="840"/>
                      </p:stCondLst>
                      <p:childTnLst>
                        <p:set>
                          <p:cBhvr>
                            <p:cTn id="53" dur="1" fill="hold"/>
                            <p:tgtEl>
                              <p:spTgt spid="592"/>
                            </p:tgtEl>
                            <p:attrNameLst>
                              <p:attrName>style.visibility</p:attrName>
                            </p:attrNameLst>
                          </p:cBhvr>
                          <p:to>
                            <p:strVal val="visible"/>
                          </p:to>
                        </p:set>
                        <p:animEffect transition="in" filter="wipe(left)">
                          <p:cBhvr>
                            <p:cTn id="54" dur="350"/>
                            <p:tgtEl>
                              <p:spTgt spid="592"/>
                            </p:tgtEl>
                          </p:cBhvr>
                        </p:animEffect>
                      </p:childTnLst>
                    </p:cTn>
                  </p:par>
                  <p:par>
                    <p:cTn id="55" presetID="10" presetClass="entr" presetSubtype="0" fill="hold" grpId="13" nodeType="withEffect">
                      <p:stCondLst>
                        <p:cond delay="910"/>
                      </p:stCondLst>
                      <p:childTnLst>
                        <p:set>
                          <p:cBhvr>
                            <p:cTn id="56" dur="1" fill="hold"/>
                            <p:tgtEl>
                              <p:spTgt spid="593"/>
                            </p:tgtEl>
                            <p:attrNameLst>
                              <p:attrName>style.visibility</p:attrName>
                            </p:attrNameLst>
                          </p:cBhvr>
                          <p:to>
                            <p:strVal val="visible"/>
                          </p:to>
                        </p:set>
                        <p:animEffect transition="in" filter="wipe(right)">
                          <p:cBhvr>
                            <p:cTn id="57" dur="350"/>
                            <p:tgtEl>
                              <p:spTgt spid="593"/>
                            </p:tgtEl>
                          </p:cBhvr>
                        </p:animEffect>
                      </p:childTnLst>
                    </p:cTn>
                  </p:par>
                  <p:par>
                    <p:cTn id="58" presetID="10" presetClass="entr" presetSubtype="0" fill="hold" grpId="14" nodeType="withEffect">
                      <p:stCondLst>
                        <p:cond delay="980"/>
                      </p:stCondLst>
                      <p:childTnLst>
                        <p:set>
                          <p:cBhvr>
                            <p:cTn id="59" dur="1" fill="hold"/>
                            <p:tgtEl>
                              <p:spTgt spid="594"/>
                            </p:tgtEl>
                            <p:attrNameLst>
                              <p:attrName>style.visibility</p:attrName>
                            </p:attrNameLst>
                          </p:cBhvr>
                          <p:to>
                            <p:strVal val="visible"/>
                          </p:to>
                        </p:set>
                        <p:animEffect transition="in" filter="wipe(left)">
                          <p:cBhvr>
                            <p:cTn id="60" dur="350"/>
                            <p:tgtEl>
                              <p:spTgt spid="594"/>
                            </p:tgtEl>
                          </p:cBhvr>
                        </p:animEffect>
                      </p:childTnLst>
                    </p:cTn>
                  </p:par>
                  <p:par>
                    <p:cTn id="61" presetID="10" presetClass="entr" presetSubtype="0" fill="hold" grpId="15" nodeType="withEffect">
                      <p:stCondLst>
                        <p:cond delay="1050"/>
                      </p:stCondLst>
                      <p:childTnLst>
                        <p:set>
                          <p:cBhvr>
                            <p:cTn id="62" dur="1" fill="hold"/>
                            <p:tgtEl>
                              <p:spTgt spid="595"/>
                            </p:tgtEl>
                            <p:attrNameLst>
                              <p:attrName>style.visibility</p:attrName>
                            </p:attrNameLst>
                          </p:cBhvr>
                          <p:to>
                            <p:strVal val="visible"/>
                          </p:to>
                        </p:set>
                        <p:animEffect transition="in" filter="wipe(right)">
                          <p:cBhvr>
                            <p:cTn id="63" dur="350"/>
                            <p:tgtEl>
                              <p:spTgt spid="595"/>
                            </p:tgtEl>
                          </p:cBhvr>
                        </p:animEffect>
                      </p:childTnLst>
                    </p:cTn>
                  </p:par>
                  <p:par>
                    <p:cTn id="64" presetID="10" presetClass="entr" presetSubtype="0" fill="hold" grpId="16" nodeType="withEffect">
                      <p:stCondLst>
                        <p:cond delay="1120"/>
                      </p:stCondLst>
                      <p:childTnLst>
                        <p:set>
                          <p:cBhvr>
                            <p:cTn id="65" dur="1" fill="hold"/>
                            <p:tgtEl>
                              <p:spTgt spid="596"/>
                            </p:tgtEl>
                            <p:attrNameLst>
                              <p:attrName>style.visibility</p:attrName>
                            </p:attrNameLst>
                          </p:cBhvr>
                          <p:to>
                            <p:strVal val="visible"/>
                          </p:to>
                        </p:set>
                        <p:animEffect transition="in" filter="wipe(left)">
                          <p:cBhvr>
                            <p:cTn id="66" dur="350"/>
                            <p:tgtEl>
                              <p:spTgt spid="596"/>
                            </p:tgtEl>
                          </p:cBhvr>
                        </p:animEffect>
                      </p:childTnLst>
                    </p:cTn>
                  </p:par>
                  <p:par>
                    <p:cTn id="67" presetID="10" presetClass="entr" presetSubtype="0" fill="hold" grpId="17" nodeType="withEffect">
                      <p:stCondLst>
                        <p:cond delay="1190"/>
                      </p:stCondLst>
                      <p:childTnLst>
                        <p:set>
                          <p:cBhvr>
                            <p:cTn id="68" dur="1" fill="hold"/>
                            <p:tgtEl>
                              <p:spTgt spid="597"/>
                            </p:tgtEl>
                            <p:attrNameLst>
                              <p:attrName>style.visibility</p:attrName>
                            </p:attrNameLst>
                          </p:cBhvr>
                          <p:to>
                            <p:strVal val="visible"/>
                          </p:to>
                        </p:set>
                        <p:animEffect transition="in" filter="wipe(right)">
                          <p:cBhvr>
                            <p:cTn id="69" dur="350"/>
                            <p:tgtEl>
                              <p:spTgt spid="597"/>
                            </p:tgtEl>
                          </p:cBhvr>
                        </p:animEffect>
                      </p:childTnLst>
                    </p:cTn>
                  </p:par>
                  <p:par>
                    <p:cTn id="70" presetID="10" presetClass="entr" presetSubtype="0" fill="hold" grpId="18" nodeType="withEffect">
                      <p:stCondLst>
                        <p:cond delay="1260"/>
                      </p:stCondLst>
                      <p:childTnLst>
                        <p:set>
                          <p:cBhvr>
                            <p:cTn id="71" dur="1" fill="hold"/>
                            <p:tgtEl>
                              <p:spTgt spid="598"/>
                            </p:tgtEl>
                            <p:attrNameLst>
                              <p:attrName>style.visibility</p:attrName>
                            </p:attrNameLst>
                          </p:cBhvr>
                          <p:to>
                            <p:strVal val="visible"/>
                          </p:to>
                        </p:set>
                        <p:animEffect transition="in" filter="wipe(left)">
                          <p:cBhvr>
                            <p:cTn id="72" dur="350"/>
                            <p:tgtEl>
                              <p:spTgt spid="598"/>
                            </p:tgtEl>
                          </p:cBhvr>
                        </p:animEffect>
                      </p:childTnLst>
                    </p:cTn>
                  </p:par>
                  <p:par>
                    <p:cTn id="73" presetID="10" presetClass="entr" presetSubtype="0" fill="hold" grpId="19" nodeType="withEffect">
                      <p:stCondLst>
                        <p:cond delay="1330"/>
                      </p:stCondLst>
                      <p:childTnLst>
                        <p:set>
                          <p:cBhvr>
                            <p:cTn id="74" dur="1" fill="hold"/>
                            <p:tgtEl>
                              <p:spTgt spid="599"/>
                            </p:tgtEl>
                            <p:attrNameLst>
                              <p:attrName>style.visibility</p:attrName>
                            </p:attrNameLst>
                          </p:cBhvr>
                          <p:to>
                            <p:strVal val="visible"/>
                          </p:to>
                        </p:set>
                        <p:animEffect transition="in" filter="wipe(right)">
                          <p:cBhvr>
                            <p:cTn id="75" dur="350"/>
                            <p:tgtEl>
                              <p:spTgt spid="599"/>
                            </p:tgtEl>
                          </p:cBhvr>
                        </p:animEffect>
                      </p:childTnLst>
                    </p:cTn>
                  </p:par>
                  <p:par>
                    <p:cTn id="76" presetID="10" presetClass="entr" presetSubtype="0" fill="hold" grpId="20" nodeType="withEffect">
                      <p:stCondLst>
                        <p:cond delay="1400"/>
                      </p:stCondLst>
                      <p:childTnLst>
                        <p:set>
                          <p:cBhvr>
                            <p:cTn id="77" dur="1" fill="hold"/>
                            <p:tgtEl>
                              <p:spTgt spid="600"/>
                            </p:tgtEl>
                            <p:attrNameLst>
                              <p:attrName>style.visibility</p:attrName>
                            </p:attrNameLst>
                          </p:cBhvr>
                          <p:to>
                            <p:strVal val="visible"/>
                          </p:to>
                        </p:set>
                        <p:animEffect transition="in" filter="wipe(left)">
                          <p:cBhvr>
                            <p:cTn id="78" dur="350"/>
                            <p:tgtEl>
                              <p:spTgt spid="600"/>
                            </p:tgtEl>
                          </p:cBhvr>
                        </p:animEffect>
                      </p:childTnLst>
                    </p:cTn>
                  </p:par>
                  <p:par>
                    <p:cTn id="79" presetID="10" presetClass="entr" presetSubtype="0" fill="hold" grpId="21" nodeType="withEffect">
                      <p:stCondLst>
                        <p:cond delay="1470"/>
                      </p:stCondLst>
                      <p:childTnLst>
                        <p:set>
                          <p:cBhvr>
                            <p:cTn id="80" dur="1" fill="hold"/>
                            <p:tgtEl>
                              <p:spTgt spid="601"/>
                            </p:tgtEl>
                            <p:attrNameLst>
                              <p:attrName>style.visibility</p:attrName>
                            </p:attrNameLst>
                          </p:cBhvr>
                          <p:to>
                            <p:strVal val="visible"/>
                          </p:to>
                        </p:set>
                        <p:animEffect transition="in" filter="wipe(right)">
                          <p:cBhvr>
                            <p:cTn id="81" dur="350"/>
                            <p:tgtEl>
                              <p:spTgt spid="601"/>
                            </p:tgtEl>
                          </p:cBhvr>
                        </p:animEffect>
                      </p:childTnLst>
                    </p:cTn>
                  </p:par>
                  <p:par>
                    <p:cTn id="82" presetID="10" presetClass="entr" presetSubtype="0" fill="hold" grpId="22" nodeType="withEffect">
                      <p:stCondLst>
                        <p:cond delay="1540"/>
                      </p:stCondLst>
                      <p:childTnLst>
                        <p:set>
                          <p:cBhvr>
                            <p:cTn id="83" dur="1" fill="hold"/>
                            <p:tgtEl>
                              <p:spTgt spid="602"/>
                            </p:tgtEl>
                            <p:attrNameLst>
                              <p:attrName>style.visibility</p:attrName>
                            </p:attrNameLst>
                          </p:cBhvr>
                          <p:to>
                            <p:strVal val="visible"/>
                          </p:to>
                        </p:set>
                        <p:animEffect transition="in" filter="wipe(left)">
                          <p:cBhvr>
                            <p:cTn id="84" dur="350"/>
                            <p:tgtEl>
                              <p:spTgt spid="602"/>
                            </p:tgtEl>
                          </p:cBhvr>
                        </p:animEffect>
                      </p:childTnLst>
                    </p:cTn>
                  </p:par>
                  <p:par>
                    <p:cTn id="85" presetID="10" presetClass="entr" presetSubtype="0" fill="hold" grpId="23" nodeType="withEffect">
                      <p:stCondLst>
                        <p:cond delay="1610"/>
                      </p:stCondLst>
                      <p:childTnLst>
                        <p:set>
                          <p:cBhvr>
                            <p:cTn id="86" dur="1" fill="hold"/>
                            <p:tgtEl>
                              <p:spTgt spid="603"/>
                            </p:tgtEl>
                            <p:attrNameLst>
                              <p:attrName>style.visibility</p:attrName>
                            </p:attrNameLst>
                          </p:cBhvr>
                          <p:to>
                            <p:strVal val="visible"/>
                          </p:to>
                        </p:set>
                        <p:animEffect transition="in" filter="wipe(right)">
                          <p:cBhvr>
                            <p:cTn id="87" dur="350"/>
                            <p:tgtEl>
                              <p:spTgt spid="603"/>
                            </p:tgtEl>
                          </p:cBhvr>
                        </p:animEffect>
                      </p:childTnLst>
                    </p:cTn>
                  </p:par>
                  <p:par>
                    <p:cTn id="88" presetID="10" presetClass="entr" presetSubtype="0" fill="hold" grpId="24" nodeType="withEffect">
                      <p:stCondLst>
                        <p:cond delay="1680"/>
                      </p:stCondLst>
                      <p:childTnLst>
                        <p:set>
                          <p:cBhvr>
                            <p:cTn id="89" dur="1" fill="hold"/>
                            <p:tgtEl>
                              <p:spTgt spid="604"/>
                            </p:tgtEl>
                            <p:attrNameLst>
                              <p:attrName>style.visibility</p:attrName>
                            </p:attrNameLst>
                          </p:cBhvr>
                          <p:to>
                            <p:strVal val="visible"/>
                          </p:to>
                        </p:set>
                        <p:animEffect transition="in" filter="wipe(left)">
                          <p:cBhvr>
                            <p:cTn id="90" dur="350"/>
                            <p:tgtEl>
                              <p:spTgt spid="604"/>
                            </p:tgtEl>
                          </p:cBhvr>
                        </p:animEffect>
                      </p:childTnLst>
                    </p:cTn>
                  </p:par>
                  <p:par>
                    <p:cTn id="91" presetID="10" presetClass="entr" presetSubtype="0" fill="hold" grpId="25" nodeType="withEffect">
                      <p:stCondLst>
                        <p:cond delay="1750"/>
                      </p:stCondLst>
                      <p:childTnLst>
                        <p:set>
                          <p:cBhvr>
                            <p:cTn id="92" dur="1" fill="hold"/>
                            <p:tgtEl>
                              <p:spTgt spid="605"/>
                            </p:tgtEl>
                            <p:attrNameLst>
                              <p:attrName>style.visibility</p:attrName>
                            </p:attrNameLst>
                          </p:cBhvr>
                          <p:to>
                            <p:strVal val="visible"/>
                          </p:to>
                        </p:set>
                        <p:animEffect transition="in" filter="wipe(right)">
                          <p:cBhvr>
                            <p:cTn id="93" dur="350"/>
                            <p:tgtEl>
                              <p:spTgt spid="605"/>
                            </p:tgtEl>
                          </p:cBhvr>
                        </p:animEffect>
                      </p:childTnLst>
                    </p:cTn>
                  </p:par>
                  <p:par>
                    <p:cTn id="94" presetID="10" presetClass="entr" presetSubtype="0" fill="hold" grpId="26" nodeType="withEffect">
                      <p:stCondLst>
                        <p:cond delay="1820"/>
                      </p:stCondLst>
                      <p:childTnLst>
                        <p:set>
                          <p:cBhvr>
                            <p:cTn id="95" dur="1" fill="hold"/>
                            <p:tgtEl>
                              <p:spTgt spid="606"/>
                            </p:tgtEl>
                            <p:attrNameLst>
                              <p:attrName>style.visibility</p:attrName>
                            </p:attrNameLst>
                          </p:cBhvr>
                          <p:to>
                            <p:strVal val="visible"/>
                          </p:to>
                        </p:set>
                        <p:animEffect transition="in" filter="wipe(left)">
                          <p:cBhvr>
                            <p:cTn id="96" dur="350"/>
                            <p:tgtEl>
                              <p:spTgt spid="606"/>
                            </p:tgtEl>
                          </p:cBhvr>
                        </p:animEffect>
                      </p:childTnLst>
                    </p:cTn>
                  </p:par>
                  <p:par>
                    <p:cTn id="97" presetID="10" presetClass="entr" presetSubtype="0" fill="hold" grpId="27" nodeType="withEffect">
                      <p:stCondLst>
                        <p:cond delay="1890"/>
                      </p:stCondLst>
                      <p:childTnLst>
                        <p:set>
                          <p:cBhvr>
                            <p:cTn id="98" dur="1" fill="hold"/>
                            <p:tgtEl>
                              <p:spTgt spid="2"/>
                            </p:tgtEl>
                            <p:attrNameLst>
                              <p:attrName>style.visibility</p:attrName>
                            </p:attrNameLst>
                          </p:cBhvr>
                          <p:to>
                            <p:strVal val="visible"/>
                          </p:to>
                        </p:set>
                        <p:animEffect transition="in" filter="wipe(right)">
                          <p:cBhvr>
                            <p:cTn id="99" dur="350"/>
                            <p:tgtEl>
                              <p:spTgt spid="2"/>
                            </p:tgtEl>
                          </p:cBhvr>
                        </p:animEffect>
                      </p:childTnLst>
                    </p:cTn>
                  </p:par>
                  <p:par>
                    <p:cTn id="100" presetID="10" presetClass="entr" presetSubtype="0" fill="hold" grpId="28" nodeType="withEffect">
                      <p:stCondLst>
                        <p:cond delay="1960"/>
                      </p:stCondLst>
                      <p:childTnLst>
                        <p:set>
                          <p:cBhvr>
                            <p:cTn id="101" dur="1" fill="hold"/>
                            <p:tgtEl>
                              <p:spTgt spid="3"/>
                            </p:tgtEl>
                            <p:attrNameLst>
                              <p:attrName>style.visibility</p:attrName>
                            </p:attrNameLst>
                          </p:cBhvr>
                          <p:to>
                            <p:strVal val="visible"/>
                          </p:to>
                        </p:set>
                        <p:animEffect transition="in" filter="wipe(left)">
                          <p:cBhvr>
                            <p:cTn id="102" dur="350"/>
                            <p:tgtEl>
                              <p:spTgt spid="3"/>
                            </p:tgtEl>
                          </p:cBhvr>
                        </p:animEffect>
                      </p:childTnLst>
                    </p:cTn>
                  </p:par>
                  <p:par>
                    <p:cTn id="103" presetID="10" presetClass="entr" presetSubtype="0" fill="hold" grpId="29" nodeType="withEffect">
                      <p:stCondLst>
                        <p:cond delay="2030"/>
                      </p:stCondLst>
                      <p:childTnLst>
                        <p:set>
                          <p:cBhvr>
                            <p:cTn id="104" dur="1" fill="hold"/>
                            <p:tgtEl>
                              <p:spTgt spid="4"/>
                            </p:tgtEl>
                            <p:attrNameLst>
                              <p:attrName>style.visibility</p:attrName>
                            </p:attrNameLst>
                          </p:cBhvr>
                          <p:to>
                            <p:strVal val="visible"/>
                          </p:to>
                        </p:set>
                        <p:animEffect transition="in" filter="wipe(right)">
                          <p:cBhvr>
                            <p:cTn id="105" dur="350"/>
                            <p:tgtEl>
                              <p:spTgt spid="4"/>
                            </p:tgtEl>
                          </p:cBhvr>
                        </p:animEffect>
                      </p:childTnLst>
                    </p:cTn>
                  </p:par>
                  <p:par>
                    <p:cTn id="106" presetID="10" presetClass="entr" presetSubtype="0" fill="hold" grpId="30" nodeType="withEffect">
                      <p:stCondLst>
                        <p:cond delay="2100"/>
                      </p:stCondLst>
                      <p:childTnLst>
                        <p:set>
                          <p:cBhvr>
                            <p:cTn id="107" dur="1" fill="hold"/>
                            <p:tgtEl>
                              <p:spTgt spid="5"/>
                            </p:tgtEl>
                            <p:attrNameLst>
                              <p:attrName>style.visibility</p:attrName>
                            </p:attrNameLst>
                          </p:cBhvr>
                          <p:to>
                            <p:strVal val="visible"/>
                          </p:to>
                        </p:set>
                        <p:animEffect transition="in" filter="wipe(left)">
                          <p:cBhvr>
                            <p:cTn id="108" dur="350"/>
                            <p:tgtEl>
                              <p:spTgt spid="5"/>
                            </p:tgtEl>
                          </p:cBhvr>
                        </p:animEffect>
                      </p:childTnLst>
                    </p:cTn>
                  </p:par>
                  <p:par>
                    <p:cTn id="109" presetID="10" presetClass="entr" presetSubtype="0" fill="hold" grpId="31" nodeType="withEffect">
                      <p:stCondLst>
                        <p:cond delay="2170"/>
                      </p:stCondLst>
                      <p:childTnLst>
                        <p:set>
                          <p:cBhvr>
                            <p:cTn id="110" dur="1" fill="hold"/>
                            <p:tgtEl>
                              <p:spTgt spid="6"/>
                            </p:tgtEl>
                            <p:attrNameLst>
                              <p:attrName>style.visibility</p:attrName>
                            </p:attrNameLst>
                          </p:cBhvr>
                          <p:to>
                            <p:strVal val="visible"/>
                          </p:to>
                        </p:set>
                        <p:animEffect transition="in" filter="wipe(right)">
                          <p:cBhvr>
                            <p:cTn id="111" dur="350"/>
                            <p:tgtEl>
                              <p:spTgt spid="6"/>
                            </p:tgtEl>
                          </p:cBhvr>
                        </p:animEffect>
                      </p:childTnLst>
                    </p:cTn>
                  </p:par>
                  <p:par>
                    <p:cTn id="112" presetID="10" presetClass="entr" presetSubtype="0" fill="hold" grpId="32" nodeType="withEffect">
                      <p:stCondLst>
                        <p:cond delay="2240"/>
                      </p:stCondLst>
                      <p:childTnLst>
                        <p:set>
                          <p:cBhvr>
                            <p:cTn id="113" dur="1" fill="hold"/>
                            <p:tgtEl>
                              <p:spTgt spid="7"/>
                            </p:tgtEl>
                            <p:attrNameLst>
                              <p:attrName>style.visibility</p:attrName>
                            </p:attrNameLst>
                          </p:cBhvr>
                          <p:to>
                            <p:strVal val="visible"/>
                          </p:to>
                        </p:set>
                        <p:animEffect transition="in" filter="wipe(left)">
                          <p:cBhvr>
                            <p:cTn id="114" dur="350"/>
                            <p:tgtEl>
                              <p:spTgt spid="7"/>
                            </p:tgtEl>
                          </p:cBhvr>
                        </p:animEffect>
                      </p:childTnLst>
                    </p:cTn>
                  </p:par>
                  <p:par>
                    <p:cTn id="115" presetID="10" presetClass="entr" presetSubtype="0" fill="hold" grpId="33" nodeType="withEffect">
                      <p:stCondLst>
                        <p:cond delay="2310"/>
                      </p:stCondLst>
                      <p:childTnLst>
                        <p:set>
                          <p:cBhvr>
                            <p:cTn id="116" dur="1" fill="hold"/>
                            <p:tgtEl>
                              <p:spTgt spid="8"/>
                            </p:tgtEl>
                            <p:attrNameLst>
                              <p:attrName>style.visibility</p:attrName>
                            </p:attrNameLst>
                          </p:cBhvr>
                          <p:to>
                            <p:strVal val="visible"/>
                          </p:to>
                        </p:set>
                        <p:animEffect transition="in" filter="wipe(right)">
                          <p:cBhvr>
                            <p:cTn id="117" dur="350"/>
                            <p:tgtEl>
                              <p:spTgt spid="8"/>
                            </p:tgtEl>
                          </p:cBhvr>
                        </p:animEffect>
                      </p:childTnLst>
                    </p:cTn>
                  </p:par>
                  <p:par>
                    <p:cTn id="118" presetID="10" presetClass="entr" presetSubtype="0" fill="hold" grpId="34" nodeType="withEffect">
                      <p:stCondLst>
                        <p:cond delay="2380"/>
                      </p:stCondLst>
                      <p:childTnLst>
                        <p:set>
                          <p:cBhvr>
                            <p:cTn id="119" dur="1" fill="hold"/>
                            <p:tgtEl>
                              <p:spTgt spid="9"/>
                            </p:tgtEl>
                            <p:attrNameLst>
                              <p:attrName>style.visibility</p:attrName>
                            </p:attrNameLst>
                          </p:cBhvr>
                          <p:to>
                            <p:strVal val="visible"/>
                          </p:to>
                        </p:set>
                        <p:animEffect transition="in" filter="wipe(left)">
                          <p:cBhvr>
                            <p:cTn id="120" dur="350"/>
                            <p:tgtEl>
                              <p:spTgt spid="9"/>
                            </p:tgtEl>
                          </p:cBhvr>
                        </p:animEffect>
                      </p:childTnLst>
                    </p:cTn>
                  </p:par>
                  <p:par>
                    <p:cTn id="121" presetID="10" presetClass="entr" presetSubtype="0" fill="hold" grpId="35" nodeType="withEffect">
                      <p:stCondLst>
                        <p:cond delay="2450"/>
                      </p:stCondLst>
                      <p:childTnLst>
                        <p:set>
                          <p:cBhvr>
                            <p:cTn id="122" dur="1" fill="hold"/>
                            <p:tgtEl>
                              <p:spTgt spid="10"/>
                            </p:tgtEl>
                            <p:attrNameLst>
                              <p:attrName>style.visibility</p:attrName>
                            </p:attrNameLst>
                          </p:cBhvr>
                          <p:to>
                            <p:strVal val="visible"/>
                          </p:to>
                        </p:set>
                        <p:animEffect transition="in" filter="wipe(right)">
                          <p:cBhvr>
                            <p:cTn id="123" dur="350"/>
                            <p:tgtEl>
                              <p:spTgt spid="10"/>
                            </p:tgtEl>
                          </p:cBhvr>
                        </p:animEffect>
                      </p:childTnLst>
                    </p:cTn>
                  </p:par>
                  <p:par>
                    <p:cTn id="124" presetID="10" presetClass="entr" presetSubtype="0" fill="hold" grpId="36" nodeType="withEffect">
                      <p:stCondLst>
                        <p:cond delay="2520"/>
                      </p:stCondLst>
                      <p:childTnLst>
                        <p:set>
                          <p:cBhvr>
                            <p:cTn id="125" dur="1" fill="hold"/>
                            <p:tgtEl>
                              <p:spTgt spid="11"/>
                            </p:tgtEl>
                            <p:attrNameLst>
                              <p:attrName>style.visibility</p:attrName>
                            </p:attrNameLst>
                          </p:cBhvr>
                          <p:to>
                            <p:strVal val="visible"/>
                          </p:to>
                        </p:set>
                        <p:animEffect transition="in" filter="wipe(left)">
                          <p:cBhvr>
                            <p:cTn id="126" dur="350"/>
                            <p:tgtEl>
                              <p:spTgt spid="11"/>
                            </p:tgtEl>
                          </p:cBhvr>
                        </p:animEffect>
                      </p:childTnLst>
                    </p:cTn>
                  </p:par>
                  <p:par>
                    <p:cTn id="127" presetID="10" presetClass="entr" presetSubtype="0" fill="hold" grpId="37" nodeType="withEffect">
                      <p:stCondLst>
                        <p:cond delay="2590"/>
                      </p:stCondLst>
                      <p:childTnLst>
                        <p:set>
                          <p:cBhvr>
                            <p:cTn id="128" dur="1" fill="hold"/>
                            <p:tgtEl>
                              <p:spTgt spid="16"/>
                            </p:tgtEl>
                            <p:attrNameLst>
                              <p:attrName>style.visibility</p:attrName>
                            </p:attrNameLst>
                          </p:cBhvr>
                          <p:to>
                            <p:strVal val="visible"/>
                          </p:to>
                        </p:set>
                        <p:animEffect transition="in" filter="wipe(right)">
                          <p:cBhvr>
                            <p:cTn id="129" dur="350"/>
                            <p:tgtEl>
                              <p:spTgt spid="16"/>
                            </p:tgtEl>
                          </p:cBhvr>
                        </p:animEffect>
                      </p:childTnLst>
                    </p:cTn>
                  </p:par>
                  <p:par>
                    <p:cTn id="130" presetID="10" presetClass="entr" presetSubtype="0" fill="hold" grpId="38" nodeType="withEffect">
                      <p:stCondLst>
                        <p:cond delay="2660"/>
                      </p:stCondLst>
                      <p:childTnLst>
                        <p:set>
                          <p:cBhvr>
                            <p:cTn id="131" dur="1" fill="hold"/>
                            <p:tgtEl>
                              <p:spTgt spid="17"/>
                            </p:tgtEl>
                            <p:attrNameLst>
                              <p:attrName>style.visibility</p:attrName>
                            </p:attrNameLst>
                          </p:cBhvr>
                          <p:to>
                            <p:strVal val="visible"/>
                          </p:to>
                        </p:set>
                        <p:animEffect transition="in" filter="wipe(left)">
                          <p:cBhvr>
                            <p:cTn id="132" dur="350"/>
                            <p:tgtEl>
                              <p:spTgt spid="17"/>
                            </p:tgtEl>
                          </p:cBhvr>
                        </p:animEffect>
                      </p:childTnLst>
                    </p:cTn>
                  </p:par>
                  <p:par>
                    <p:cTn id="133" presetID="10" presetClass="entr" presetSubtype="0" fill="hold" grpId="39" nodeType="withEffect">
                      <p:stCondLst>
                        <p:cond delay="2730"/>
                      </p:stCondLst>
                      <p:childTnLst>
                        <p:set>
                          <p:cBhvr>
                            <p:cTn id="134" dur="1" fill="hold"/>
                            <p:tgtEl>
                              <p:spTgt spid="18"/>
                            </p:tgtEl>
                            <p:attrNameLst>
                              <p:attrName>style.visibility</p:attrName>
                            </p:attrNameLst>
                          </p:cBhvr>
                          <p:to>
                            <p:strVal val="visible"/>
                          </p:to>
                        </p:set>
                        <p:animEffect transition="in" filter="wipe(right)">
                          <p:cBhvr>
                            <p:cTn id="135" dur="350"/>
                            <p:tgtEl>
                              <p:spTgt spid="18"/>
                            </p:tgtEl>
                          </p:cBhvr>
                        </p:animEffect>
                      </p:childTnLst>
                    </p:cTn>
                  </p:par>
                  <p:par>
                    <p:cTn id="136" presetID="10" presetClass="entr" presetSubtype="0" fill="hold" grpId="40" nodeType="withEffect">
                      <p:stCondLst>
                        <p:cond delay="2800"/>
                      </p:stCondLst>
                      <p:childTnLst>
                        <p:set>
                          <p:cBhvr>
                            <p:cTn id="137" dur="1" fill="hold"/>
                            <p:tgtEl>
                              <p:spTgt spid="19"/>
                            </p:tgtEl>
                            <p:attrNameLst>
                              <p:attrName>style.visibility</p:attrName>
                            </p:attrNameLst>
                          </p:cBhvr>
                          <p:to>
                            <p:strVal val="visible"/>
                          </p:to>
                        </p:set>
                        <p:animEffect transition="in" filter="wipe(left)">
                          <p:cBhvr>
                            <p:cTn id="138" dur="350"/>
                            <p:tgtEl>
                              <p:spTgt spid="19"/>
                            </p:tgtEl>
                          </p:cBhvr>
                        </p:animEffect>
                      </p:childTnLst>
                    </p:cTn>
                  </p:par>
                  <p:par>
                    <p:cTn id="139" presetID="10" presetClass="entr" presetSubtype="0" fill="hold" grpId="41" nodeType="withEffect">
                      <p:stCondLst>
                        <p:cond delay="2870"/>
                      </p:stCondLst>
                      <p:childTnLst>
                        <p:set>
                          <p:cBhvr>
                            <p:cTn id="140" dur="1" fill="hold"/>
                            <p:tgtEl>
                              <p:spTgt spid="20"/>
                            </p:tgtEl>
                            <p:attrNameLst>
                              <p:attrName>style.visibility</p:attrName>
                            </p:attrNameLst>
                          </p:cBhvr>
                          <p:to>
                            <p:strVal val="visible"/>
                          </p:to>
                        </p:set>
                        <p:animEffect transition="in" filter="wipe(right)">
                          <p:cBhvr>
                            <p:cTn id="141" dur="350"/>
                            <p:tgtEl>
                              <p:spTgt spid="20"/>
                            </p:tgtEl>
                          </p:cBhvr>
                        </p:animEffect>
                      </p:childTnLst>
                    </p:cTn>
                  </p:par>
                  <p:par>
                    <p:cTn id="142" presetID="10" presetClass="entr" presetSubtype="0" fill="hold" grpId="42" nodeType="withEffect">
                      <p:stCondLst>
                        <p:cond delay="2940"/>
                      </p:stCondLst>
                      <p:childTnLst>
                        <p:set>
                          <p:cBhvr>
                            <p:cTn id="143" dur="1" fill="hold"/>
                            <p:tgtEl>
                              <p:spTgt spid="21"/>
                            </p:tgtEl>
                            <p:attrNameLst>
                              <p:attrName>style.visibility</p:attrName>
                            </p:attrNameLst>
                          </p:cBhvr>
                          <p:to>
                            <p:strVal val="visible"/>
                          </p:to>
                        </p:set>
                        <p:animEffect transition="in" filter="wipe(left)">
                          <p:cBhvr>
                            <p:cTn id="144" dur="350"/>
                            <p:tgtEl>
                              <p:spTgt spid="21"/>
                            </p:tgtEl>
                          </p:cBhvr>
                        </p:animEffect>
                      </p:childTnLst>
                    </p:cTn>
                  </p:par>
                  <p:par>
                    <p:cTn id="145" presetID="10" presetClass="entr" presetSubtype="0" fill="hold" grpId="43" nodeType="withEffect">
                      <p:stCondLst>
                        <p:cond delay="3010"/>
                      </p:stCondLst>
                      <p:childTnLst>
                        <p:set>
                          <p:cBhvr>
                            <p:cTn id="146" dur="1" fill="hold"/>
                            <p:tgtEl>
                              <p:spTgt spid="22"/>
                            </p:tgtEl>
                            <p:attrNameLst>
                              <p:attrName>style.visibility</p:attrName>
                            </p:attrNameLst>
                          </p:cBhvr>
                          <p:to>
                            <p:strVal val="visible"/>
                          </p:to>
                        </p:set>
                        <p:animEffect transition="in" filter="wipe(right)">
                          <p:cBhvr>
                            <p:cTn id="147" dur="350"/>
                            <p:tgtEl>
                              <p:spTgt spid="22"/>
                            </p:tgtEl>
                          </p:cBhvr>
                        </p:animEffect>
                      </p:childTnLst>
                    </p:cTn>
                  </p:par>
                  <p:par>
                    <p:cTn id="148" presetID="10" presetClass="entr" presetSubtype="0" fill="hold" grpId="44" nodeType="withEffect">
                      <p:stCondLst>
                        <p:cond delay="3080"/>
                      </p:stCondLst>
                      <p:childTnLst>
                        <p:set>
                          <p:cBhvr>
                            <p:cTn id="149" dur="1" fill="hold"/>
                            <p:tgtEl>
                              <p:spTgt spid="23"/>
                            </p:tgtEl>
                            <p:attrNameLst>
                              <p:attrName>style.visibility</p:attrName>
                            </p:attrNameLst>
                          </p:cBhvr>
                          <p:to>
                            <p:strVal val="visible"/>
                          </p:to>
                        </p:set>
                        <p:animEffect transition="in" filter="wipe(left)">
                          <p:cBhvr>
                            <p:cTn id="150" dur="350"/>
                            <p:tgtEl>
                              <p:spTgt spid="23"/>
                            </p:tgtEl>
                          </p:cBhvr>
                        </p:animEffect>
                      </p:childTnLst>
                    </p:cTn>
                  </p:par>
                  <p:par>
                    <p:cTn id="151" presetID="10" presetClass="entr" presetSubtype="0" fill="hold" grpId="45" nodeType="withEffect">
                      <p:stCondLst>
                        <p:cond delay="3150"/>
                      </p:stCondLst>
                      <p:childTnLst>
                        <p:set>
                          <p:cBhvr>
                            <p:cTn id="152" dur="1" fill="hold"/>
                            <p:tgtEl>
                              <p:spTgt spid="24"/>
                            </p:tgtEl>
                            <p:attrNameLst>
                              <p:attrName>style.visibility</p:attrName>
                            </p:attrNameLst>
                          </p:cBhvr>
                          <p:to>
                            <p:strVal val="visible"/>
                          </p:to>
                        </p:set>
                        <p:animEffect transition="in" filter="wipe(right)">
                          <p:cBhvr>
                            <p:cTn id="153" dur="350"/>
                            <p:tgtEl>
                              <p:spTgt spid="24"/>
                            </p:tgtEl>
                          </p:cBhvr>
                        </p:animEffect>
                      </p:childTnLst>
                    </p:cTn>
                  </p:par>
                  <p:par>
                    <p:cTn id="154" presetID="10" presetClass="entr" presetSubtype="0" fill="hold" grpId="46" nodeType="withEffect">
                      <p:stCondLst>
                        <p:cond delay="3220"/>
                      </p:stCondLst>
                      <p:childTnLst>
                        <p:set>
                          <p:cBhvr>
                            <p:cTn id="155" dur="1" fill="hold"/>
                            <p:tgtEl>
                              <p:spTgt spid="25"/>
                            </p:tgtEl>
                            <p:attrNameLst>
                              <p:attrName>style.visibility</p:attrName>
                            </p:attrNameLst>
                          </p:cBhvr>
                          <p:to>
                            <p:strVal val="visible"/>
                          </p:to>
                        </p:set>
                        <p:animEffect transition="in" filter="wipe(left)">
                          <p:cBhvr>
                            <p:cTn id="156" dur="350"/>
                            <p:tgtEl>
                              <p:spTgt spid="25"/>
                            </p:tgtEl>
                          </p:cBhvr>
                        </p:animEffect>
                      </p:childTnLst>
                    </p:cTn>
                  </p:par>
                  <p:par>
                    <p:cTn id="157" presetID="10" presetClass="entr" presetSubtype="0" fill="hold" grpId="47" nodeType="withEffect">
                      <p:stCondLst>
                        <p:cond delay="3290"/>
                      </p:stCondLst>
                      <p:childTnLst>
                        <p:set>
                          <p:cBhvr>
                            <p:cTn id="158" dur="1" fill="hold"/>
                            <p:tgtEl>
                              <p:spTgt spid="26"/>
                            </p:tgtEl>
                            <p:attrNameLst>
                              <p:attrName>style.visibility</p:attrName>
                            </p:attrNameLst>
                          </p:cBhvr>
                          <p:to>
                            <p:strVal val="visible"/>
                          </p:to>
                        </p:set>
                        <p:animEffect transition="in" filter="wipe(right)">
                          <p:cBhvr>
                            <p:cTn id="159" dur="350"/>
                            <p:tgtEl>
                              <p:spTgt spid="26"/>
                            </p:tgtEl>
                          </p:cBhvr>
                        </p:animEffect>
                      </p:childTnLst>
                    </p:cTn>
                  </p:par>
                  <p:par>
                    <p:cTn id="160" presetID="10" presetClass="entr" presetSubtype="0" fill="hold" grpId="48" nodeType="withEffect">
                      <p:stCondLst>
                        <p:cond delay="3360"/>
                      </p:stCondLst>
                      <p:childTnLst>
                        <p:set>
                          <p:cBhvr>
                            <p:cTn id="161" dur="1" fill="hold"/>
                            <p:tgtEl>
                              <p:spTgt spid="27"/>
                            </p:tgtEl>
                            <p:attrNameLst>
                              <p:attrName>style.visibility</p:attrName>
                            </p:attrNameLst>
                          </p:cBhvr>
                          <p:to>
                            <p:strVal val="visible"/>
                          </p:to>
                        </p:set>
                        <p:animEffect transition="in" filter="wipe(left)">
                          <p:cBhvr>
                            <p:cTn id="162" dur="350"/>
                            <p:tgtEl>
                              <p:spTgt spid="27"/>
                            </p:tgtEl>
                          </p:cBhvr>
                        </p:animEffect>
                      </p:childTnLst>
                    </p:cTn>
                  </p:par>
                  <p:par>
                    <p:cTn id="163" presetID="10" presetClass="entr" presetSubtype="0" fill="hold" grpId="49" nodeType="withEffect">
                      <p:stCondLst>
                        <p:cond delay="3430"/>
                      </p:stCondLst>
                      <p:childTnLst>
                        <p:set>
                          <p:cBhvr>
                            <p:cTn id="164" dur="1" fill="hold"/>
                            <p:tgtEl>
                              <p:spTgt spid="28"/>
                            </p:tgtEl>
                            <p:attrNameLst>
                              <p:attrName>style.visibility</p:attrName>
                            </p:attrNameLst>
                          </p:cBhvr>
                          <p:to>
                            <p:strVal val="visible"/>
                          </p:to>
                        </p:set>
                        <p:animEffect transition="in" filter="wipe(right)">
                          <p:cBhvr>
                            <p:cTn id="165" dur="350"/>
                            <p:tgtEl>
                              <p:spTgt spid="28"/>
                            </p:tgtEl>
                          </p:cBhvr>
                        </p:animEffect>
                      </p:childTnLst>
                    </p:cTn>
                  </p:par>
                  <p:par>
                    <p:cTn id="166" presetID="10" presetClass="entr" presetSubtype="0" fill="hold" grpId="50" nodeType="withEffect">
                      <p:stCondLst>
                        <p:cond delay="3500"/>
                      </p:stCondLst>
                      <p:childTnLst>
                        <p:set>
                          <p:cBhvr>
                            <p:cTn id="167" dur="1" fill="hold"/>
                            <p:tgtEl>
                              <p:spTgt spid="29"/>
                            </p:tgtEl>
                            <p:attrNameLst>
                              <p:attrName>style.visibility</p:attrName>
                            </p:attrNameLst>
                          </p:cBhvr>
                          <p:to>
                            <p:strVal val="visible"/>
                          </p:to>
                        </p:set>
                        <p:animEffect transition="in" filter="wipe(left)">
                          <p:cBhvr>
                            <p:cTn id="168" dur="350"/>
                            <p:tgtEl>
                              <p:spTgt spid="29"/>
                            </p:tgtEl>
                          </p:cBhvr>
                        </p:animEffect>
                      </p:childTnLst>
                    </p:cTn>
                  </p:par>
                  <p:par>
                    <p:cTn id="169" presetID="10" presetClass="entr" presetSubtype="0" fill="hold" grpId="51" nodeType="withEffect">
                      <p:stCondLst>
                        <p:cond delay="3570"/>
                      </p:stCondLst>
                      <p:childTnLst>
                        <p:set>
                          <p:cBhvr>
                            <p:cTn id="170" dur="1" fill="hold"/>
                            <p:tgtEl>
                              <p:spTgt spid="30"/>
                            </p:tgtEl>
                            <p:attrNameLst>
                              <p:attrName>style.visibility</p:attrName>
                            </p:attrNameLst>
                          </p:cBhvr>
                          <p:to>
                            <p:strVal val="visible"/>
                          </p:to>
                        </p:set>
                        <p:animEffect transition="in" filter="wipe(right)">
                          <p:cBhvr>
                            <p:cTn id="171" dur="350"/>
                            <p:tgtEl>
                              <p:spTgt spid="30"/>
                            </p:tgtEl>
                          </p:cBhvr>
                        </p:animEffect>
                      </p:childTnLst>
                    </p:cTn>
                  </p:par>
                  <p:par>
                    <p:cTn id="172" presetID="10" presetClass="entr" presetSubtype="0" fill="hold" grpId="52" nodeType="withEffect">
                      <p:stCondLst>
                        <p:cond delay="3640"/>
                      </p:stCondLst>
                      <p:childTnLst>
                        <p:set>
                          <p:cBhvr>
                            <p:cTn id="173" dur="1" fill="hold"/>
                            <p:tgtEl>
                              <p:spTgt spid="31"/>
                            </p:tgtEl>
                            <p:attrNameLst>
                              <p:attrName>style.visibility</p:attrName>
                            </p:attrNameLst>
                          </p:cBhvr>
                          <p:to>
                            <p:strVal val="visible"/>
                          </p:to>
                        </p:set>
                        <p:animEffect transition="in" filter="wipe(left)">
                          <p:cBhvr>
                            <p:cTn id="174" dur="350"/>
                            <p:tgtEl>
                              <p:spTgt spid="31"/>
                            </p:tgtEl>
                          </p:cBhvr>
                        </p:animEffect>
                      </p:childTnLst>
                    </p:cTn>
                  </p:par>
                  <p:par>
                    <p:cTn id="175" presetID="10" presetClass="entr" presetSubtype="0" fill="hold" grpId="53" nodeType="withEffect">
                      <p:stCondLst>
                        <p:cond delay="3710"/>
                      </p:stCondLst>
                      <p:childTnLst>
                        <p:set>
                          <p:cBhvr>
                            <p:cTn id="176" dur="1" fill="hold"/>
                            <p:tgtEl>
                              <p:spTgt spid="32"/>
                            </p:tgtEl>
                            <p:attrNameLst>
                              <p:attrName>style.visibility</p:attrName>
                            </p:attrNameLst>
                          </p:cBhvr>
                          <p:to>
                            <p:strVal val="visible"/>
                          </p:to>
                        </p:set>
                        <p:animEffect transition="in" filter="wipe(right)">
                          <p:cBhvr>
                            <p:cTn id="177" dur="350"/>
                            <p:tgtEl>
                              <p:spTgt spid="32"/>
                            </p:tgtEl>
                          </p:cBhvr>
                        </p:animEffect>
                      </p:childTnLst>
                    </p:cTn>
                  </p:par>
                  <p:par>
                    <p:cTn id="178" presetID="10" presetClass="entr" presetSubtype="0" fill="hold" grpId="54" nodeType="withEffect">
                      <p:stCondLst>
                        <p:cond delay="3780"/>
                      </p:stCondLst>
                      <p:childTnLst>
                        <p:set>
                          <p:cBhvr>
                            <p:cTn id="179" dur="1" fill="hold"/>
                            <p:tgtEl>
                              <p:spTgt spid="33"/>
                            </p:tgtEl>
                            <p:attrNameLst>
                              <p:attrName>style.visibility</p:attrName>
                            </p:attrNameLst>
                          </p:cBhvr>
                          <p:to>
                            <p:strVal val="visible"/>
                          </p:to>
                        </p:set>
                        <p:animEffect transition="in" filter="wipe(left)">
                          <p:cBhvr>
                            <p:cTn id="180" dur="350"/>
                            <p:tgtEl>
                              <p:spTgt spid="33"/>
                            </p:tgtEl>
                          </p:cBhvr>
                        </p:animEffect>
                      </p:childTnLst>
                    </p:cTn>
                  </p:par>
                  <p:par>
                    <p:cTn id="181" presetID="10" presetClass="entr" presetSubtype="0" fill="hold" grpId="55" nodeType="withEffect">
                      <p:stCondLst>
                        <p:cond delay="3850"/>
                      </p:stCondLst>
                      <p:childTnLst>
                        <p:set>
                          <p:cBhvr>
                            <p:cTn id="182" dur="1" fill="hold"/>
                            <p:tgtEl>
                              <p:spTgt spid="34"/>
                            </p:tgtEl>
                            <p:attrNameLst>
                              <p:attrName>style.visibility</p:attrName>
                            </p:attrNameLst>
                          </p:cBhvr>
                          <p:to>
                            <p:strVal val="visible"/>
                          </p:to>
                        </p:set>
                        <p:animEffect transition="in" filter="wipe(right)">
                          <p:cBhvr>
                            <p:cTn id="183" dur="350"/>
                            <p:tgtEl>
                              <p:spTgt spid="34"/>
                            </p:tgtEl>
                          </p:cBhvr>
                        </p:animEffect>
                      </p:childTnLst>
                    </p:cTn>
                  </p:par>
                  <p:par>
                    <p:cTn id="184" presetID="10" presetClass="entr" presetSubtype="0" fill="hold" grpId="56" nodeType="withEffect">
                      <p:stCondLst>
                        <p:cond delay="3920"/>
                      </p:stCondLst>
                      <p:childTnLst>
                        <p:set>
                          <p:cBhvr>
                            <p:cTn id="185" dur="1" fill="hold"/>
                            <p:tgtEl>
                              <p:spTgt spid="35"/>
                            </p:tgtEl>
                            <p:attrNameLst>
                              <p:attrName>style.visibility</p:attrName>
                            </p:attrNameLst>
                          </p:cBhvr>
                          <p:to>
                            <p:strVal val="visible"/>
                          </p:to>
                        </p:set>
                        <p:animEffect transition="in" filter="wipe(left)">
                          <p:cBhvr>
                            <p:cTn id="186" dur="350"/>
                            <p:tgtEl>
                              <p:spTgt spid="35"/>
                            </p:tgtEl>
                          </p:cBhvr>
                        </p:animEffect>
                      </p:childTnLst>
                    </p:cTn>
                  </p:par>
                </p:childTnLst>
              </p:cTn>
            </p:par>
          </p:childTnLst>
        </p:cTn>
      </p:par>
    </p:tnLst>
    <p:bldLst>
      <p:bldP spid="580" grpId="0" uiExpand="1" build="p"/>
      <p:bldP spid="581" grpId="1" uiExpand="1" build="p"/>
      <p:bldP spid="582" grpId="2" uiExpand="1" build="p"/>
      <p:bldP spid="583" grpId="3" uiExpand="1" build="p"/>
      <p:bldP spid="584" grpId="4" uiExpand="1" build="p"/>
      <p:bldP spid="585" grpId="5" uiExpand="1" build="p"/>
      <p:bldP spid="586" grpId="6" uiExpand="1" build="p"/>
      <p:bldP spid="587" grpId="7" uiExpand="1" build="p"/>
      <p:bldP spid="588" grpId="8" uiExpand="1" build="p"/>
      <p:bldP spid="589" grpId="9" uiExpand="1" build="p"/>
      <p:bldP spid="590" grpId="10" uiExpand="1" build="p"/>
      <p:bldP spid="591" grpId="11" uiExpand="1" build="p"/>
      <p:bldP spid="592" grpId="12" uiExpand="1" build="p"/>
      <p:bldP spid="593" grpId="13" uiExpand="1" build="p"/>
      <p:bldP spid="594" grpId="14" uiExpand="1" build="p"/>
      <p:bldP spid="595" grpId="15" uiExpand="1" build="p"/>
      <p:bldP spid="596" grpId="16" uiExpand="1" build="p"/>
      <p:bldP spid="597" grpId="17" uiExpand="1" build="p"/>
      <p:bldP spid="598" grpId="18" uiExpand="1" build="p"/>
      <p:bldP spid="599" grpId="19" uiExpand="1" build="p"/>
      <p:bldP spid="600" grpId="20" uiExpand="1" build="p"/>
      <p:bldP spid="601" grpId="21" uiExpand="1" build="p"/>
      <p:bldP spid="602" grpId="22" uiExpand="1" build="p"/>
      <p:bldP spid="603" grpId="23" uiExpand="1" build="p"/>
      <p:bldP spid="604" grpId="24" uiExpand="1" build="p"/>
      <p:bldP spid="605" grpId="25" uiExpand="1" build="p"/>
      <p:bldP spid="606" grpId="26" uiExpand="1" build="p"/>
      <p:bldP spid="2" grpId="27" uiExpand="1" build="p"/>
      <p:bldP spid="3" grpId="28" uiExpand="1" build="p"/>
      <p:bldP spid="4" grpId="29" uiExpand="1" build="p"/>
      <p:bldP spid="5" grpId="30" uiExpand="1" build="p"/>
      <p:bldP spid="6" grpId="31" uiExpand="1" build="p"/>
      <p:bldP spid="7" grpId="32" uiExpand="1" build="p"/>
      <p:bldP spid="8" grpId="33" uiExpand="1" build="p"/>
      <p:bldP spid="9" grpId="34" uiExpand="1" build="p"/>
      <p:bldP spid="10" grpId="35" uiExpand="1" build="p"/>
      <p:bldP spid="11" grpId="36" uiExpand="1" build="p"/>
      <p:bldP spid="16" grpId="37" uiExpand="1" build="p"/>
      <p:bldP spid="17" grpId="38" uiExpand="1" build="p"/>
      <p:bldP spid="18" grpId="39" uiExpand="1" build="p"/>
      <p:bldP spid="19" grpId="40" uiExpand="1" build="p"/>
      <p:bldP spid="20" grpId="41" uiExpand="1" build="p"/>
      <p:bldP spid="21" grpId="42" uiExpand="1" build="p"/>
      <p:bldP spid="22" grpId="43" uiExpand="1" build="p"/>
      <p:bldP spid="23" grpId="44" uiExpand="1" build="p"/>
      <p:bldP spid="24" grpId="45" uiExpand="1" build="p"/>
      <p:bldP spid="25" grpId="46" uiExpand="1" build="p"/>
      <p:bldP spid="26" grpId="47" uiExpand="1" build="p"/>
      <p:bldP spid="27" grpId="48" uiExpand="1" build="p"/>
      <p:bldP spid="28" grpId="49" uiExpand="1" build="p"/>
      <p:bldP spid="29" grpId="50" uiExpand="1" build="p"/>
      <p:bldP spid="30" grpId="51" uiExpand="1" build="p"/>
      <p:bldP spid="31" grpId="52" uiExpand="1" build="p"/>
      <p:bldP spid="32" grpId="53" uiExpand="1" build="p"/>
      <p:bldP spid="33" grpId="54" uiExpand="1" build="p"/>
      <p:bldP spid="34" grpId="55" uiExpand="1" build="p"/>
      <p:bldP spid="35" grpId="56"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D1117"/>
        </a:solidFill>
        <a:effectLst/>
      </p:bgPr>
    </p:bg>
    <p:spTree>
      <p:nvGrpSpPr>
        <p:cNvPr id="1" name=""/>
        <p:cNvGrpSpPr/>
        <p:nvPr/>
      </p:nvGrpSpPr>
      <p:grpSpPr>
        <a:xfrm>
          <a:off x="0" y="0"/>
          <a:ext cx="0" cy="0"/>
          <a:chOff x="0" y="0"/>
          <a:chExt cx="0" cy="0"/>
        </a:xfrm>
      </p:grpSpPr>
      <p:sp>
        <p:nvSpPr>
          <p:cNvPr id="600" name="d600"/>
          <p:cNvSpPr/>
          <p:nvPr/>
        </p:nvSpPr>
        <p:spPr>
          <a:xfrm>
            <a:off x="-457200" y="1657350"/>
            <a:ext cx="1828800" cy="1828800"/>
          </a:xfrm>
          <a:prstGeom prst="ellipse">
            <a:avLst/>
          </a:prstGeom>
          <a:solidFill>
            <a:srgbClr val="2196F3">
              <a:alpha val="6000"/>
            </a:srgbClr>
          </a:solidFill>
          <a:ln>
            <a:noFill/>
          </a:ln>
        </p:spPr>
      </p:sp>
      <p:sp>
        <p:nvSpPr>
          <p:cNvPr id="601" name="d601"/>
          <p:cNvSpPr/>
          <p:nvPr/>
        </p:nvSpPr>
        <p:spPr>
          <a:xfrm>
            <a:off x="1371600" y="1657350"/>
            <a:ext cx="1828800" cy="1828800"/>
          </a:xfrm>
          <a:prstGeom prst="ellipse">
            <a:avLst/>
          </a:prstGeom>
          <a:solidFill>
            <a:srgbClr val="00BCD4">
              <a:alpha val="6000"/>
            </a:srgbClr>
          </a:solidFill>
          <a:ln>
            <a:noFill/>
          </a:ln>
        </p:spPr>
      </p:sp>
      <p:sp>
        <p:nvSpPr>
          <p:cNvPr id="602" name="d602"/>
          <p:cNvSpPr/>
          <p:nvPr/>
        </p:nvSpPr>
        <p:spPr>
          <a:xfrm>
            <a:off x="3200400" y="1657350"/>
            <a:ext cx="1828800" cy="1828800"/>
          </a:xfrm>
          <a:prstGeom prst="ellipse">
            <a:avLst/>
          </a:prstGeom>
          <a:solidFill>
            <a:srgbClr val="FF6D00">
              <a:alpha val="6000"/>
            </a:srgbClr>
          </a:solidFill>
          <a:ln>
            <a:noFill/>
          </a:ln>
        </p:spPr>
      </p:sp>
      <p:sp>
        <p:nvSpPr>
          <p:cNvPr id="603" name="d603"/>
          <p:cNvSpPr/>
          <p:nvPr/>
        </p:nvSpPr>
        <p:spPr>
          <a:xfrm>
            <a:off x="5029200" y="1657350"/>
            <a:ext cx="1828800" cy="1828800"/>
          </a:xfrm>
          <a:prstGeom prst="ellipse">
            <a:avLst/>
          </a:prstGeom>
          <a:solidFill>
            <a:srgbClr val="FF1744">
              <a:alpha val="6000"/>
            </a:srgbClr>
          </a:solidFill>
          <a:ln>
            <a:noFill/>
          </a:ln>
        </p:spPr>
      </p:sp>
      <p:sp>
        <p:nvSpPr>
          <p:cNvPr id="604" name="d604"/>
          <p:cNvSpPr/>
          <p:nvPr/>
        </p:nvSpPr>
        <p:spPr>
          <a:xfrm>
            <a:off x="6858000" y="1657350"/>
            <a:ext cx="1828800" cy="1828800"/>
          </a:xfrm>
          <a:prstGeom prst="ellipse">
            <a:avLst/>
          </a:prstGeom>
          <a:solidFill>
            <a:srgbClr val="00E676">
              <a:alpha val="6000"/>
            </a:srgbClr>
          </a:solidFill>
          <a:ln>
            <a:noFill/>
          </a:ln>
        </p:spPr>
      </p:sp>
      <p:sp>
        <p:nvSpPr>
          <p:cNvPr id="605" name="d605"/>
          <p:cNvSpPr/>
          <p:nvPr/>
        </p:nvSpPr>
        <p:spPr>
          <a:xfrm>
            <a:off x="0" y="2114550"/>
            <a:ext cx="914400" cy="914400"/>
          </a:xfrm>
          <a:prstGeom prst="ellipse">
            <a:avLst/>
          </a:prstGeom>
          <a:noFill/>
          <a:ln w="25400">
            <a:solidFill>
              <a:srgbClr val="2196F3">
                <a:alpha val="15000"/>
              </a:srgbClr>
            </a:solidFill>
          </a:ln>
          <a:effectLst>
            <a:glow rad="150000">
              <a:srgbClr val="2196F3">
                <a:alpha val="45000"/>
              </a:srgbClr>
            </a:glow>
          </a:effectLst>
        </p:spPr>
      </p:sp>
      <p:sp>
        <p:nvSpPr>
          <p:cNvPr id="606" name="d606"/>
          <p:cNvSpPr/>
          <p:nvPr/>
        </p:nvSpPr>
        <p:spPr>
          <a:xfrm>
            <a:off x="1828800" y="2114550"/>
            <a:ext cx="914400" cy="914400"/>
          </a:xfrm>
          <a:prstGeom prst="ellipse">
            <a:avLst/>
          </a:prstGeom>
          <a:noFill/>
          <a:ln w="25400">
            <a:solidFill>
              <a:srgbClr val="00BCD4">
                <a:alpha val="15000"/>
              </a:srgbClr>
            </a:solidFill>
          </a:ln>
          <a:effectLst>
            <a:glow rad="150000">
              <a:srgbClr val="00BCD4">
                <a:alpha val="45000"/>
              </a:srgbClr>
            </a:glow>
          </a:effectLst>
        </p:spPr>
      </p:sp>
      <p:sp>
        <p:nvSpPr>
          <p:cNvPr id="607" name="d607"/>
          <p:cNvSpPr/>
          <p:nvPr/>
        </p:nvSpPr>
        <p:spPr>
          <a:xfrm>
            <a:off x="3657600" y="2114550"/>
            <a:ext cx="914400" cy="914400"/>
          </a:xfrm>
          <a:prstGeom prst="ellipse">
            <a:avLst/>
          </a:prstGeom>
          <a:noFill/>
          <a:ln w="25400">
            <a:solidFill>
              <a:srgbClr val="FF6D00">
                <a:alpha val="15000"/>
              </a:srgbClr>
            </a:solidFill>
          </a:ln>
          <a:effectLst>
            <a:glow rad="150000">
              <a:srgbClr val="FF6D00">
                <a:alpha val="45000"/>
              </a:srgbClr>
            </a:glow>
          </a:effectLst>
        </p:spPr>
      </p:sp>
      <p:sp>
        <p:nvSpPr>
          <p:cNvPr id="608" name="d608"/>
          <p:cNvSpPr/>
          <p:nvPr/>
        </p:nvSpPr>
        <p:spPr>
          <a:xfrm>
            <a:off x="5486400" y="2114550"/>
            <a:ext cx="914400" cy="914400"/>
          </a:xfrm>
          <a:prstGeom prst="ellipse">
            <a:avLst/>
          </a:prstGeom>
          <a:noFill/>
          <a:ln w="25400">
            <a:solidFill>
              <a:srgbClr val="FF1744">
                <a:alpha val="15000"/>
              </a:srgbClr>
            </a:solidFill>
          </a:ln>
          <a:effectLst>
            <a:glow rad="150000">
              <a:srgbClr val="FF1744">
                <a:alpha val="45000"/>
              </a:srgbClr>
            </a:glow>
          </a:effectLst>
        </p:spPr>
      </p:sp>
      <p:sp>
        <p:nvSpPr>
          <p:cNvPr id="609" name="d609"/>
          <p:cNvSpPr/>
          <p:nvPr/>
        </p:nvSpPr>
        <p:spPr>
          <a:xfrm>
            <a:off x="7315200" y="2114550"/>
            <a:ext cx="914400" cy="914400"/>
          </a:xfrm>
          <a:prstGeom prst="ellipse">
            <a:avLst/>
          </a:prstGeom>
          <a:noFill/>
          <a:ln w="25400">
            <a:solidFill>
              <a:srgbClr val="00E676">
                <a:alpha val="15000"/>
              </a:srgbClr>
            </a:solidFill>
          </a:ln>
          <a:effectLst>
            <a:glow rad="150000">
              <a:srgbClr val="00E676">
                <a:alpha val="45000"/>
              </a:srgbClr>
            </a:glow>
          </a:effectLst>
        </p:spPr>
      </p:sp>
      <p:sp>
        <p:nvSpPr>
          <p:cNvPr id="610" name="d610"/>
          <p:cNvSpPr/>
          <p:nvPr/>
        </p:nvSpPr>
        <p:spPr>
          <a:xfrm>
            <a:off x="-1828800" y="-1828800"/>
            <a:ext cx="3657600" cy="3657600"/>
          </a:xfrm>
          <a:prstGeom prst="ellipse">
            <a:avLst/>
          </a:prstGeom>
          <a:solidFill>
            <a:srgbClr val="2196F3">
              <a:alpha val="5000"/>
            </a:srgbClr>
          </a:solidFill>
          <a:ln>
            <a:noFill/>
          </a:ln>
        </p:spPr>
      </p:sp>
      <p:sp>
        <p:nvSpPr>
          <p:cNvPr id="611" name="d611"/>
          <p:cNvSpPr/>
          <p:nvPr/>
        </p:nvSpPr>
        <p:spPr>
          <a:xfrm>
            <a:off x="7315200" y="3314700"/>
            <a:ext cx="3657600" cy="3657600"/>
          </a:xfrm>
          <a:prstGeom prst="ellipse">
            <a:avLst/>
          </a:prstGeom>
          <a:solidFill>
            <a:srgbClr val="00E676">
              <a:alpha val="5000"/>
            </a:srgbClr>
          </a:solidFill>
          <a:ln>
            <a:noFill/>
          </a:ln>
        </p:spPr>
      </p:sp>
      <p:sp>
        <p:nvSpPr>
          <p:cNvPr id="612" name="d612"/>
          <p:cNvSpPr/>
          <p:nvPr/>
        </p:nvSpPr>
        <p:spPr>
          <a:xfrm>
            <a:off x="1828800" y="-171450"/>
            <a:ext cx="5486400" cy="5486400"/>
          </a:xfrm>
          <a:prstGeom prst="ellipse">
            <a:avLst/>
          </a:prstGeom>
          <a:solidFill>
            <a:srgbClr val="FF6D00">
              <a:alpha val="3000"/>
            </a:srgbClr>
          </a:solidFill>
          <a:ln>
            <a:noFill/>
          </a:ln>
        </p:spPr>
      </p:sp>
      <p:sp>
        <p:nvSpPr>
          <p:cNvPr id="613" name="d613"/>
          <p:cNvSpPr/>
          <p:nvPr/>
        </p:nvSpPr>
        <p:spPr>
          <a:xfrm>
            <a:off x="0" y="371475"/>
            <a:ext cx="1828800" cy="1828800"/>
          </a:xfrm>
          <a:prstGeom prst="hexagon">
            <a:avLst/>
          </a:prstGeom>
          <a:noFill/>
          <a:ln w="25400">
            <a:solidFill>
              <a:srgbClr val="2196F3">
                <a:alpha val="10000"/>
              </a:srgbClr>
            </a:solidFill>
          </a:ln>
          <a:effectLst>
            <a:glow rad="200000">
              <a:srgbClr val="2196F3">
                <a:alpha val="30000"/>
              </a:srgbClr>
            </a:glow>
          </a:effectLst>
        </p:spPr>
      </p:sp>
      <p:sp>
        <p:nvSpPr>
          <p:cNvPr id="614" name="d614"/>
          <p:cNvSpPr/>
          <p:nvPr/>
        </p:nvSpPr>
        <p:spPr>
          <a:xfrm>
            <a:off x="7315200" y="2943225"/>
            <a:ext cx="1828800" cy="1828800"/>
          </a:xfrm>
          <a:prstGeom prst="hexagon">
            <a:avLst/>
          </a:prstGeom>
          <a:noFill/>
          <a:ln w="25400">
            <a:solidFill>
              <a:srgbClr val="00E676">
                <a:alpha val="10000"/>
              </a:srgbClr>
            </a:solidFill>
          </a:ln>
          <a:effectLst>
            <a:glow rad="200000">
              <a:srgbClr val="00E676">
                <a:alpha val="30000"/>
              </a:srgbClr>
            </a:glow>
          </a:effectLst>
        </p:spPr>
      </p:sp>
      <p:sp>
        <p:nvSpPr>
          <p:cNvPr id="615" name="d615"/>
          <p:cNvSpPr/>
          <p:nvPr/>
        </p:nvSpPr>
        <p:spPr>
          <a:xfrm>
            <a:off x="3200400" y="-457200"/>
            <a:ext cx="2743200" cy="2743200"/>
          </a:xfrm>
          <a:prstGeom prst="hexagon">
            <a:avLst/>
          </a:prstGeom>
          <a:noFill/>
          <a:ln w="25400">
            <a:solidFill>
              <a:srgbClr val="FF6D00">
                <a:alpha val="7000"/>
              </a:srgbClr>
            </a:solidFill>
          </a:ln>
          <a:effectLst>
            <a:glow rad="200000">
              <a:srgbClr val="FF6D00">
                <a:alpha val="27000"/>
              </a:srgbClr>
            </a:glow>
          </a:effectLst>
        </p:spPr>
      </p:sp>
      <p:sp>
        <p:nvSpPr>
          <p:cNvPr id="616" name="d616"/>
          <p:cNvSpPr/>
          <p:nvPr/>
        </p:nvSpPr>
        <p:spPr>
          <a:xfrm>
            <a:off x="152400" y="152400"/>
            <a:ext cx="304800" cy="304800"/>
          </a:xfrm>
          <a:prstGeom prst="star5">
            <a:avLst/>
          </a:prstGeom>
          <a:solidFill>
            <a:srgbClr val="00E676">
              <a:alpha val="20000"/>
            </a:srgbClr>
          </a:solidFill>
          <a:ln>
            <a:noFill/>
          </a:ln>
          <a:effectLst>
            <a:glow rad="101600">
              <a:srgbClr val="00E676">
                <a:alpha val="40000"/>
              </a:srgbClr>
            </a:glow>
          </a:effectLst>
        </p:spPr>
      </p:sp>
      <p:sp>
        <p:nvSpPr>
          <p:cNvPr id="617" name="d617"/>
          <p:cNvSpPr/>
          <p:nvPr/>
        </p:nvSpPr>
        <p:spPr>
          <a:xfrm>
            <a:off x="8686800" y="152400"/>
            <a:ext cx="304800" cy="304800"/>
          </a:xfrm>
          <a:prstGeom prst="star5">
            <a:avLst/>
          </a:prstGeom>
          <a:solidFill>
            <a:srgbClr val="2196F3">
              <a:alpha val="20000"/>
            </a:srgbClr>
          </a:solidFill>
          <a:ln>
            <a:noFill/>
          </a:ln>
          <a:effectLst>
            <a:glow rad="101600">
              <a:srgbClr val="2196F3">
                <a:alpha val="40000"/>
              </a:srgbClr>
            </a:glow>
          </a:effectLst>
        </p:spPr>
      </p:sp>
      <p:sp>
        <p:nvSpPr>
          <p:cNvPr id="618" name="d618"/>
          <p:cNvSpPr/>
          <p:nvPr/>
        </p:nvSpPr>
        <p:spPr>
          <a:xfrm>
            <a:off x="4419600" y="4686300"/>
            <a:ext cx="304800" cy="304800"/>
          </a:xfrm>
          <a:prstGeom prst="star5">
            <a:avLst/>
          </a:prstGeom>
          <a:solidFill>
            <a:srgbClr val="FF6D00">
              <a:alpha val="20000"/>
            </a:srgbClr>
          </a:solidFill>
          <a:ln>
            <a:noFill/>
          </a:ln>
          <a:effectLst>
            <a:glow rad="101600">
              <a:srgbClr val="FF6D00">
                <a:alpha val="40000"/>
              </a:srgbClr>
            </a:glow>
          </a:effectLst>
        </p:spPr>
      </p:sp>
      <p:sp>
        <p:nvSpPr>
          <p:cNvPr id="619" name="d619"/>
          <p:cNvSpPr/>
          <p:nvPr/>
        </p:nvSpPr>
        <p:spPr>
          <a:xfrm rot="300000">
            <a:off x="914400" y="448200"/>
            <a:ext cx="7315200" cy="18000"/>
          </a:xfrm>
          <a:prstGeom prst="rect">
            <a:avLst/>
          </a:prstGeom>
          <a:solidFill>
            <a:srgbClr val="00BCD4">
              <a:alpha val="6000"/>
            </a:srgbClr>
          </a:solidFill>
          <a:ln>
            <a:noFill/>
          </a:ln>
        </p:spPr>
      </p:sp>
      <p:sp>
        <p:nvSpPr>
          <p:cNvPr id="620" name="d620"/>
          <p:cNvSpPr/>
          <p:nvPr/>
        </p:nvSpPr>
        <p:spPr>
          <a:xfrm rot="-300000">
            <a:off x="914400" y="4677300"/>
            <a:ext cx="7315200" cy="18000"/>
          </a:xfrm>
          <a:prstGeom prst="rect">
            <a:avLst/>
          </a:prstGeom>
          <a:solidFill>
            <a:srgbClr val="FF6D00">
              <a:alpha val="6000"/>
            </a:srgbClr>
          </a:solidFill>
          <a:ln>
            <a:noFill/>
          </a:ln>
        </p:spPr>
      </p:sp>
      <p:sp>
        <p:nvSpPr>
          <p:cNvPr id="621" name="d621"/>
          <p:cNvSpPr/>
          <p:nvPr/>
        </p:nvSpPr>
        <p:spPr>
          <a:xfrm>
            <a:off x="269800" y="193600"/>
            <a:ext cx="70000" cy="70000"/>
          </a:xfrm>
          <a:prstGeom prst="ellipse">
            <a:avLst/>
          </a:prstGeom>
          <a:solidFill>
            <a:srgbClr val="2196F3">
              <a:alpha val="80000"/>
            </a:srgbClr>
          </a:solidFill>
          <a:ln>
            <a:noFill/>
          </a:ln>
        </p:spPr>
      </p:sp>
      <p:sp>
        <p:nvSpPr>
          <p:cNvPr id="622" name="d622"/>
          <p:cNvSpPr/>
          <p:nvPr/>
        </p:nvSpPr>
        <p:spPr>
          <a:xfrm>
            <a:off x="3013000" y="193600"/>
            <a:ext cx="70000" cy="70000"/>
          </a:xfrm>
          <a:prstGeom prst="ellipse">
            <a:avLst/>
          </a:prstGeom>
          <a:solidFill>
            <a:srgbClr val="00BCD4">
              <a:alpha val="70000"/>
            </a:srgbClr>
          </a:solidFill>
          <a:ln>
            <a:noFill/>
          </a:ln>
        </p:spPr>
      </p:sp>
      <p:sp>
        <p:nvSpPr>
          <p:cNvPr id="623" name="d623"/>
          <p:cNvSpPr/>
          <p:nvPr/>
        </p:nvSpPr>
        <p:spPr>
          <a:xfrm>
            <a:off x="6061000" y="193600"/>
            <a:ext cx="70000" cy="70000"/>
          </a:xfrm>
          <a:prstGeom prst="ellipse">
            <a:avLst/>
          </a:prstGeom>
          <a:solidFill>
            <a:srgbClr val="FF6D00">
              <a:alpha val="80000"/>
            </a:srgbClr>
          </a:solidFill>
          <a:ln>
            <a:noFill/>
          </a:ln>
        </p:spPr>
      </p:sp>
      <p:sp>
        <p:nvSpPr>
          <p:cNvPr id="624" name="d624"/>
          <p:cNvSpPr/>
          <p:nvPr/>
        </p:nvSpPr>
        <p:spPr>
          <a:xfrm>
            <a:off x="8804200" y="193600"/>
            <a:ext cx="70000" cy="70000"/>
          </a:xfrm>
          <a:prstGeom prst="ellipse">
            <a:avLst/>
          </a:prstGeom>
          <a:solidFill>
            <a:srgbClr val="00E676">
              <a:alpha val="70000"/>
            </a:srgbClr>
          </a:solidFill>
          <a:ln>
            <a:noFill/>
          </a:ln>
        </p:spPr>
      </p:sp>
      <p:sp>
        <p:nvSpPr>
          <p:cNvPr id="625" name="d625"/>
          <p:cNvSpPr/>
          <p:nvPr/>
        </p:nvSpPr>
        <p:spPr>
          <a:xfrm>
            <a:off x="193600" y="2536750"/>
            <a:ext cx="70000" cy="70000"/>
          </a:xfrm>
          <a:prstGeom prst="ellipse">
            <a:avLst/>
          </a:prstGeom>
          <a:solidFill>
            <a:srgbClr val="2196F3">
              <a:alpha val="60000"/>
            </a:srgbClr>
          </a:solidFill>
          <a:ln>
            <a:noFill/>
          </a:ln>
        </p:spPr>
      </p:sp>
      <p:sp>
        <p:nvSpPr>
          <p:cNvPr id="626" name="d626"/>
          <p:cNvSpPr/>
          <p:nvPr/>
        </p:nvSpPr>
        <p:spPr>
          <a:xfrm>
            <a:off x="8880400" y="2536750"/>
            <a:ext cx="70000" cy="70000"/>
          </a:xfrm>
          <a:prstGeom prst="ellipse">
            <a:avLst/>
          </a:prstGeom>
          <a:solidFill>
            <a:srgbClr val="FF1744">
              <a:alpha val="60000"/>
            </a:srgbClr>
          </a:solidFill>
          <a:ln>
            <a:noFill/>
          </a:ln>
        </p:spPr>
      </p:sp>
      <p:sp>
        <p:nvSpPr>
          <p:cNvPr id="627" name="d627"/>
          <p:cNvSpPr/>
          <p:nvPr/>
        </p:nvSpPr>
        <p:spPr>
          <a:xfrm>
            <a:off x="3013000" y="4803700"/>
            <a:ext cx="70000" cy="70000"/>
          </a:xfrm>
          <a:prstGeom prst="ellipse">
            <a:avLst/>
          </a:prstGeom>
          <a:solidFill>
            <a:srgbClr val="00BCD4">
              <a:alpha val="70000"/>
            </a:srgbClr>
          </a:solidFill>
          <a:ln>
            <a:noFill/>
          </a:ln>
        </p:spPr>
      </p:sp>
      <p:sp>
        <p:nvSpPr>
          <p:cNvPr id="628" name="d628"/>
          <p:cNvSpPr/>
          <p:nvPr/>
        </p:nvSpPr>
        <p:spPr>
          <a:xfrm>
            <a:off x="6061000" y="4803700"/>
            <a:ext cx="70000" cy="70000"/>
          </a:xfrm>
          <a:prstGeom prst="ellipse">
            <a:avLst/>
          </a:prstGeom>
          <a:solidFill>
            <a:srgbClr val="FF6D00">
              <a:alpha val="7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200" b="1">
                <a:solidFill>
                  <a:srgbClr val="FF6D00"/>
                </a:solidFill>
                <a:latin typeface="Arial"/>
                <a:ea typeface="Arial" pitchFamily="34" charset="-122"/>
                <a:cs typeface="Arial"/>
              </a:rPr>
              <a:t>THE 5 STAGES OF PLAYING </a:t>
            </a:r>
            <a:endParaRPr lang="en-US" sz="3200">
              <a:latin typeface="Arial"/>
              <a:cs typeface="Arial"/>
            </a:endParaRPr>
          </a:p>
        </p:txBody>
      </p:sp>
      <p:sp>
        <p:nvSpPr>
          <p:cNvPr id="3" name="Shape 1"/>
          <p:cNvSpPr/>
          <p:nvPr/>
        </p:nvSpPr>
        <p:spPr>
          <a:xfrm>
            <a:off x="457200" y="1143000"/>
            <a:ext cx="548640" cy="548640"/>
          </a:xfrm>
          <a:prstGeom prst="ellipse">
            <a:avLst/>
          </a:prstGeom>
          <a:solidFill>
            <a:srgbClr val="2196F3"/>
          </a:solidFill>
          <a:ln/>
        </p:spPr>
      </p:sp>
      <p:sp>
        <p:nvSpPr>
          <p:cNvPr id="4" name="Text 2"/>
          <p:cNvSpPr/>
          <p:nvPr/>
        </p:nvSpPr>
        <p:spPr>
          <a:xfrm>
            <a:off x="457200" y="114300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1</a:t>
            </a:r>
            <a:endParaRPr lang="en-US" sz="2200"/>
          </a:p>
        </p:txBody>
      </p:sp>
      <p:sp>
        <p:nvSpPr>
          <p:cNvPr id="5" name="Text 3"/>
          <p:cNvSpPr/>
          <p:nvPr/>
        </p:nvSpPr>
        <p:spPr>
          <a:xfrm>
            <a:off x="1188720" y="109728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DENIAL</a:t>
            </a:r>
            <a:endParaRPr lang="en-US" sz="1800"/>
          </a:p>
        </p:txBody>
      </p:sp>
      <p:sp>
        <p:nvSpPr>
          <p:cNvPr id="6" name="Text 4"/>
          <p:cNvSpPr/>
          <p:nvPr/>
        </p:nvSpPr>
        <p:spPr>
          <a:xfrm>
            <a:off x="1188720" y="1417320"/>
            <a:ext cx="7315200" cy="320040"/>
          </a:xfrm>
          <a:prstGeom prst="rect">
            <a:avLst/>
          </a:prstGeom>
          <a:noFill/>
          <a:ln/>
        </p:spPr>
        <p:txBody>
          <a:bodyPr wrap="square" lIns="0" tIns="0" rIns="0" bIns="0" rtlCol="0" anchor="ctr"/>
          <a:lstStyle/>
          <a:p>
            <a:r>
              <a:rPr lang="en-US" sz="1300" i="1">
                <a:solidFill>
                  <a:srgbClr val="B0BEC5"/>
                </a:solidFill>
                <a:latin typeface="Arial"/>
                <a:ea typeface="Arial" pitchFamily="34" charset="-122"/>
                <a:cs typeface="Arial"/>
              </a:rPr>
              <a:t>"I'll get better,"</a:t>
            </a:r>
            <a:endParaRPr lang="en-US" sz="1300">
              <a:latin typeface="Arial"/>
              <a:cs typeface="Arial"/>
            </a:endParaRPr>
          </a:p>
        </p:txBody>
      </p:sp>
      <p:sp>
        <p:nvSpPr>
          <p:cNvPr id="7" name="Shape 5"/>
          <p:cNvSpPr/>
          <p:nvPr/>
        </p:nvSpPr>
        <p:spPr>
          <a:xfrm>
            <a:off x="457200" y="1920240"/>
            <a:ext cx="548640" cy="548640"/>
          </a:xfrm>
          <a:prstGeom prst="ellipse">
            <a:avLst/>
          </a:prstGeom>
          <a:solidFill>
            <a:srgbClr val="2196F3"/>
          </a:solidFill>
          <a:ln/>
        </p:spPr>
      </p:sp>
      <p:sp>
        <p:nvSpPr>
          <p:cNvPr id="8" name="Text 6"/>
          <p:cNvSpPr/>
          <p:nvPr/>
        </p:nvSpPr>
        <p:spPr>
          <a:xfrm>
            <a:off x="457200" y="192024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2</a:t>
            </a:r>
            <a:endParaRPr lang="en-US" sz="2200"/>
          </a:p>
        </p:txBody>
      </p:sp>
      <p:sp>
        <p:nvSpPr>
          <p:cNvPr id="9" name="Text 7"/>
          <p:cNvSpPr/>
          <p:nvPr/>
        </p:nvSpPr>
        <p:spPr>
          <a:xfrm>
            <a:off x="1188720" y="187452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ANGER</a:t>
            </a:r>
            <a:endParaRPr lang="en-US" sz="1800"/>
          </a:p>
        </p:txBody>
      </p:sp>
      <p:sp>
        <p:nvSpPr>
          <p:cNvPr id="10" name="Text 8"/>
          <p:cNvSpPr/>
          <p:nvPr/>
        </p:nvSpPr>
        <p:spPr>
          <a:xfrm>
            <a:off x="1188720" y="219456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"WHY ARE YOU HITTING IT TOWARDS OUR GOAL"</a:t>
            </a:r>
            <a:endParaRPr lang="en-US" sz="1300"/>
          </a:p>
        </p:txBody>
      </p:sp>
      <p:sp>
        <p:nvSpPr>
          <p:cNvPr id="11" name="Shape 9"/>
          <p:cNvSpPr/>
          <p:nvPr/>
        </p:nvSpPr>
        <p:spPr>
          <a:xfrm>
            <a:off x="457200" y="2697480"/>
            <a:ext cx="548640" cy="548640"/>
          </a:xfrm>
          <a:prstGeom prst="ellipse">
            <a:avLst/>
          </a:prstGeom>
          <a:solidFill>
            <a:srgbClr val="2196F3"/>
          </a:solidFill>
          <a:ln/>
        </p:spPr>
      </p:sp>
      <p:sp>
        <p:nvSpPr>
          <p:cNvPr id="12" name="Text 10"/>
          <p:cNvSpPr/>
          <p:nvPr/>
        </p:nvSpPr>
        <p:spPr>
          <a:xfrm>
            <a:off x="457200" y="269748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3</a:t>
            </a:r>
            <a:endParaRPr lang="en-US" sz="2200"/>
          </a:p>
        </p:txBody>
      </p:sp>
      <p:sp>
        <p:nvSpPr>
          <p:cNvPr id="15" name="Shape 13"/>
          <p:cNvSpPr/>
          <p:nvPr/>
        </p:nvSpPr>
        <p:spPr>
          <a:xfrm>
            <a:off x="457200" y="3474720"/>
            <a:ext cx="548640" cy="548640"/>
          </a:xfrm>
          <a:prstGeom prst="ellipse">
            <a:avLst/>
          </a:prstGeom>
          <a:solidFill>
            <a:srgbClr val="2196F3"/>
          </a:solidFill>
          <a:ln/>
        </p:spPr>
      </p:sp>
      <p:sp>
        <p:nvSpPr>
          <p:cNvPr id="16" name="Text 14"/>
          <p:cNvSpPr/>
          <p:nvPr/>
        </p:nvSpPr>
        <p:spPr>
          <a:xfrm>
            <a:off x="457200" y="347472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4</a:t>
            </a:r>
            <a:endParaRPr lang="en-US" sz="2200"/>
          </a:p>
        </p:txBody>
      </p:sp>
      <p:sp>
        <p:nvSpPr>
          <p:cNvPr id="17" name="Text 15"/>
          <p:cNvSpPr/>
          <p:nvPr/>
        </p:nvSpPr>
        <p:spPr>
          <a:xfrm>
            <a:off x="1188720" y="342900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DEPRESSION</a:t>
            </a:r>
            <a:endParaRPr lang="en-US" sz="1800"/>
          </a:p>
        </p:txBody>
      </p:sp>
      <p:sp>
        <p:nvSpPr>
          <p:cNvPr id="18" name="Text 16"/>
          <p:cNvSpPr/>
          <p:nvPr/>
        </p:nvSpPr>
        <p:spPr>
          <a:xfrm>
            <a:off x="1188720" y="374904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3-game losing streak. Silence in voice chat.</a:t>
            </a:r>
            <a:endParaRPr lang="en-US" sz="1300"/>
          </a:p>
        </p:txBody>
      </p:sp>
      <p:sp>
        <p:nvSpPr>
          <p:cNvPr id="19" name="Shape 17"/>
          <p:cNvSpPr/>
          <p:nvPr/>
        </p:nvSpPr>
        <p:spPr>
          <a:xfrm>
            <a:off x="457200" y="4251960"/>
            <a:ext cx="548640" cy="548640"/>
          </a:xfrm>
          <a:prstGeom prst="ellipse">
            <a:avLst/>
          </a:prstGeom>
          <a:solidFill>
            <a:srgbClr val="FF6D00"/>
          </a:solidFill>
          <a:ln/>
        </p:spPr>
      </p:sp>
      <p:sp>
        <p:nvSpPr>
          <p:cNvPr id="20" name="Text 18"/>
          <p:cNvSpPr/>
          <p:nvPr/>
        </p:nvSpPr>
        <p:spPr>
          <a:xfrm>
            <a:off x="457200" y="425196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5</a:t>
            </a:r>
            <a:endParaRPr lang="en-US" sz="2200"/>
          </a:p>
        </p:txBody>
      </p:sp>
      <p:sp>
        <p:nvSpPr>
          <p:cNvPr id="21" name="Text 19"/>
          <p:cNvSpPr/>
          <p:nvPr/>
        </p:nvSpPr>
        <p:spPr>
          <a:xfrm>
            <a:off x="1188720" y="420624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ACCEPTANCE</a:t>
            </a:r>
            <a:endParaRPr lang="en-US" sz="1800"/>
          </a:p>
        </p:txBody>
      </p:sp>
      <p:sp>
        <p:nvSpPr>
          <p:cNvPr id="22" name="Text 20"/>
          <p:cNvSpPr/>
          <p:nvPr/>
        </p:nvSpPr>
        <p:spPr>
          <a:xfrm>
            <a:off x="1188720" y="452628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"He's getting married. At least that's one W."</a:t>
            </a:r>
            <a:endParaRPr lang="en-US" sz="1300"/>
          </a:p>
        </p:txBody>
      </p:sp>
      <p:pic>
        <p:nvPicPr>
          <p:cNvPr id="23" name="Picture 22">
            <a:extLst>
              <a:ext uri="{FF2B5EF4-FFF2-40B4-BE49-F238E27FC236}">
                <a16:creationId xmlns:a16="http://schemas.microsoft.com/office/drawing/2014/main" id="{9AD4D43D-8D59-A27B-2666-F486CC189803}"/>
              </a:ext>
            </a:extLst>
          </p:cNvPr>
          <p:cNvPicPr>
            <a:picLocks noChangeAspect="1"/>
          </p:cNvPicPr>
          <p:nvPr/>
        </p:nvPicPr>
        <p:blipFill>
          <a:blip r:embed="rId3"/>
          <a:stretch>
            <a:fillRect/>
          </a:stretch>
        </p:blipFill>
        <p:spPr>
          <a:xfrm>
            <a:off x="6378276" y="734785"/>
            <a:ext cx="2216748" cy="3951515"/>
          </a:xfrm>
          <a:prstGeom prst="rect">
            <a:avLst/>
          </a:prstGeom>
        </p:spPr>
      </p:pic>
    </p:spTree>
  </p:cSld>
  <p:clrMapOvr>
    <a:masterClrMapping/>
  </p:clrMapOvr>
  <p:transition spd="fast">
    <p:checker dir="horz"/>
  </p:transition>
  <p:timing>
    <p:tnLst>
      <p:par>
        <p:cTn id="1" dur="indefinite" restart="whenNotActive" nodeType="tmRoot">
          <p:childTnLst>
            <p:par>
              <p:cTn id="2" fill="hold">
                <p:stCondLst>
                  <p:cond delay="300"/>
                </p:stCondLst>
                <p:childTnLst>
                  <p:par>
                    <p:cTn id="10" presetID="10" presetClass="entr" presetSubtype="0" fill="hold" grpId="0" nodeType="withEffect">
                      <p:stCondLst>
                        <p:cond delay="0"/>
                      </p:stCondLst>
                      <p:childTnLst>
                        <p:set>
                          <p:cBhvr>
                            <p:cTn id="11" dur="1" fill="hold"/>
                            <p:tgtEl>
                              <p:spTgt spid="600"/>
                            </p:tgtEl>
                            <p:attrNameLst>
                              <p:attrName>style.visibility</p:attrName>
                            </p:attrNameLst>
                          </p:cBhvr>
                          <p:to>
                            <p:strVal val="visible"/>
                          </p:to>
                        </p:set>
                        <p:animEffect transition="in" filter="slide(fromBottom)">
                          <p:cBhvr>
                            <p:cTn id="12" dur="600"/>
                            <p:tgtEl>
                              <p:spTgt spid="600"/>
                            </p:tgtEl>
                          </p:cBhvr>
                        </p:animEffect>
                      </p:childTnLst>
                    </p:cTn>
                  </p:par>
                  <p:par>
                    <p:cTn id="13" presetID="26" presetClass="emph" presetSubtype="0" fill="hold" grpId="200" nodeType="afterEffect">
                      <p:stCondLst>
                        <p:cond delay="680"/>
                      </p:stCondLst>
                      <p:childTnLst>
                        <p:animScale>
                          <p:by x="112000" y="112000"/>
                          <p:cBhvr autoRev="1">
                            <p:cTn id="14" dur="200" autoRev="1"/>
                            <p:tgtEl>
                              <p:spTgt spid="600"/>
                            </p:tgtEl>
                          </p:cBhvr>
                        </p:animScale>
                      </p:childTnLst>
                    </p:cTn>
                  </p:par>
                  <p:par>
                    <p:cTn id="15" presetID="10" presetClass="entr" presetSubtype="0" fill="hold" grpId="1" nodeType="withEffect">
                      <p:stCondLst>
                        <p:cond delay="110"/>
                      </p:stCondLst>
                      <p:childTnLst>
                        <p:set>
                          <p:cBhvr>
                            <p:cTn id="16" dur="1" fill="hold"/>
                            <p:tgtEl>
                              <p:spTgt spid="601"/>
                            </p:tgtEl>
                            <p:attrNameLst>
                              <p:attrName>style.visibility</p:attrName>
                            </p:attrNameLst>
                          </p:cBhvr>
                          <p:to>
                            <p:strVal val="visible"/>
                          </p:to>
                        </p:set>
                        <p:animEffect transition="in" filter="slide(fromLeft)">
                          <p:cBhvr>
                            <p:cTn id="17" dur="600"/>
                            <p:tgtEl>
                              <p:spTgt spid="601"/>
                            </p:tgtEl>
                          </p:cBhvr>
                        </p:animEffect>
                      </p:childTnLst>
                    </p:cTn>
                  </p:par>
                  <p:par>
                    <p:cTn id="18" presetID="26" presetClass="emph" presetSubtype="0" fill="hold" grpId="201" nodeType="afterEffect">
                      <p:stCondLst>
                        <p:cond delay="790"/>
                      </p:stCondLst>
                      <p:childTnLst>
                        <p:animScale>
                          <p:by x="112000" y="112000"/>
                          <p:cBhvr autoRev="1">
                            <p:cTn id="19" dur="200" autoRev="1"/>
                            <p:tgtEl>
                              <p:spTgt spid="601"/>
                            </p:tgtEl>
                          </p:cBhvr>
                        </p:animScale>
                      </p:childTnLst>
                    </p:cTn>
                  </p:par>
                  <p:par>
                    <p:cTn id="20" presetID="10" presetClass="entr" presetSubtype="0" fill="hold" grpId="2" nodeType="withEffect">
                      <p:stCondLst>
                        <p:cond delay="220"/>
                      </p:stCondLst>
                      <p:childTnLst>
                        <p:set>
                          <p:cBhvr>
                            <p:cTn id="21" dur="1" fill="hold"/>
                            <p:tgtEl>
                              <p:spTgt spid="602"/>
                            </p:tgtEl>
                            <p:attrNameLst>
                              <p:attrName>style.visibility</p:attrName>
                            </p:attrNameLst>
                          </p:cBhvr>
                          <p:to>
                            <p:strVal val="visible"/>
                          </p:to>
                        </p:set>
                        <p:animEffect transition="in" filter="slide(fromBottom)">
                          <p:cBhvr>
                            <p:cTn id="22" dur="600"/>
                            <p:tgtEl>
                              <p:spTgt spid="602"/>
                            </p:tgtEl>
                          </p:cBhvr>
                        </p:animEffect>
                      </p:childTnLst>
                    </p:cTn>
                  </p:par>
                  <p:par>
                    <p:cTn id="23" presetID="26" presetClass="emph" presetSubtype="0" fill="hold" grpId="202" nodeType="afterEffect">
                      <p:stCondLst>
                        <p:cond delay="900"/>
                      </p:stCondLst>
                      <p:childTnLst>
                        <p:animScale>
                          <p:by x="112000" y="112000"/>
                          <p:cBhvr autoRev="1">
                            <p:cTn id="24" dur="200" autoRev="1"/>
                            <p:tgtEl>
                              <p:spTgt spid="602"/>
                            </p:tgtEl>
                          </p:cBhvr>
                        </p:animScale>
                      </p:childTnLst>
                    </p:cTn>
                  </p:par>
                  <p:par>
                    <p:cTn id="25" presetID="10" presetClass="entr" presetSubtype="0" fill="hold" grpId="3" nodeType="withEffect">
                      <p:stCondLst>
                        <p:cond delay="330"/>
                      </p:stCondLst>
                      <p:childTnLst>
                        <p:set>
                          <p:cBhvr>
                            <p:cTn id="26" dur="1" fill="hold"/>
                            <p:tgtEl>
                              <p:spTgt spid="603"/>
                            </p:tgtEl>
                            <p:attrNameLst>
                              <p:attrName>style.visibility</p:attrName>
                            </p:attrNameLst>
                          </p:cBhvr>
                          <p:to>
                            <p:strVal val="visible"/>
                          </p:to>
                        </p:set>
                        <p:animEffect transition="in" filter="slide(fromLeft)">
                          <p:cBhvr>
                            <p:cTn id="27" dur="600"/>
                            <p:tgtEl>
                              <p:spTgt spid="603"/>
                            </p:tgtEl>
                          </p:cBhvr>
                        </p:animEffect>
                      </p:childTnLst>
                    </p:cTn>
                  </p:par>
                  <p:par>
                    <p:cTn id="28" presetID="10" presetClass="entr" presetSubtype="0" fill="hold" grpId="4" nodeType="withEffect">
                      <p:stCondLst>
                        <p:cond delay="440"/>
                      </p:stCondLst>
                      <p:childTnLst>
                        <p:set>
                          <p:cBhvr>
                            <p:cTn id="29" dur="1" fill="hold"/>
                            <p:tgtEl>
                              <p:spTgt spid="604"/>
                            </p:tgtEl>
                            <p:attrNameLst>
                              <p:attrName>style.visibility</p:attrName>
                            </p:attrNameLst>
                          </p:cBhvr>
                          <p:to>
                            <p:strVal val="visible"/>
                          </p:to>
                        </p:set>
                        <p:animEffect transition="in" filter="slide(fromBottom)">
                          <p:cBhvr>
                            <p:cTn id="30" dur="600"/>
                            <p:tgtEl>
                              <p:spTgt spid="604"/>
                            </p:tgtEl>
                          </p:cBhvr>
                        </p:animEffect>
                      </p:childTnLst>
                    </p:cTn>
                  </p:par>
                  <p:par>
                    <p:cTn id="31" presetID="10" presetClass="entr" presetSubtype="0" fill="hold" grpId="5" nodeType="withEffect">
                      <p:stCondLst>
                        <p:cond delay="550"/>
                      </p:stCondLst>
                      <p:childTnLst>
                        <p:set>
                          <p:cBhvr>
                            <p:cTn id="32" dur="1" fill="hold"/>
                            <p:tgtEl>
                              <p:spTgt spid="605"/>
                            </p:tgtEl>
                            <p:attrNameLst>
                              <p:attrName>style.visibility</p:attrName>
                            </p:attrNameLst>
                          </p:cBhvr>
                          <p:to>
                            <p:strVal val="visible"/>
                          </p:to>
                        </p:set>
                        <p:animEffect transition="in" filter="slide(fromLeft)">
                          <p:cBhvr>
                            <p:cTn id="33" dur="600"/>
                            <p:tgtEl>
                              <p:spTgt spid="605"/>
                            </p:tgtEl>
                          </p:cBhvr>
                        </p:animEffect>
                      </p:childTnLst>
                    </p:cTn>
                  </p:par>
                  <p:par>
                    <p:cTn id="34" presetID="10" presetClass="entr" presetSubtype="0" fill="hold" grpId="6" nodeType="withEffect">
                      <p:stCondLst>
                        <p:cond delay="660"/>
                      </p:stCondLst>
                      <p:childTnLst>
                        <p:set>
                          <p:cBhvr>
                            <p:cTn id="35" dur="1" fill="hold"/>
                            <p:tgtEl>
                              <p:spTgt spid="606"/>
                            </p:tgtEl>
                            <p:attrNameLst>
                              <p:attrName>style.visibility</p:attrName>
                            </p:attrNameLst>
                          </p:cBhvr>
                          <p:to>
                            <p:strVal val="visible"/>
                          </p:to>
                        </p:set>
                        <p:animEffect transition="in" filter="slide(fromBottom)">
                          <p:cBhvr>
                            <p:cTn id="36" dur="600"/>
                            <p:tgtEl>
                              <p:spTgt spid="606"/>
                            </p:tgtEl>
                          </p:cBhvr>
                        </p:animEffect>
                      </p:childTnLst>
                    </p:cTn>
                  </p:par>
                  <p:par>
                    <p:cTn id="37" presetID="10" presetClass="entr" presetSubtype="0" fill="hold" grpId="7" nodeType="withEffect">
                      <p:stCondLst>
                        <p:cond delay="770"/>
                      </p:stCondLst>
                      <p:childTnLst>
                        <p:set>
                          <p:cBhvr>
                            <p:cTn id="38" dur="1" fill="hold"/>
                            <p:tgtEl>
                              <p:spTgt spid="607"/>
                            </p:tgtEl>
                            <p:attrNameLst>
                              <p:attrName>style.visibility</p:attrName>
                            </p:attrNameLst>
                          </p:cBhvr>
                          <p:to>
                            <p:strVal val="visible"/>
                          </p:to>
                        </p:set>
                        <p:animEffect transition="in" filter="slide(fromLeft)">
                          <p:cBhvr>
                            <p:cTn id="39" dur="600"/>
                            <p:tgtEl>
                              <p:spTgt spid="607"/>
                            </p:tgtEl>
                          </p:cBhvr>
                        </p:animEffect>
                      </p:childTnLst>
                    </p:cTn>
                  </p:par>
                  <p:par>
                    <p:cTn id="40" presetID="10" presetClass="entr" presetSubtype="0" fill="hold" grpId="8" nodeType="withEffect">
                      <p:stCondLst>
                        <p:cond delay="880"/>
                      </p:stCondLst>
                      <p:childTnLst>
                        <p:set>
                          <p:cBhvr>
                            <p:cTn id="41" dur="1" fill="hold"/>
                            <p:tgtEl>
                              <p:spTgt spid="608"/>
                            </p:tgtEl>
                            <p:attrNameLst>
                              <p:attrName>style.visibility</p:attrName>
                            </p:attrNameLst>
                          </p:cBhvr>
                          <p:to>
                            <p:strVal val="visible"/>
                          </p:to>
                        </p:set>
                        <p:animEffect transition="in" filter="slide(fromBottom)">
                          <p:cBhvr>
                            <p:cTn id="42" dur="600"/>
                            <p:tgtEl>
                              <p:spTgt spid="608"/>
                            </p:tgtEl>
                          </p:cBhvr>
                        </p:animEffect>
                      </p:childTnLst>
                    </p:cTn>
                  </p:par>
                  <p:par>
                    <p:cTn id="43" presetID="10" presetClass="entr" presetSubtype="0" fill="hold" grpId="9" nodeType="withEffect">
                      <p:stCondLst>
                        <p:cond delay="990"/>
                      </p:stCondLst>
                      <p:childTnLst>
                        <p:set>
                          <p:cBhvr>
                            <p:cTn id="44" dur="1" fill="hold"/>
                            <p:tgtEl>
                              <p:spTgt spid="609"/>
                            </p:tgtEl>
                            <p:attrNameLst>
                              <p:attrName>style.visibility</p:attrName>
                            </p:attrNameLst>
                          </p:cBhvr>
                          <p:to>
                            <p:strVal val="visible"/>
                          </p:to>
                        </p:set>
                        <p:animEffect transition="in" filter="slide(fromLeft)">
                          <p:cBhvr>
                            <p:cTn id="45" dur="600"/>
                            <p:tgtEl>
                              <p:spTgt spid="609"/>
                            </p:tgtEl>
                          </p:cBhvr>
                        </p:animEffect>
                      </p:childTnLst>
                    </p:cTn>
                  </p:par>
                  <p:par>
                    <p:cTn id="46" presetID="10" presetClass="entr" presetSubtype="0" fill="hold" grpId="10" nodeType="withEffect">
                      <p:stCondLst>
                        <p:cond delay="1100"/>
                      </p:stCondLst>
                      <p:childTnLst>
                        <p:set>
                          <p:cBhvr>
                            <p:cTn id="47" dur="1" fill="hold"/>
                            <p:tgtEl>
                              <p:spTgt spid="610"/>
                            </p:tgtEl>
                            <p:attrNameLst>
                              <p:attrName>style.visibility</p:attrName>
                            </p:attrNameLst>
                          </p:cBhvr>
                          <p:to>
                            <p:strVal val="visible"/>
                          </p:to>
                        </p:set>
                        <p:animEffect transition="in" filter="slide(fromBottom)">
                          <p:cBhvr>
                            <p:cTn id="48" dur="600"/>
                            <p:tgtEl>
                              <p:spTgt spid="610"/>
                            </p:tgtEl>
                          </p:cBhvr>
                        </p:animEffect>
                      </p:childTnLst>
                    </p:cTn>
                  </p:par>
                  <p:par>
                    <p:cTn id="49" presetID="10" presetClass="entr" presetSubtype="0" fill="hold" grpId="11" nodeType="withEffect">
                      <p:stCondLst>
                        <p:cond delay="1210"/>
                      </p:stCondLst>
                      <p:childTnLst>
                        <p:set>
                          <p:cBhvr>
                            <p:cTn id="50" dur="1" fill="hold"/>
                            <p:tgtEl>
                              <p:spTgt spid="611"/>
                            </p:tgtEl>
                            <p:attrNameLst>
                              <p:attrName>style.visibility</p:attrName>
                            </p:attrNameLst>
                          </p:cBhvr>
                          <p:to>
                            <p:strVal val="visible"/>
                          </p:to>
                        </p:set>
                        <p:animEffect transition="in" filter="slide(fromLeft)">
                          <p:cBhvr>
                            <p:cTn id="51" dur="600"/>
                            <p:tgtEl>
                              <p:spTgt spid="611"/>
                            </p:tgtEl>
                          </p:cBhvr>
                        </p:animEffect>
                      </p:childTnLst>
                    </p:cTn>
                  </p:par>
                  <p:par>
                    <p:cTn id="52" presetID="10" presetClass="entr" presetSubtype="0" fill="hold" grpId="12" nodeType="withEffect">
                      <p:stCondLst>
                        <p:cond delay="1320"/>
                      </p:stCondLst>
                      <p:childTnLst>
                        <p:set>
                          <p:cBhvr>
                            <p:cTn id="53" dur="1" fill="hold"/>
                            <p:tgtEl>
                              <p:spTgt spid="612"/>
                            </p:tgtEl>
                            <p:attrNameLst>
                              <p:attrName>style.visibility</p:attrName>
                            </p:attrNameLst>
                          </p:cBhvr>
                          <p:to>
                            <p:strVal val="visible"/>
                          </p:to>
                        </p:set>
                        <p:animEffect transition="in" filter="slide(fromBottom)">
                          <p:cBhvr>
                            <p:cTn id="54" dur="600"/>
                            <p:tgtEl>
                              <p:spTgt spid="612"/>
                            </p:tgtEl>
                          </p:cBhvr>
                        </p:animEffect>
                      </p:childTnLst>
                    </p:cTn>
                  </p:par>
                  <p:par>
                    <p:cTn id="55" presetID="10" presetClass="entr" presetSubtype="0" fill="hold" grpId="13" nodeType="withEffect">
                      <p:stCondLst>
                        <p:cond delay="1430"/>
                      </p:stCondLst>
                      <p:childTnLst>
                        <p:set>
                          <p:cBhvr>
                            <p:cTn id="56" dur="1" fill="hold"/>
                            <p:tgtEl>
                              <p:spTgt spid="613"/>
                            </p:tgtEl>
                            <p:attrNameLst>
                              <p:attrName>style.visibility</p:attrName>
                            </p:attrNameLst>
                          </p:cBhvr>
                          <p:to>
                            <p:strVal val="visible"/>
                          </p:to>
                        </p:set>
                        <p:animEffect transition="in" filter="slide(fromLeft)">
                          <p:cBhvr>
                            <p:cTn id="57" dur="600"/>
                            <p:tgtEl>
                              <p:spTgt spid="613"/>
                            </p:tgtEl>
                          </p:cBhvr>
                        </p:animEffect>
                      </p:childTnLst>
                    </p:cTn>
                  </p:par>
                  <p:par>
                    <p:cTn id="58" presetID="10" presetClass="entr" presetSubtype="0" fill="hold" grpId="14" nodeType="withEffect">
                      <p:stCondLst>
                        <p:cond delay="1540"/>
                      </p:stCondLst>
                      <p:childTnLst>
                        <p:set>
                          <p:cBhvr>
                            <p:cTn id="59" dur="1" fill="hold"/>
                            <p:tgtEl>
                              <p:spTgt spid="614"/>
                            </p:tgtEl>
                            <p:attrNameLst>
                              <p:attrName>style.visibility</p:attrName>
                            </p:attrNameLst>
                          </p:cBhvr>
                          <p:to>
                            <p:strVal val="visible"/>
                          </p:to>
                        </p:set>
                        <p:animEffect transition="in" filter="slide(fromBottom)">
                          <p:cBhvr>
                            <p:cTn id="60" dur="600"/>
                            <p:tgtEl>
                              <p:spTgt spid="614"/>
                            </p:tgtEl>
                          </p:cBhvr>
                        </p:animEffect>
                      </p:childTnLst>
                    </p:cTn>
                  </p:par>
                  <p:par>
                    <p:cTn id="61" presetID="10" presetClass="entr" presetSubtype="0" fill="hold" grpId="15" nodeType="withEffect">
                      <p:stCondLst>
                        <p:cond delay="1650"/>
                      </p:stCondLst>
                      <p:childTnLst>
                        <p:set>
                          <p:cBhvr>
                            <p:cTn id="62" dur="1" fill="hold"/>
                            <p:tgtEl>
                              <p:spTgt spid="615"/>
                            </p:tgtEl>
                            <p:attrNameLst>
                              <p:attrName>style.visibility</p:attrName>
                            </p:attrNameLst>
                          </p:cBhvr>
                          <p:to>
                            <p:strVal val="visible"/>
                          </p:to>
                        </p:set>
                        <p:animEffect transition="in" filter="slide(fromLeft)">
                          <p:cBhvr>
                            <p:cTn id="63" dur="600"/>
                            <p:tgtEl>
                              <p:spTgt spid="615"/>
                            </p:tgtEl>
                          </p:cBhvr>
                        </p:animEffect>
                      </p:childTnLst>
                    </p:cTn>
                  </p:par>
                  <p:par>
                    <p:cTn id="64" presetID="10" presetClass="entr" presetSubtype="0" fill="hold" grpId="16" nodeType="withEffect">
                      <p:stCondLst>
                        <p:cond delay="1760"/>
                      </p:stCondLst>
                      <p:childTnLst>
                        <p:set>
                          <p:cBhvr>
                            <p:cTn id="65" dur="1" fill="hold"/>
                            <p:tgtEl>
                              <p:spTgt spid="616"/>
                            </p:tgtEl>
                            <p:attrNameLst>
                              <p:attrName>style.visibility</p:attrName>
                            </p:attrNameLst>
                          </p:cBhvr>
                          <p:to>
                            <p:strVal val="visible"/>
                          </p:to>
                        </p:set>
                        <p:animEffect transition="in" filter="slide(fromBottom)">
                          <p:cBhvr>
                            <p:cTn id="66" dur="600"/>
                            <p:tgtEl>
                              <p:spTgt spid="616"/>
                            </p:tgtEl>
                          </p:cBhvr>
                        </p:animEffect>
                      </p:childTnLst>
                    </p:cTn>
                  </p:par>
                  <p:par>
                    <p:cTn id="67" presetID="10" presetClass="entr" presetSubtype="0" fill="hold" grpId="17" nodeType="withEffect">
                      <p:stCondLst>
                        <p:cond delay="1870"/>
                      </p:stCondLst>
                      <p:childTnLst>
                        <p:set>
                          <p:cBhvr>
                            <p:cTn id="68" dur="1" fill="hold"/>
                            <p:tgtEl>
                              <p:spTgt spid="617"/>
                            </p:tgtEl>
                            <p:attrNameLst>
                              <p:attrName>style.visibility</p:attrName>
                            </p:attrNameLst>
                          </p:cBhvr>
                          <p:to>
                            <p:strVal val="visible"/>
                          </p:to>
                        </p:set>
                        <p:animEffect transition="in" filter="slide(fromLeft)">
                          <p:cBhvr>
                            <p:cTn id="69" dur="600"/>
                            <p:tgtEl>
                              <p:spTgt spid="617"/>
                            </p:tgtEl>
                          </p:cBhvr>
                        </p:animEffect>
                      </p:childTnLst>
                    </p:cTn>
                  </p:par>
                  <p:par>
                    <p:cTn id="70" presetID="10" presetClass="entr" presetSubtype="0" fill="hold" grpId="18" nodeType="withEffect">
                      <p:stCondLst>
                        <p:cond delay="1980"/>
                      </p:stCondLst>
                      <p:childTnLst>
                        <p:set>
                          <p:cBhvr>
                            <p:cTn id="71" dur="1" fill="hold"/>
                            <p:tgtEl>
                              <p:spTgt spid="618"/>
                            </p:tgtEl>
                            <p:attrNameLst>
                              <p:attrName>style.visibility</p:attrName>
                            </p:attrNameLst>
                          </p:cBhvr>
                          <p:to>
                            <p:strVal val="visible"/>
                          </p:to>
                        </p:set>
                        <p:animEffect transition="in" filter="slide(fromBottom)">
                          <p:cBhvr>
                            <p:cTn id="72" dur="600"/>
                            <p:tgtEl>
                              <p:spTgt spid="618"/>
                            </p:tgtEl>
                          </p:cBhvr>
                        </p:animEffect>
                      </p:childTnLst>
                    </p:cTn>
                  </p:par>
                  <p:par>
                    <p:cTn id="73" presetID="10" presetClass="entr" presetSubtype="0" fill="hold" grpId="19" nodeType="withEffect">
                      <p:stCondLst>
                        <p:cond delay="2090"/>
                      </p:stCondLst>
                      <p:childTnLst>
                        <p:set>
                          <p:cBhvr>
                            <p:cTn id="74" dur="1" fill="hold"/>
                            <p:tgtEl>
                              <p:spTgt spid="619"/>
                            </p:tgtEl>
                            <p:attrNameLst>
                              <p:attrName>style.visibility</p:attrName>
                            </p:attrNameLst>
                          </p:cBhvr>
                          <p:to>
                            <p:strVal val="visible"/>
                          </p:to>
                        </p:set>
                        <p:animEffect transition="in" filter="slide(fromLeft)">
                          <p:cBhvr>
                            <p:cTn id="75" dur="600"/>
                            <p:tgtEl>
                              <p:spTgt spid="619"/>
                            </p:tgtEl>
                          </p:cBhvr>
                        </p:animEffect>
                      </p:childTnLst>
                    </p:cTn>
                  </p:par>
                  <p:par>
                    <p:cTn id="76" presetID="10" presetClass="entr" presetSubtype="0" fill="hold" grpId="20" nodeType="withEffect">
                      <p:stCondLst>
                        <p:cond delay="2200"/>
                      </p:stCondLst>
                      <p:childTnLst>
                        <p:set>
                          <p:cBhvr>
                            <p:cTn id="77" dur="1" fill="hold"/>
                            <p:tgtEl>
                              <p:spTgt spid="620"/>
                            </p:tgtEl>
                            <p:attrNameLst>
                              <p:attrName>style.visibility</p:attrName>
                            </p:attrNameLst>
                          </p:cBhvr>
                          <p:to>
                            <p:strVal val="visible"/>
                          </p:to>
                        </p:set>
                        <p:animEffect transition="in" filter="slide(fromBottom)">
                          <p:cBhvr>
                            <p:cTn id="78" dur="600"/>
                            <p:tgtEl>
                              <p:spTgt spid="620"/>
                            </p:tgtEl>
                          </p:cBhvr>
                        </p:animEffect>
                      </p:childTnLst>
                    </p:cTn>
                  </p:par>
                  <p:par>
                    <p:cTn id="79" presetID="10" presetClass="entr" presetSubtype="0" fill="hold" grpId="21" nodeType="withEffect">
                      <p:stCondLst>
                        <p:cond delay="2310"/>
                      </p:stCondLst>
                      <p:childTnLst>
                        <p:set>
                          <p:cBhvr>
                            <p:cTn id="80" dur="1" fill="hold"/>
                            <p:tgtEl>
                              <p:spTgt spid="621"/>
                            </p:tgtEl>
                            <p:attrNameLst>
                              <p:attrName>style.visibility</p:attrName>
                            </p:attrNameLst>
                          </p:cBhvr>
                          <p:to>
                            <p:strVal val="visible"/>
                          </p:to>
                        </p:set>
                        <p:animEffect transition="in" filter="slide(fromLeft)">
                          <p:cBhvr>
                            <p:cTn id="81" dur="600"/>
                            <p:tgtEl>
                              <p:spTgt spid="621"/>
                            </p:tgtEl>
                          </p:cBhvr>
                        </p:animEffect>
                      </p:childTnLst>
                    </p:cTn>
                  </p:par>
                  <p:par>
                    <p:cTn id="82" presetID="10" presetClass="entr" presetSubtype="0" fill="hold" grpId="22" nodeType="withEffect">
                      <p:stCondLst>
                        <p:cond delay="2420"/>
                      </p:stCondLst>
                      <p:childTnLst>
                        <p:set>
                          <p:cBhvr>
                            <p:cTn id="83" dur="1" fill="hold"/>
                            <p:tgtEl>
                              <p:spTgt spid="622"/>
                            </p:tgtEl>
                            <p:attrNameLst>
                              <p:attrName>style.visibility</p:attrName>
                            </p:attrNameLst>
                          </p:cBhvr>
                          <p:to>
                            <p:strVal val="visible"/>
                          </p:to>
                        </p:set>
                        <p:animEffect transition="in" filter="slide(fromBottom)">
                          <p:cBhvr>
                            <p:cTn id="84" dur="600"/>
                            <p:tgtEl>
                              <p:spTgt spid="622"/>
                            </p:tgtEl>
                          </p:cBhvr>
                        </p:animEffect>
                      </p:childTnLst>
                    </p:cTn>
                  </p:par>
                  <p:par>
                    <p:cTn id="85" presetID="10" presetClass="entr" presetSubtype="0" fill="hold" grpId="23" nodeType="withEffect">
                      <p:stCondLst>
                        <p:cond delay="2530"/>
                      </p:stCondLst>
                      <p:childTnLst>
                        <p:set>
                          <p:cBhvr>
                            <p:cTn id="86" dur="1" fill="hold"/>
                            <p:tgtEl>
                              <p:spTgt spid="623"/>
                            </p:tgtEl>
                            <p:attrNameLst>
                              <p:attrName>style.visibility</p:attrName>
                            </p:attrNameLst>
                          </p:cBhvr>
                          <p:to>
                            <p:strVal val="visible"/>
                          </p:to>
                        </p:set>
                        <p:animEffect transition="in" filter="slide(fromLeft)">
                          <p:cBhvr>
                            <p:cTn id="87" dur="600"/>
                            <p:tgtEl>
                              <p:spTgt spid="623"/>
                            </p:tgtEl>
                          </p:cBhvr>
                        </p:animEffect>
                      </p:childTnLst>
                    </p:cTn>
                  </p:par>
                  <p:par>
                    <p:cTn id="88" presetID="10" presetClass="entr" presetSubtype="0" fill="hold" grpId="24" nodeType="withEffect">
                      <p:stCondLst>
                        <p:cond delay="2640"/>
                      </p:stCondLst>
                      <p:childTnLst>
                        <p:set>
                          <p:cBhvr>
                            <p:cTn id="89" dur="1" fill="hold"/>
                            <p:tgtEl>
                              <p:spTgt spid="624"/>
                            </p:tgtEl>
                            <p:attrNameLst>
                              <p:attrName>style.visibility</p:attrName>
                            </p:attrNameLst>
                          </p:cBhvr>
                          <p:to>
                            <p:strVal val="visible"/>
                          </p:to>
                        </p:set>
                        <p:animEffect transition="in" filter="slide(fromBottom)">
                          <p:cBhvr>
                            <p:cTn id="90" dur="600"/>
                            <p:tgtEl>
                              <p:spTgt spid="624"/>
                            </p:tgtEl>
                          </p:cBhvr>
                        </p:animEffect>
                      </p:childTnLst>
                    </p:cTn>
                  </p:par>
                  <p:par>
                    <p:cTn id="91" presetID="10" presetClass="entr" presetSubtype="0" fill="hold" grpId="25" nodeType="withEffect">
                      <p:stCondLst>
                        <p:cond delay="2750"/>
                      </p:stCondLst>
                      <p:childTnLst>
                        <p:set>
                          <p:cBhvr>
                            <p:cTn id="92" dur="1" fill="hold"/>
                            <p:tgtEl>
                              <p:spTgt spid="625"/>
                            </p:tgtEl>
                            <p:attrNameLst>
                              <p:attrName>style.visibility</p:attrName>
                            </p:attrNameLst>
                          </p:cBhvr>
                          <p:to>
                            <p:strVal val="visible"/>
                          </p:to>
                        </p:set>
                        <p:animEffect transition="in" filter="slide(fromLeft)">
                          <p:cBhvr>
                            <p:cTn id="93" dur="600"/>
                            <p:tgtEl>
                              <p:spTgt spid="625"/>
                            </p:tgtEl>
                          </p:cBhvr>
                        </p:animEffect>
                      </p:childTnLst>
                    </p:cTn>
                  </p:par>
                  <p:par>
                    <p:cTn id="94" presetID="10" presetClass="entr" presetSubtype="0" fill="hold" grpId="26" nodeType="withEffect">
                      <p:stCondLst>
                        <p:cond delay="2860"/>
                      </p:stCondLst>
                      <p:childTnLst>
                        <p:set>
                          <p:cBhvr>
                            <p:cTn id="95" dur="1" fill="hold"/>
                            <p:tgtEl>
                              <p:spTgt spid="626"/>
                            </p:tgtEl>
                            <p:attrNameLst>
                              <p:attrName>style.visibility</p:attrName>
                            </p:attrNameLst>
                          </p:cBhvr>
                          <p:to>
                            <p:strVal val="visible"/>
                          </p:to>
                        </p:set>
                        <p:animEffect transition="in" filter="slide(fromBottom)">
                          <p:cBhvr>
                            <p:cTn id="96" dur="600"/>
                            <p:tgtEl>
                              <p:spTgt spid="626"/>
                            </p:tgtEl>
                          </p:cBhvr>
                        </p:animEffect>
                      </p:childTnLst>
                    </p:cTn>
                  </p:par>
                  <p:par>
                    <p:cTn id="97" presetID="10" presetClass="entr" presetSubtype="0" fill="hold" grpId="27" nodeType="withEffect">
                      <p:stCondLst>
                        <p:cond delay="2970"/>
                      </p:stCondLst>
                      <p:childTnLst>
                        <p:set>
                          <p:cBhvr>
                            <p:cTn id="98" dur="1" fill="hold"/>
                            <p:tgtEl>
                              <p:spTgt spid="627"/>
                            </p:tgtEl>
                            <p:attrNameLst>
                              <p:attrName>style.visibility</p:attrName>
                            </p:attrNameLst>
                          </p:cBhvr>
                          <p:to>
                            <p:strVal val="visible"/>
                          </p:to>
                        </p:set>
                        <p:animEffect transition="in" filter="slide(fromLeft)">
                          <p:cBhvr>
                            <p:cTn id="99" dur="600"/>
                            <p:tgtEl>
                              <p:spTgt spid="627"/>
                            </p:tgtEl>
                          </p:cBhvr>
                        </p:animEffect>
                      </p:childTnLst>
                    </p:cTn>
                  </p:par>
                  <p:par>
                    <p:cTn id="100" presetID="10" presetClass="entr" presetSubtype="0" fill="hold" grpId="28" nodeType="withEffect">
                      <p:stCondLst>
                        <p:cond delay="3080"/>
                      </p:stCondLst>
                      <p:childTnLst>
                        <p:set>
                          <p:cBhvr>
                            <p:cTn id="101" dur="1" fill="hold"/>
                            <p:tgtEl>
                              <p:spTgt spid="628"/>
                            </p:tgtEl>
                            <p:attrNameLst>
                              <p:attrName>style.visibility</p:attrName>
                            </p:attrNameLst>
                          </p:cBhvr>
                          <p:to>
                            <p:strVal val="visible"/>
                          </p:to>
                        </p:set>
                        <p:animEffect transition="in" filter="slide(fromBottom)">
                          <p:cBhvr>
                            <p:cTn id="102" dur="600"/>
                            <p:tgtEl>
                              <p:spTgt spid="628"/>
                            </p:tgtEl>
                          </p:cBhvr>
                        </p:animEffect>
                      </p:childTnLst>
                    </p:cTn>
                  </p:par>
                  <p:par>
                    <p:cTn id="103" presetID="10" presetClass="entr" presetSubtype="0" fill="hold" grpId="29" nodeType="withEffect">
                      <p:stCondLst>
                        <p:cond delay="3190"/>
                      </p:stCondLst>
                      <p:childTnLst>
                        <p:set>
                          <p:cBhvr>
                            <p:cTn id="104" dur="1" fill="hold"/>
                            <p:tgtEl>
                              <p:spTgt spid="2"/>
                            </p:tgtEl>
                            <p:attrNameLst>
                              <p:attrName>style.visibility</p:attrName>
                            </p:attrNameLst>
                          </p:cBhvr>
                          <p:to>
                            <p:strVal val="visible"/>
                          </p:to>
                        </p:set>
                        <p:animEffect transition="in" filter="slide(fromLeft)">
                          <p:cBhvr>
                            <p:cTn id="105" dur="600"/>
                            <p:tgtEl>
                              <p:spTgt spid="2"/>
                            </p:tgtEl>
                          </p:cBhvr>
                        </p:animEffect>
                      </p:childTnLst>
                    </p:cTn>
                  </p:par>
                  <p:par>
                    <p:cTn id="106" presetID="10" presetClass="entr" presetSubtype="0" fill="hold" grpId="30" nodeType="withEffect">
                      <p:stCondLst>
                        <p:cond delay="3300"/>
                      </p:stCondLst>
                      <p:childTnLst>
                        <p:set>
                          <p:cBhvr>
                            <p:cTn id="107" dur="1" fill="hold"/>
                            <p:tgtEl>
                              <p:spTgt spid="3"/>
                            </p:tgtEl>
                            <p:attrNameLst>
                              <p:attrName>style.visibility</p:attrName>
                            </p:attrNameLst>
                          </p:cBhvr>
                          <p:to>
                            <p:strVal val="visible"/>
                          </p:to>
                        </p:set>
                        <p:animEffect transition="in" filter="slide(fromBottom)">
                          <p:cBhvr>
                            <p:cTn id="108" dur="600"/>
                            <p:tgtEl>
                              <p:spTgt spid="3"/>
                            </p:tgtEl>
                          </p:cBhvr>
                        </p:animEffect>
                      </p:childTnLst>
                    </p:cTn>
                  </p:par>
                  <p:par>
                    <p:cTn id="109" presetID="10" presetClass="entr" presetSubtype="0" fill="hold" grpId="31" nodeType="withEffect">
                      <p:stCondLst>
                        <p:cond delay="3410"/>
                      </p:stCondLst>
                      <p:childTnLst>
                        <p:set>
                          <p:cBhvr>
                            <p:cTn id="110" dur="1" fill="hold"/>
                            <p:tgtEl>
                              <p:spTgt spid="4"/>
                            </p:tgtEl>
                            <p:attrNameLst>
                              <p:attrName>style.visibility</p:attrName>
                            </p:attrNameLst>
                          </p:cBhvr>
                          <p:to>
                            <p:strVal val="visible"/>
                          </p:to>
                        </p:set>
                        <p:animEffect transition="in" filter="slide(fromLeft)">
                          <p:cBhvr>
                            <p:cTn id="111" dur="600"/>
                            <p:tgtEl>
                              <p:spTgt spid="4"/>
                            </p:tgtEl>
                          </p:cBhvr>
                        </p:animEffect>
                      </p:childTnLst>
                    </p:cTn>
                  </p:par>
                  <p:par>
                    <p:cTn id="112" presetID="10" presetClass="entr" presetSubtype="0" fill="hold" grpId="32" nodeType="withEffect">
                      <p:stCondLst>
                        <p:cond delay="3520"/>
                      </p:stCondLst>
                      <p:childTnLst>
                        <p:set>
                          <p:cBhvr>
                            <p:cTn id="113" dur="1" fill="hold"/>
                            <p:tgtEl>
                              <p:spTgt spid="5"/>
                            </p:tgtEl>
                            <p:attrNameLst>
                              <p:attrName>style.visibility</p:attrName>
                            </p:attrNameLst>
                          </p:cBhvr>
                          <p:to>
                            <p:strVal val="visible"/>
                          </p:to>
                        </p:set>
                        <p:animEffect transition="in" filter="slide(fromBottom)">
                          <p:cBhvr>
                            <p:cTn id="114" dur="600"/>
                            <p:tgtEl>
                              <p:spTgt spid="5"/>
                            </p:tgtEl>
                          </p:cBhvr>
                        </p:animEffect>
                      </p:childTnLst>
                    </p:cTn>
                  </p:par>
                  <p:par>
                    <p:cTn id="115" presetID="10" presetClass="entr" presetSubtype="0" fill="hold" grpId="33" nodeType="withEffect">
                      <p:stCondLst>
                        <p:cond delay="3630"/>
                      </p:stCondLst>
                      <p:childTnLst>
                        <p:set>
                          <p:cBhvr>
                            <p:cTn id="116" dur="1" fill="hold"/>
                            <p:tgtEl>
                              <p:spTgt spid="6"/>
                            </p:tgtEl>
                            <p:attrNameLst>
                              <p:attrName>style.visibility</p:attrName>
                            </p:attrNameLst>
                          </p:cBhvr>
                          <p:to>
                            <p:strVal val="visible"/>
                          </p:to>
                        </p:set>
                        <p:animEffect transition="in" filter="slide(fromLeft)">
                          <p:cBhvr>
                            <p:cTn id="117" dur="600"/>
                            <p:tgtEl>
                              <p:spTgt spid="6"/>
                            </p:tgtEl>
                          </p:cBhvr>
                        </p:animEffect>
                      </p:childTnLst>
                    </p:cTn>
                  </p:par>
                  <p:par>
                    <p:cTn id="118" presetID="10" presetClass="entr" presetSubtype="0" fill="hold" grpId="34" nodeType="withEffect">
                      <p:stCondLst>
                        <p:cond delay="3740"/>
                      </p:stCondLst>
                      <p:childTnLst>
                        <p:set>
                          <p:cBhvr>
                            <p:cTn id="119" dur="1" fill="hold"/>
                            <p:tgtEl>
                              <p:spTgt spid="7"/>
                            </p:tgtEl>
                            <p:attrNameLst>
                              <p:attrName>style.visibility</p:attrName>
                            </p:attrNameLst>
                          </p:cBhvr>
                          <p:to>
                            <p:strVal val="visible"/>
                          </p:to>
                        </p:set>
                        <p:animEffect transition="in" filter="slide(fromBottom)">
                          <p:cBhvr>
                            <p:cTn id="120" dur="600"/>
                            <p:tgtEl>
                              <p:spTgt spid="7"/>
                            </p:tgtEl>
                          </p:cBhvr>
                        </p:animEffect>
                      </p:childTnLst>
                    </p:cTn>
                  </p:par>
                  <p:par>
                    <p:cTn id="121" presetID="10" presetClass="entr" presetSubtype="0" fill="hold" grpId="35" nodeType="withEffect">
                      <p:stCondLst>
                        <p:cond delay="3850"/>
                      </p:stCondLst>
                      <p:childTnLst>
                        <p:set>
                          <p:cBhvr>
                            <p:cTn id="122" dur="1" fill="hold"/>
                            <p:tgtEl>
                              <p:spTgt spid="8"/>
                            </p:tgtEl>
                            <p:attrNameLst>
                              <p:attrName>style.visibility</p:attrName>
                            </p:attrNameLst>
                          </p:cBhvr>
                          <p:to>
                            <p:strVal val="visible"/>
                          </p:to>
                        </p:set>
                        <p:animEffect transition="in" filter="slide(fromLeft)">
                          <p:cBhvr>
                            <p:cTn id="123" dur="600"/>
                            <p:tgtEl>
                              <p:spTgt spid="8"/>
                            </p:tgtEl>
                          </p:cBhvr>
                        </p:animEffect>
                      </p:childTnLst>
                    </p:cTn>
                  </p:par>
                  <p:par>
                    <p:cTn id="124" presetID="10" presetClass="entr" presetSubtype="0" fill="hold" grpId="36" nodeType="withEffect">
                      <p:stCondLst>
                        <p:cond delay="3960"/>
                      </p:stCondLst>
                      <p:childTnLst>
                        <p:set>
                          <p:cBhvr>
                            <p:cTn id="125" dur="1" fill="hold"/>
                            <p:tgtEl>
                              <p:spTgt spid="9"/>
                            </p:tgtEl>
                            <p:attrNameLst>
                              <p:attrName>style.visibility</p:attrName>
                            </p:attrNameLst>
                          </p:cBhvr>
                          <p:to>
                            <p:strVal val="visible"/>
                          </p:to>
                        </p:set>
                        <p:animEffect transition="in" filter="slide(fromBottom)">
                          <p:cBhvr>
                            <p:cTn id="126" dur="600"/>
                            <p:tgtEl>
                              <p:spTgt spid="9"/>
                            </p:tgtEl>
                          </p:cBhvr>
                        </p:animEffect>
                      </p:childTnLst>
                    </p:cTn>
                  </p:par>
                  <p:par>
                    <p:cTn id="127" presetID="10" presetClass="entr" presetSubtype="0" fill="hold" grpId="37" nodeType="withEffect">
                      <p:stCondLst>
                        <p:cond delay="4070"/>
                      </p:stCondLst>
                      <p:childTnLst>
                        <p:set>
                          <p:cBhvr>
                            <p:cTn id="128" dur="1" fill="hold"/>
                            <p:tgtEl>
                              <p:spTgt spid="10"/>
                            </p:tgtEl>
                            <p:attrNameLst>
                              <p:attrName>style.visibility</p:attrName>
                            </p:attrNameLst>
                          </p:cBhvr>
                          <p:to>
                            <p:strVal val="visible"/>
                          </p:to>
                        </p:set>
                        <p:animEffect transition="in" filter="slide(fromLeft)">
                          <p:cBhvr>
                            <p:cTn id="129" dur="600"/>
                            <p:tgtEl>
                              <p:spTgt spid="10"/>
                            </p:tgtEl>
                          </p:cBhvr>
                        </p:animEffect>
                      </p:childTnLst>
                    </p:cTn>
                  </p:par>
                  <p:par>
                    <p:cTn id="130" presetID="10" presetClass="entr" presetSubtype="0" fill="hold" grpId="38" nodeType="withEffect">
                      <p:stCondLst>
                        <p:cond delay="4180"/>
                      </p:stCondLst>
                      <p:childTnLst>
                        <p:set>
                          <p:cBhvr>
                            <p:cTn id="131" dur="1" fill="hold"/>
                            <p:tgtEl>
                              <p:spTgt spid="11"/>
                            </p:tgtEl>
                            <p:attrNameLst>
                              <p:attrName>style.visibility</p:attrName>
                            </p:attrNameLst>
                          </p:cBhvr>
                          <p:to>
                            <p:strVal val="visible"/>
                          </p:to>
                        </p:set>
                        <p:animEffect transition="in" filter="slide(fromBottom)">
                          <p:cBhvr>
                            <p:cTn id="132" dur="600"/>
                            <p:tgtEl>
                              <p:spTgt spid="11"/>
                            </p:tgtEl>
                          </p:cBhvr>
                        </p:animEffect>
                      </p:childTnLst>
                    </p:cTn>
                  </p:par>
                  <p:par>
                    <p:cTn id="133" presetID="10" presetClass="entr" presetSubtype="0" fill="hold" grpId="39" nodeType="withEffect">
                      <p:stCondLst>
                        <p:cond delay="4290"/>
                      </p:stCondLst>
                      <p:childTnLst>
                        <p:set>
                          <p:cBhvr>
                            <p:cTn id="134" dur="1" fill="hold"/>
                            <p:tgtEl>
                              <p:spTgt spid="12"/>
                            </p:tgtEl>
                            <p:attrNameLst>
                              <p:attrName>style.visibility</p:attrName>
                            </p:attrNameLst>
                          </p:cBhvr>
                          <p:to>
                            <p:strVal val="visible"/>
                          </p:to>
                        </p:set>
                        <p:animEffect transition="in" filter="slide(fromLeft)">
                          <p:cBhvr>
                            <p:cTn id="135" dur="600"/>
                            <p:tgtEl>
                              <p:spTgt spid="12"/>
                            </p:tgtEl>
                          </p:cBhvr>
                        </p:animEffect>
                      </p:childTnLst>
                    </p:cTn>
                  </p:par>
                  <p:par>
                    <p:cTn id="136" presetID="10" presetClass="entr" presetSubtype="0" fill="hold" grpId="40" nodeType="withEffect">
                      <p:stCondLst>
                        <p:cond delay="4400"/>
                      </p:stCondLst>
                      <p:childTnLst>
                        <p:set>
                          <p:cBhvr>
                            <p:cTn id="137" dur="1" fill="hold"/>
                            <p:tgtEl>
                              <p:spTgt spid="15"/>
                            </p:tgtEl>
                            <p:attrNameLst>
                              <p:attrName>style.visibility</p:attrName>
                            </p:attrNameLst>
                          </p:cBhvr>
                          <p:to>
                            <p:strVal val="visible"/>
                          </p:to>
                        </p:set>
                        <p:animEffect transition="in" filter="slide(fromBottom)">
                          <p:cBhvr>
                            <p:cTn id="138" dur="600"/>
                            <p:tgtEl>
                              <p:spTgt spid="15"/>
                            </p:tgtEl>
                          </p:cBhvr>
                        </p:animEffect>
                      </p:childTnLst>
                    </p:cTn>
                  </p:par>
                  <p:par>
                    <p:cTn id="139" presetID="10" presetClass="entr" presetSubtype="0" fill="hold" grpId="41" nodeType="withEffect">
                      <p:stCondLst>
                        <p:cond delay="4510"/>
                      </p:stCondLst>
                      <p:childTnLst>
                        <p:set>
                          <p:cBhvr>
                            <p:cTn id="140" dur="1" fill="hold"/>
                            <p:tgtEl>
                              <p:spTgt spid="16"/>
                            </p:tgtEl>
                            <p:attrNameLst>
                              <p:attrName>style.visibility</p:attrName>
                            </p:attrNameLst>
                          </p:cBhvr>
                          <p:to>
                            <p:strVal val="visible"/>
                          </p:to>
                        </p:set>
                        <p:animEffect transition="in" filter="slide(fromLeft)">
                          <p:cBhvr>
                            <p:cTn id="141" dur="600"/>
                            <p:tgtEl>
                              <p:spTgt spid="16"/>
                            </p:tgtEl>
                          </p:cBhvr>
                        </p:animEffect>
                      </p:childTnLst>
                    </p:cTn>
                  </p:par>
                  <p:par>
                    <p:cTn id="142" presetID="10" presetClass="entr" presetSubtype="0" fill="hold" grpId="42" nodeType="withEffect">
                      <p:stCondLst>
                        <p:cond delay="4620"/>
                      </p:stCondLst>
                      <p:childTnLst>
                        <p:set>
                          <p:cBhvr>
                            <p:cTn id="143" dur="1" fill="hold"/>
                            <p:tgtEl>
                              <p:spTgt spid="17"/>
                            </p:tgtEl>
                            <p:attrNameLst>
                              <p:attrName>style.visibility</p:attrName>
                            </p:attrNameLst>
                          </p:cBhvr>
                          <p:to>
                            <p:strVal val="visible"/>
                          </p:to>
                        </p:set>
                        <p:animEffect transition="in" filter="slide(fromBottom)">
                          <p:cBhvr>
                            <p:cTn id="144" dur="600"/>
                            <p:tgtEl>
                              <p:spTgt spid="17"/>
                            </p:tgtEl>
                          </p:cBhvr>
                        </p:animEffect>
                      </p:childTnLst>
                    </p:cTn>
                  </p:par>
                  <p:par>
                    <p:cTn id="145" presetID="10" presetClass="entr" presetSubtype="0" fill="hold" grpId="43" nodeType="withEffect">
                      <p:stCondLst>
                        <p:cond delay="4730"/>
                      </p:stCondLst>
                      <p:childTnLst>
                        <p:set>
                          <p:cBhvr>
                            <p:cTn id="146" dur="1" fill="hold"/>
                            <p:tgtEl>
                              <p:spTgt spid="18"/>
                            </p:tgtEl>
                            <p:attrNameLst>
                              <p:attrName>style.visibility</p:attrName>
                            </p:attrNameLst>
                          </p:cBhvr>
                          <p:to>
                            <p:strVal val="visible"/>
                          </p:to>
                        </p:set>
                        <p:animEffect transition="in" filter="slide(fromLeft)">
                          <p:cBhvr>
                            <p:cTn id="147" dur="600"/>
                            <p:tgtEl>
                              <p:spTgt spid="18"/>
                            </p:tgtEl>
                          </p:cBhvr>
                        </p:animEffect>
                      </p:childTnLst>
                    </p:cTn>
                  </p:par>
                  <p:par>
                    <p:cTn id="148" presetID="10" presetClass="entr" presetSubtype="0" fill="hold" grpId="44" nodeType="withEffect">
                      <p:stCondLst>
                        <p:cond delay="4840"/>
                      </p:stCondLst>
                      <p:childTnLst>
                        <p:set>
                          <p:cBhvr>
                            <p:cTn id="149" dur="1" fill="hold"/>
                            <p:tgtEl>
                              <p:spTgt spid="19"/>
                            </p:tgtEl>
                            <p:attrNameLst>
                              <p:attrName>style.visibility</p:attrName>
                            </p:attrNameLst>
                          </p:cBhvr>
                          <p:to>
                            <p:strVal val="visible"/>
                          </p:to>
                        </p:set>
                        <p:animEffect transition="in" filter="slide(fromBottom)">
                          <p:cBhvr>
                            <p:cTn id="150" dur="600"/>
                            <p:tgtEl>
                              <p:spTgt spid="19"/>
                            </p:tgtEl>
                          </p:cBhvr>
                        </p:animEffect>
                      </p:childTnLst>
                    </p:cTn>
                  </p:par>
                  <p:par>
                    <p:cTn id="151" presetID="10" presetClass="entr" presetSubtype="0" fill="hold" grpId="45" nodeType="withEffect">
                      <p:stCondLst>
                        <p:cond delay="4950"/>
                      </p:stCondLst>
                      <p:childTnLst>
                        <p:set>
                          <p:cBhvr>
                            <p:cTn id="152" dur="1" fill="hold"/>
                            <p:tgtEl>
                              <p:spTgt spid="20"/>
                            </p:tgtEl>
                            <p:attrNameLst>
                              <p:attrName>style.visibility</p:attrName>
                            </p:attrNameLst>
                          </p:cBhvr>
                          <p:to>
                            <p:strVal val="visible"/>
                          </p:to>
                        </p:set>
                        <p:animEffect transition="in" filter="slide(fromLeft)">
                          <p:cBhvr>
                            <p:cTn id="153" dur="600"/>
                            <p:tgtEl>
                              <p:spTgt spid="20"/>
                            </p:tgtEl>
                          </p:cBhvr>
                        </p:animEffect>
                      </p:childTnLst>
                    </p:cTn>
                  </p:par>
                  <p:par>
                    <p:cTn id="154" presetID="10" presetClass="entr" presetSubtype="0" fill="hold" grpId="46" nodeType="withEffect">
                      <p:stCondLst>
                        <p:cond delay="5060"/>
                      </p:stCondLst>
                      <p:childTnLst>
                        <p:set>
                          <p:cBhvr>
                            <p:cTn id="155" dur="1" fill="hold"/>
                            <p:tgtEl>
                              <p:spTgt spid="21"/>
                            </p:tgtEl>
                            <p:attrNameLst>
                              <p:attrName>style.visibility</p:attrName>
                            </p:attrNameLst>
                          </p:cBhvr>
                          <p:to>
                            <p:strVal val="visible"/>
                          </p:to>
                        </p:set>
                        <p:animEffect transition="in" filter="slide(fromBottom)">
                          <p:cBhvr>
                            <p:cTn id="156" dur="600"/>
                            <p:tgtEl>
                              <p:spTgt spid="21"/>
                            </p:tgtEl>
                          </p:cBhvr>
                        </p:animEffect>
                      </p:childTnLst>
                    </p:cTn>
                  </p:par>
                  <p:par>
                    <p:cTn id="157" presetID="10" presetClass="entr" presetSubtype="0" fill="hold" grpId="47" nodeType="withEffect">
                      <p:stCondLst>
                        <p:cond delay="5170"/>
                      </p:stCondLst>
                      <p:childTnLst>
                        <p:set>
                          <p:cBhvr>
                            <p:cTn id="158" dur="1" fill="hold"/>
                            <p:tgtEl>
                              <p:spTgt spid="22"/>
                            </p:tgtEl>
                            <p:attrNameLst>
                              <p:attrName>style.visibility</p:attrName>
                            </p:attrNameLst>
                          </p:cBhvr>
                          <p:to>
                            <p:strVal val="visible"/>
                          </p:to>
                        </p:set>
                        <p:animEffect transition="in" filter="slide(fromLeft)">
                          <p:cBhvr>
                            <p:cTn id="159" dur="600"/>
                            <p:tgtEl>
                              <p:spTgt spid="22"/>
                            </p:tgtEl>
                          </p:cBhvr>
                        </p:animEffect>
                      </p:childTnLst>
                    </p:cTn>
                  </p:par>
                  <p:par>
                    <p:cTn id="160" presetID="10" presetClass="entr" presetSubtype="0" fill="hold" grpId="48" nodeType="withEffect">
                      <p:stCondLst>
                        <p:cond delay="5280"/>
                      </p:stCondLst>
                      <p:childTnLst>
                        <p:set>
                          <p:cBhvr>
                            <p:cTn id="161" dur="1" fill="hold"/>
                            <p:tgtEl>
                              <p:spTgt spid="23"/>
                            </p:tgtEl>
                            <p:attrNameLst>
                              <p:attrName>style.visibility</p:attrName>
                            </p:attrNameLst>
                          </p:cBhvr>
                          <p:to>
                            <p:strVal val="visible"/>
                          </p:to>
                        </p:set>
                        <p:animEffect transition="in" filter="slide(fromBottom)">
                          <p:cBhvr>
                            <p:cTn id="162" dur="600"/>
                            <p:tgtEl>
                              <p:spTgt spid="23"/>
                            </p:tgtEl>
                          </p:cBhvr>
                        </p:animEffect>
                      </p:childTnLst>
                    </p:cTn>
                  </p:par>
                </p:childTnLst>
              </p:cTn>
            </p:par>
          </p:childTnLst>
        </p:cTn>
      </p:par>
    </p:tnLst>
    <p:bldLst>
      <p:bldP spid="600" grpId="0" uiExpand="1" build="p"/>
      <p:bldP spid="601" grpId="1" uiExpand="1" build="p"/>
      <p:bldP spid="602" grpId="2" uiExpand="1" build="p"/>
      <p:bldP spid="603" grpId="3" uiExpand="1" build="p"/>
      <p:bldP spid="604" grpId="4" uiExpand="1" build="p"/>
      <p:bldP spid="605" grpId="5" uiExpand="1" build="p"/>
      <p:bldP spid="606" grpId="6" uiExpand="1" build="p"/>
      <p:bldP spid="607" grpId="7" uiExpand="1" build="p"/>
      <p:bldP spid="608" grpId="8" uiExpand="1" build="p"/>
      <p:bldP spid="609" grpId="9" uiExpand="1" build="p"/>
      <p:bldP spid="610" grpId="10" uiExpand="1" build="p"/>
      <p:bldP spid="611" grpId="11" uiExpand="1" build="p"/>
      <p:bldP spid="612" grpId="12" uiExpand="1" build="p"/>
      <p:bldP spid="613" grpId="13" uiExpand="1" build="p"/>
      <p:bldP spid="614" grpId="14" uiExpand="1" build="p"/>
      <p:bldP spid="615" grpId="15" uiExpand="1" build="p"/>
      <p:bldP spid="616" grpId="16" uiExpand="1" build="p"/>
      <p:bldP spid="617" grpId="17" uiExpand="1" build="p"/>
      <p:bldP spid="618" grpId="18" uiExpand="1" build="p"/>
      <p:bldP spid="619" grpId="19" uiExpand="1" build="p"/>
      <p:bldP spid="620" grpId="20" uiExpand="1" build="p"/>
      <p:bldP spid="621" grpId="21" uiExpand="1" build="p"/>
      <p:bldP spid="622" grpId="22" uiExpand="1" build="p"/>
      <p:bldP spid="623" grpId="23" uiExpand="1" build="p"/>
      <p:bldP spid="624" grpId="24" uiExpand="1" build="p"/>
      <p:bldP spid="625" grpId="25" uiExpand="1" build="p"/>
      <p:bldP spid="626" grpId="26" uiExpand="1" build="p"/>
      <p:bldP spid="627" grpId="27" uiExpand="1" build="p"/>
      <p:bldP spid="628" grpId="28" uiExpand="1" build="p"/>
      <p:bldP spid="2" grpId="29" uiExpand="1" build="p"/>
      <p:bldP spid="3" grpId="30" uiExpand="1" build="p"/>
      <p:bldP spid="4" grpId="31" uiExpand="1" build="p"/>
      <p:bldP spid="5" grpId="32" uiExpand="1" build="p"/>
      <p:bldP spid="6" grpId="33" uiExpand="1" build="p"/>
      <p:bldP spid="7" grpId="34" uiExpand="1" build="p"/>
      <p:bldP spid="8" grpId="35" uiExpand="1" build="p"/>
      <p:bldP spid="9" grpId="36" uiExpand="1" build="p"/>
      <p:bldP spid="10" grpId="37" uiExpand="1" build="p"/>
      <p:bldP spid="11" grpId="38" uiExpand="1" build="p"/>
      <p:bldP spid="12" grpId="39" uiExpand="1" build="p"/>
      <p:bldP spid="15" grpId="40" uiExpand="1" build="p"/>
      <p:bldP spid="16" grpId="41" uiExpand="1" build="p"/>
      <p:bldP spid="17" grpId="42" uiExpand="1" build="p"/>
      <p:bldP spid="18" grpId="43" uiExpand="1" build="p"/>
      <p:bldP spid="19" grpId="44" uiExpand="1" build="p"/>
      <p:bldP spid="20" grpId="45" uiExpand="1" build="p"/>
      <p:bldP spid="21" grpId="46" uiExpand="1" build="p"/>
      <p:bldP spid="22" grpId="47" uiExpand="1" build="p"/>
      <p:bldP spid="23" grpId="48"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0D1117"/>
        </a:solidFill>
        <a:effectLst/>
      </p:bgPr>
    </p:bg>
    <p:spTree>
      <p:nvGrpSpPr>
        <p:cNvPr id="1" name=""/>
        <p:cNvGrpSpPr/>
        <p:nvPr/>
      </p:nvGrpSpPr>
      <p:grpSpPr>
        <a:xfrm>
          <a:off x="0" y="0"/>
          <a:ext cx="0" cy="0"/>
          <a:chOff x="0" y="0"/>
          <a:chExt cx="0" cy="0"/>
        </a:xfrm>
      </p:grpSpPr>
      <p:sp>
        <p:nvSpPr>
          <p:cNvPr id="620" name="d620"/>
          <p:cNvSpPr/>
          <p:nvPr/>
        </p:nvSpPr>
        <p:spPr>
          <a:xfrm rot="1080000">
            <a:off x="457200" y="905400"/>
            <a:ext cx="8229600" cy="18000"/>
          </a:xfrm>
          <a:prstGeom prst="rect">
            <a:avLst/>
          </a:prstGeom>
          <a:solidFill>
            <a:srgbClr val="FF6D00">
              <a:alpha val="12000"/>
            </a:srgbClr>
          </a:solidFill>
          <a:ln>
            <a:noFill/>
          </a:ln>
        </p:spPr>
      </p:sp>
      <p:sp>
        <p:nvSpPr>
          <p:cNvPr id="621" name="d621"/>
          <p:cNvSpPr/>
          <p:nvPr/>
        </p:nvSpPr>
        <p:spPr>
          <a:xfrm rot="1080000">
            <a:off x="457200" y="1362600"/>
            <a:ext cx="8229600" cy="18000"/>
          </a:xfrm>
          <a:prstGeom prst="rect">
            <a:avLst/>
          </a:prstGeom>
          <a:solidFill>
            <a:srgbClr val="00BCD4">
              <a:alpha val="10000"/>
            </a:srgbClr>
          </a:solidFill>
          <a:ln>
            <a:noFill/>
          </a:ln>
        </p:spPr>
      </p:sp>
      <p:sp>
        <p:nvSpPr>
          <p:cNvPr id="622" name="d622"/>
          <p:cNvSpPr/>
          <p:nvPr/>
        </p:nvSpPr>
        <p:spPr>
          <a:xfrm rot="900000">
            <a:off x="457200" y="2277000"/>
            <a:ext cx="8229600" cy="18000"/>
          </a:xfrm>
          <a:prstGeom prst="rect">
            <a:avLst/>
          </a:prstGeom>
          <a:solidFill>
            <a:srgbClr val="FFFFFF">
              <a:alpha val="8000"/>
            </a:srgbClr>
          </a:solidFill>
          <a:ln>
            <a:noFill/>
          </a:ln>
        </p:spPr>
      </p:sp>
      <p:sp>
        <p:nvSpPr>
          <p:cNvPr id="623" name="d623"/>
          <p:cNvSpPr/>
          <p:nvPr/>
        </p:nvSpPr>
        <p:spPr>
          <a:xfrm rot="-1080000">
            <a:off x="457200" y="4220100"/>
            <a:ext cx="8229600" cy="18000"/>
          </a:xfrm>
          <a:prstGeom prst="rect">
            <a:avLst/>
          </a:prstGeom>
          <a:solidFill>
            <a:srgbClr val="FF6D00">
              <a:alpha val="12000"/>
            </a:srgbClr>
          </a:solidFill>
          <a:ln>
            <a:noFill/>
          </a:ln>
        </p:spPr>
      </p:sp>
      <p:sp>
        <p:nvSpPr>
          <p:cNvPr id="624" name="d624"/>
          <p:cNvSpPr/>
          <p:nvPr/>
        </p:nvSpPr>
        <p:spPr>
          <a:xfrm rot="-900000">
            <a:off x="457200" y="3305700"/>
            <a:ext cx="8229600" cy="18000"/>
          </a:xfrm>
          <a:prstGeom prst="rect">
            <a:avLst/>
          </a:prstGeom>
          <a:solidFill>
            <a:srgbClr val="00BCD4">
              <a:alpha val="8000"/>
            </a:srgbClr>
          </a:solidFill>
          <a:ln>
            <a:noFill/>
          </a:ln>
        </p:spPr>
      </p:sp>
      <p:sp>
        <p:nvSpPr>
          <p:cNvPr id="625" name="d625"/>
          <p:cNvSpPr/>
          <p:nvPr/>
        </p:nvSpPr>
        <p:spPr>
          <a:xfrm rot="1200000">
            <a:off x="457200" y="2562750"/>
            <a:ext cx="8229600" cy="18000"/>
          </a:xfrm>
          <a:prstGeom prst="rect">
            <a:avLst/>
          </a:prstGeom>
          <a:solidFill>
            <a:srgbClr val="2196F3">
              <a:alpha val="6000"/>
            </a:srgbClr>
          </a:solidFill>
          <a:ln>
            <a:noFill/>
          </a:ln>
        </p:spPr>
      </p:sp>
      <p:sp>
        <p:nvSpPr>
          <p:cNvPr id="626" name="d626"/>
          <p:cNvSpPr/>
          <p:nvPr/>
        </p:nvSpPr>
        <p:spPr>
          <a:xfrm>
            <a:off x="874400" y="2531750"/>
            <a:ext cx="80000" cy="80000"/>
          </a:xfrm>
          <a:prstGeom prst="ellipse">
            <a:avLst/>
          </a:prstGeom>
          <a:solidFill>
            <a:srgbClr val="FF6D00">
              <a:alpha val="15000"/>
            </a:srgbClr>
          </a:solidFill>
          <a:ln>
            <a:noFill/>
          </a:ln>
        </p:spPr>
      </p:sp>
      <p:sp>
        <p:nvSpPr>
          <p:cNvPr id="627" name="d627"/>
          <p:cNvSpPr/>
          <p:nvPr/>
        </p:nvSpPr>
        <p:spPr>
          <a:xfrm>
            <a:off x="1914428" y="1733263"/>
            <a:ext cx="90000" cy="90000"/>
          </a:xfrm>
          <a:prstGeom prst="ellipse">
            <a:avLst/>
          </a:prstGeom>
          <a:solidFill>
            <a:srgbClr val="FF6D00">
              <a:alpha val="17000"/>
            </a:srgbClr>
          </a:solidFill>
          <a:ln>
            <a:noFill/>
          </a:ln>
        </p:spPr>
      </p:sp>
      <p:sp>
        <p:nvSpPr>
          <p:cNvPr id="628" name="d628"/>
          <p:cNvSpPr/>
          <p:nvPr/>
        </p:nvSpPr>
        <p:spPr>
          <a:xfrm>
            <a:off x="2954457" y="1091936"/>
            <a:ext cx="100000" cy="100000"/>
          </a:xfrm>
          <a:prstGeom prst="ellipse">
            <a:avLst/>
          </a:prstGeom>
          <a:solidFill>
            <a:srgbClr val="FF6D00">
              <a:alpha val="19000"/>
            </a:srgbClr>
          </a:solidFill>
          <a:ln>
            <a:noFill/>
          </a:ln>
        </p:spPr>
      </p:sp>
      <p:sp>
        <p:nvSpPr>
          <p:cNvPr id="629" name="d629"/>
          <p:cNvSpPr/>
          <p:nvPr/>
        </p:nvSpPr>
        <p:spPr>
          <a:xfrm>
            <a:off x="3994485" y="733801"/>
            <a:ext cx="110000" cy="110000"/>
          </a:xfrm>
          <a:prstGeom prst="ellipse">
            <a:avLst/>
          </a:prstGeom>
          <a:solidFill>
            <a:srgbClr val="FF6D00">
              <a:alpha val="21000"/>
            </a:srgbClr>
          </a:solidFill>
          <a:ln>
            <a:noFill/>
          </a:ln>
        </p:spPr>
      </p:sp>
      <p:sp>
        <p:nvSpPr>
          <p:cNvPr id="630" name="d630"/>
          <p:cNvSpPr/>
          <p:nvPr/>
        </p:nvSpPr>
        <p:spPr>
          <a:xfrm>
            <a:off x="5034514" y="728801"/>
            <a:ext cx="120000" cy="120000"/>
          </a:xfrm>
          <a:prstGeom prst="ellipse">
            <a:avLst/>
          </a:prstGeom>
          <a:solidFill>
            <a:srgbClr val="FF6D00">
              <a:alpha val="23000"/>
            </a:srgbClr>
          </a:solidFill>
          <a:ln>
            <a:noFill/>
          </a:ln>
        </p:spPr>
      </p:sp>
      <p:sp>
        <p:nvSpPr>
          <p:cNvPr id="631" name="d631"/>
          <p:cNvSpPr/>
          <p:nvPr/>
        </p:nvSpPr>
        <p:spPr>
          <a:xfrm>
            <a:off x="6074542" y="1076936"/>
            <a:ext cx="130000" cy="130000"/>
          </a:xfrm>
          <a:prstGeom prst="ellipse">
            <a:avLst/>
          </a:prstGeom>
          <a:solidFill>
            <a:srgbClr val="FF6D00">
              <a:alpha val="25000"/>
            </a:srgbClr>
          </a:solidFill>
          <a:ln>
            <a:noFill/>
          </a:ln>
        </p:spPr>
      </p:sp>
      <p:sp>
        <p:nvSpPr>
          <p:cNvPr id="632" name="d632"/>
          <p:cNvSpPr/>
          <p:nvPr/>
        </p:nvSpPr>
        <p:spPr>
          <a:xfrm>
            <a:off x="7114571" y="1708263"/>
            <a:ext cx="140000" cy="140000"/>
          </a:xfrm>
          <a:prstGeom prst="ellipse">
            <a:avLst/>
          </a:prstGeom>
          <a:solidFill>
            <a:srgbClr val="FF6D00">
              <a:alpha val="27000"/>
            </a:srgbClr>
          </a:solidFill>
          <a:ln>
            <a:noFill/>
          </a:ln>
        </p:spPr>
      </p:sp>
      <p:sp>
        <p:nvSpPr>
          <p:cNvPr id="633" name="d633"/>
          <p:cNvSpPr/>
          <p:nvPr/>
        </p:nvSpPr>
        <p:spPr>
          <a:xfrm>
            <a:off x="8154600" y="2496750"/>
            <a:ext cx="150000" cy="150000"/>
          </a:xfrm>
          <a:prstGeom prst="ellipse">
            <a:avLst/>
          </a:prstGeom>
          <a:solidFill>
            <a:srgbClr val="FF6D00">
              <a:alpha val="29000"/>
            </a:srgbClr>
          </a:solidFill>
          <a:ln>
            <a:noFill/>
          </a:ln>
        </p:spPr>
      </p:sp>
      <p:sp>
        <p:nvSpPr>
          <p:cNvPr id="634" name="d634"/>
          <p:cNvSpPr/>
          <p:nvPr/>
        </p:nvSpPr>
        <p:spPr>
          <a:xfrm>
            <a:off x="-2286000" y="285750"/>
            <a:ext cx="4572000" cy="4572000"/>
          </a:xfrm>
          <a:prstGeom prst="ellipse">
            <a:avLst/>
          </a:prstGeom>
          <a:solidFill>
            <a:srgbClr val="FF6D00">
              <a:alpha val="7000"/>
            </a:srgbClr>
          </a:solidFill>
          <a:ln>
            <a:noFill/>
          </a:ln>
        </p:spPr>
      </p:sp>
      <p:sp>
        <p:nvSpPr>
          <p:cNvPr id="635" name="d635"/>
          <p:cNvSpPr/>
          <p:nvPr/>
        </p:nvSpPr>
        <p:spPr>
          <a:xfrm>
            <a:off x="6858000" y="285750"/>
            <a:ext cx="4572000" cy="4572000"/>
          </a:xfrm>
          <a:prstGeom prst="ellipse">
            <a:avLst/>
          </a:prstGeom>
          <a:solidFill>
            <a:srgbClr val="2196F3">
              <a:alpha val="6000"/>
            </a:srgbClr>
          </a:solidFill>
          <a:ln>
            <a:noFill/>
          </a:ln>
        </p:spPr>
      </p:sp>
      <p:sp>
        <p:nvSpPr>
          <p:cNvPr id="636" name="d636"/>
          <p:cNvSpPr/>
          <p:nvPr/>
        </p:nvSpPr>
        <p:spPr>
          <a:xfrm>
            <a:off x="2743200" y="742950"/>
            <a:ext cx="3657600" cy="3657600"/>
          </a:xfrm>
          <a:prstGeom prst="ellipse">
            <a:avLst/>
          </a:prstGeom>
          <a:solidFill>
            <a:srgbClr val="FFFFFF">
              <a:alpha val="2000"/>
            </a:srgbClr>
          </a:solidFill>
          <a:ln>
            <a:noFill/>
          </a:ln>
        </p:spPr>
      </p:sp>
      <p:sp>
        <p:nvSpPr>
          <p:cNvPr id="637" name="d637"/>
          <p:cNvSpPr/>
          <p:nvPr/>
        </p:nvSpPr>
        <p:spPr>
          <a:xfrm>
            <a:off x="0" y="0"/>
            <a:ext cx="1828800" cy="1828800"/>
          </a:xfrm>
          <a:prstGeom prst="hexagon">
            <a:avLst/>
          </a:prstGeom>
          <a:noFill/>
          <a:ln w="25400">
            <a:solidFill>
              <a:srgbClr val="FF6D00">
                <a:alpha val="12000"/>
              </a:srgbClr>
            </a:solidFill>
          </a:ln>
          <a:effectLst>
            <a:glow rad="200000">
              <a:srgbClr val="FF6D00">
                <a:alpha val="32000"/>
              </a:srgbClr>
            </a:glow>
          </a:effectLst>
        </p:spPr>
      </p:sp>
      <p:sp>
        <p:nvSpPr>
          <p:cNvPr id="638" name="d638"/>
          <p:cNvSpPr/>
          <p:nvPr/>
        </p:nvSpPr>
        <p:spPr>
          <a:xfrm>
            <a:off x="7315200" y="3314700"/>
            <a:ext cx="1828800" cy="1828800"/>
          </a:xfrm>
          <a:prstGeom prst="hexagon">
            <a:avLst/>
          </a:prstGeom>
          <a:noFill/>
          <a:ln w="25400">
            <a:solidFill>
              <a:srgbClr val="2196F3">
                <a:alpha val="12000"/>
              </a:srgbClr>
            </a:solidFill>
          </a:ln>
          <a:effectLst>
            <a:glow rad="200000">
              <a:srgbClr val="2196F3">
                <a:alpha val="32000"/>
              </a:srgbClr>
            </a:glow>
          </a:effectLst>
        </p:spPr>
      </p:sp>
      <p:sp>
        <p:nvSpPr>
          <p:cNvPr id="639" name="d639"/>
          <p:cNvSpPr/>
          <p:nvPr/>
        </p:nvSpPr>
        <p:spPr>
          <a:xfrm>
            <a:off x="1828800" y="-171450"/>
            <a:ext cx="5486400" cy="5486400"/>
          </a:xfrm>
          <a:prstGeom prst="hexagon">
            <a:avLst/>
          </a:prstGeom>
          <a:noFill/>
          <a:ln w="25400">
            <a:solidFill>
              <a:srgbClr val="FF6D00">
                <a:alpha val="5000"/>
              </a:srgbClr>
            </a:solidFill>
          </a:ln>
          <a:effectLst>
            <a:glow rad="200000">
              <a:srgbClr val="FF6D00">
                <a:alpha val="25000"/>
              </a:srgbClr>
            </a:glow>
          </a:effectLst>
        </p:spPr>
      </p:sp>
      <p:sp>
        <p:nvSpPr>
          <p:cNvPr id="640" name="d640"/>
          <p:cNvSpPr/>
          <p:nvPr/>
        </p:nvSpPr>
        <p:spPr>
          <a:xfrm>
            <a:off x="914400" y="2343150"/>
            <a:ext cx="2743200" cy="457200"/>
          </a:xfrm>
          <a:prstGeom prst="rightArrow">
            <a:avLst/>
          </a:prstGeom>
          <a:solidFill>
            <a:srgbClr val="FF6D00">
              <a:alpha val="12000"/>
            </a:srgbClr>
          </a:solidFill>
          <a:ln>
            <a:noFill/>
          </a:ln>
        </p:spPr>
      </p:sp>
      <p:sp>
        <p:nvSpPr>
          <p:cNvPr id="641" name="d641"/>
          <p:cNvSpPr/>
          <p:nvPr/>
        </p:nvSpPr>
        <p:spPr>
          <a:xfrm>
            <a:off x="6400800" y="2343150"/>
            <a:ext cx="2743200" cy="457200"/>
          </a:xfrm>
          <a:prstGeom prst="leftArrow">
            <a:avLst/>
          </a:prstGeom>
          <a:solidFill>
            <a:srgbClr val="2196F3">
              <a:alpha val="12000"/>
            </a:srgbClr>
          </a:solidFill>
          <a:ln>
            <a:noFill/>
          </a:ln>
        </p:spPr>
      </p:sp>
      <p:sp>
        <p:nvSpPr>
          <p:cNvPr id="642" name="d642"/>
          <p:cNvSpPr/>
          <p:nvPr/>
        </p:nvSpPr>
        <p:spPr>
          <a:xfrm>
            <a:off x="76200" y="76200"/>
            <a:ext cx="457200" cy="457200"/>
          </a:xfrm>
          <a:prstGeom prst="star4">
            <a:avLst/>
          </a:prstGeom>
          <a:solidFill>
            <a:srgbClr val="FF6D00">
              <a:alpha val="25000"/>
            </a:srgbClr>
          </a:solidFill>
          <a:ln>
            <a:noFill/>
          </a:ln>
          <a:effectLst>
            <a:glow rad="152400">
              <a:srgbClr val="FF6D00">
                <a:alpha val="45000"/>
              </a:srgbClr>
            </a:glow>
          </a:effectLst>
        </p:spPr>
      </p:sp>
      <p:sp>
        <p:nvSpPr>
          <p:cNvPr id="643" name="d643"/>
          <p:cNvSpPr/>
          <p:nvPr/>
        </p:nvSpPr>
        <p:spPr>
          <a:xfrm>
            <a:off x="8686800" y="152400"/>
            <a:ext cx="304800" cy="304800"/>
          </a:xfrm>
          <a:prstGeom prst="star4">
            <a:avLst/>
          </a:prstGeom>
          <a:solidFill>
            <a:srgbClr val="00BCD4">
              <a:alpha val="25000"/>
            </a:srgbClr>
          </a:solidFill>
          <a:ln>
            <a:noFill/>
          </a:ln>
          <a:effectLst>
            <a:glow rad="101600">
              <a:srgbClr val="00BCD4">
                <a:alpha val="45000"/>
              </a:srgbClr>
            </a:glow>
          </a:effectLst>
        </p:spPr>
      </p:sp>
      <p:sp>
        <p:nvSpPr>
          <p:cNvPr id="644" name="d644"/>
          <p:cNvSpPr/>
          <p:nvPr/>
        </p:nvSpPr>
        <p:spPr>
          <a:xfrm>
            <a:off x="8610600" y="4610100"/>
            <a:ext cx="457200" cy="457200"/>
          </a:xfrm>
          <a:prstGeom prst="star4">
            <a:avLst/>
          </a:prstGeom>
          <a:solidFill>
            <a:srgbClr val="FF6D00">
              <a:alpha val="25000"/>
            </a:srgbClr>
          </a:solidFill>
          <a:ln>
            <a:noFill/>
          </a:ln>
          <a:effectLst>
            <a:glow rad="152400">
              <a:srgbClr val="FF6D00">
                <a:alpha val="45000"/>
              </a:srgbClr>
            </a:glow>
          </a:effectLst>
        </p:spPr>
      </p:sp>
      <p:sp>
        <p:nvSpPr>
          <p:cNvPr id="645" name="d645"/>
          <p:cNvSpPr/>
          <p:nvPr/>
        </p:nvSpPr>
        <p:spPr>
          <a:xfrm>
            <a:off x="422200" y="193600"/>
            <a:ext cx="70000" cy="70000"/>
          </a:xfrm>
          <a:prstGeom prst="ellipse">
            <a:avLst/>
          </a:prstGeom>
          <a:solidFill>
            <a:srgbClr val="FF6D00">
              <a:alpha val="90000"/>
            </a:srgbClr>
          </a:solidFill>
          <a:ln>
            <a:noFill/>
          </a:ln>
        </p:spPr>
      </p:sp>
      <p:sp>
        <p:nvSpPr>
          <p:cNvPr id="646" name="d646"/>
          <p:cNvSpPr/>
          <p:nvPr/>
        </p:nvSpPr>
        <p:spPr>
          <a:xfrm>
            <a:off x="2708200" y="269800"/>
            <a:ext cx="70000" cy="70000"/>
          </a:xfrm>
          <a:prstGeom prst="ellipse">
            <a:avLst/>
          </a:prstGeom>
          <a:solidFill>
            <a:srgbClr val="FFFFFF">
              <a:alpha val="70000"/>
            </a:srgbClr>
          </a:solidFill>
          <a:ln>
            <a:noFill/>
          </a:ln>
        </p:spPr>
      </p:sp>
      <p:sp>
        <p:nvSpPr>
          <p:cNvPr id="647" name="d647"/>
          <p:cNvSpPr/>
          <p:nvPr/>
        </p:nvSpPr>
        <p:spPr>
          <a:xfrm>
            <a:off x="6365800" y="269800"/>
            <a:ext cx="70000" cy="70000"/>
          </a:xfrm>
          <a:prstGeom prst="ellipse">
            <a:avLst/>
          </a:prstGeom>
          <a:solidFill>
            <a:srgbClr val="2196F3">
              <a:alpha val="80000"/>
            </a:srgbClr>
          </a:solidFill>
          <a:ln>
            <a:noFill/>
          </a:ln>
        </p:spPr>
      </p:sp>
      <p:sp>
        <p:nvSpPr>
          <p:cNvPr id="648" name="d648"/>
          <p:cNvSpPr/>
          <p:nvPr/>
        </p:nvSpPr>
        <p:spPr>
          <a:xfrm>
            <a:off x="269800" y="1679500"/>
            <a:ext cx="70000" cy="70000"/>
          </a:xfrm>
          <a:prstGeom prst="ellipse">
            <a:avLst/>
          </a:prstGeom>
          <a:solidFill>
            <a:srgbClr val="00BCD4">
              <a:alpha val="70000"/>
            </a:srgbClr>
          </a:solidFill>
          <a:ln>
            <a:noFill/>
          </a:ln>
        </p:spPr>
      </p:sp>
      <p:sp>
        <p:nvSpPr>
          <p:cNvPr id="649" name="d649"/>
          <p:cNvSpPr/>
          <p:nvPr/>
        </p:nvSpPr>
        <p:spPr>
          <a:xfrm>
            <a:off x="8804200" y="3394000"/>
            <a:ext cx="70000" cy="70000"/>
          </a:xfrm>
          <a:prstGeom prst="ellipse">
            <a:avLst/>
          </a:prstGeom>
          <a:solidFill>
            <a:srgbClr val="FF6D00">
              <a:alpha val="80000"/>
            </a:srgbClr>
          </a:solidFill>
          <a:ln>
            <a:noFill/>
          </a:ln>
        </p:spPr>
      </p:sp>
      <p:sp>
        <p:nvSpPr>
          <p:cNvPr id="650" name="d650"/>
          <p:cNvSpPr/>
          <p:nvPr/>
        </p:nvSpPr>
        <p:spPr>
          <a:xfrm>
            <a:off x="4537000" y="4879900"/>
            <a:ext cx="70000" cy="70000"/>
          </a:xfrm>
          <a:prstGeom prst="ellipse">
            <a:avLst/>
          </a:prstGeom>
          <a:solidFill>
            <a:srgbClr val="2196F3">
              <a:alpha val="7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pitchFamily="34" charset="0"/>
                <a:ea typeface="Arial" pitchFamily="34" charset="-122"/>
                <a:cs typeface="Arial" pitchFamily="34" charset="-120"/>
              </a:rPr>
              <a:t>HIS GAMEPLAY SUMMARIZED</a:t>
            </a:r>
            <a:endParaRPr lang="en-US" sz="3600"/>
          </a:p>
        </p:txBody>
      </p:sp>
      <p:sp>
        <p:nvSpPr>
          <p:cNvPr id="3" name="Shape 1"/>
          <p:cNvSpPr/>
          <p:nvPr/>
        </p:nvSpPr>
        <p:spPr>
          <a:xfrm>
            <a:off x="1371600" y="1188720"/>
            <a:ext cx="6400800" cy="3200400"/>
          </a:xfrm>
          <a:prstGeom prst="roundRect">
            <a:avLst>
              <a:gd name="adj" fmla="val 4286"/>
            </a:avLst>
          </a:prstGeom>
          <a:solidFill>
            <a:srgbClr val="1A2332"/>
          </a:solidFill>
          <a:ln/>
          <a:effectLst>
            <a:outerShdw blurRad="152400" dist="50800" dir="2700000" algn="bl" rotWithShape="0">
              <a:srgbClr val="000000">
                <a:alpha val="40000"/>
              </a:srgbClr>
            </a:outerShdw>
          </a:effectLst>
        </p:spPr>
      </p:sp>
      <p:sp>
        <p:nvSpPr>
          <p:cNvPr id="4" name="Text 2"/>
          <p:cNvSpPr/>
          <p:nvPr/>
        </p:nvSpPr>
        <p:spPr>
          <a:xfrm>
            <a:off x="1371600" y="1371600"/>
            <a:ext cx="6400800" cy="1097280"/>
          </a:xfrm>
          <a:prstGeom prst="rect">
            <a:avLst/>
          </a:prstGeom>
          <a:noFill/>
          <a:ln/>
        </p:spPr>
        <p:txBody>
          <a:bodyPr wrap="square" lIns="0" tIns="0" rIns="0" bIns="0" rtlCol="0" anchor="ctr"/>
          <a:lstStyle/>
          <a:p>
            <a:pPr marL="0" indent="0" algn="ctr">
              <a:buNone/>
            </a:pPr>
            <a:r>
              <a:rPr lang="en-US" sz="6000">
                <a:solidFill>
                  <a:srgbClr val="000000"/>
                </a:solidFill>
              </a:rPr>
              <a:t>🚗💨</a:t>
            </a:r>
            <a:endParaRPr lang="en-US" sz="6000"/>
          </a:p>
        </p:txBody>
      </p:sp>
      <p:sp>
        <p:nvSpPr>
          <p:cNvPr id="5" name="Text 3"/>
          <p:cNvSpPr/>
          <p:nvPr/>
        </p:nvSpPr>
        <p:spPr>
          <a:xfrm>
            <a:off x="1371600" y="2286000"/>
            <a:ext cx="6400800" cy="914400"/>
          </a:xfrm>
          <a:prstGeom prst="rect">
            <a:avLst/>
          </a:prstGeom>
          <a:noFill/>
          <a:ln/>
        </p:spPr>
        <p:txBody>
          <a:bodyPr wrap="square" lIns="0" tIns="0" rIns="0" bIns="0" rtlCol="0" anchor="ctr"/>
          <a:lstStyle/>
          <a:p>
            <a:pPr marL="0" indent="0" algn="ctr">
              <a:lnSpc>
                <a:spcPct val="120000"/>
              </a:lnSpc>
              <a:buNone/>
            </a:pPr>
            <a:r>
              <a:rPr lang="en-US" sz="3600" b="1">
                <a:solidFill>
                  <a:srgbClr val="FFFFFF"/>
                </a:solidFill>
                <a:latin typeface="Courier New" pitchFamily="34" charset="0"/>
                <a:ea typeface="Courier New" pitchFamily="34" charset="-122"/>
                <a:cs typeface="Courier New" pitchFamily="34" charset="-120"/>
              </a:rPr>
              <a:t>BALL: →</a:t>
            </a:r>
            <a:endParaRPr lang="en-US" sz="3600"/>
          </a:p>
          <a:p>
            <a:pPr marL="0" indent="0" algn="ctr">
              <a:lnSpc>
                <a:spcPct val="120000"/>
              </a:lnSpc>
              <a:buNone/>
            </a:pPr>
            <a:r>
              <a:rPr lang="en-US" sz="3600" b="1">
                <a:solidFill>
                  <a:srgbClr val="FFFFFF"/>
                </a:solidFill>
                <a:latin typeface="Courier New" pitchFamily="34" charset="0"/>
                <a:ea typeface="Courier New" pitchFamily="34" charset="-122"/>
                <a:cs typeface="Courier New" pitchFamily="34" charset="-120"/>
              </a:rPr>
              <a:t>HIM: ←</a:t>
            </a:r>
            <a:endParaRPr lang="en-US" sz="3600"/>
          </a:p>
        </p:txBody>
      </p:sp>
      <p:sp>
        <p:nvSpPr>
          <p:cNvPr id="6" name="Text 4"/>
          <p:cNvSpPr/>
          <p:nvPr/>
        </p:nvSpPr>
        <p:spPr>
          <a:xfrm>
            <a:off x="1371600" y="3291840"/>
            <a:ext cx="6400800" cy="548640"/>
          </a:xfrm>
          <a:prstGeom prst="rect">
            <a:avLst/>
          </a:prstGeom>
          <a:noFill/>
          <a:ln/>
        </p:spPr>
        <p:txBody>
          <a:bodyPr wrap="square" lIns="0" tIns="0" rIns="0" bIns="0" rtlCol="0" anchor="ctr"/>
          <a:lstStyle/>
          <a:p>
            <a:pPr marL="0" indent="0" algn="ctr">
              <a:buNone/>
            </a:pPr>
            <a:r>
              <a:rPr lang="en-US" sz="2000" i="1">
                <a:solidFill>
                  <a:srgbClr val="B0BEC5"/>
                </a:solidFill>
                <a:latin typeface="Arial"/>
                <a:ea typeface="Arial" pitchFamily="34" charset="-122"/>
                <a:cs typeface="Arial"/>
              </a:rPr>
              <a:t>"I </a:t>
            </a:r>
            <a:r>
              <a:rPr lang="en-US" sz="2000" i="1" err="1">
                <a:solidFill>
                  <a:srgbClr val="B0BEC5"/>
                </a:solidFill>
                <a:latin typeface="Arial"/>
                <a:ea typeface="Arial" pitchFamily="34" charset="-122"/>
                <a:cs typeface="Arial"/>
              </a:rPr>
              <a:t>nee</a:t>
            </a:r>
            <a:r>
              <a:rPr lang="en-US" sz="2000" i="1">
                <a:solidFill>
                  <a:srgbClr val="B0BEC5"/>
                </a:solidFill>
                <a:latin typeface="Arial"/>
                <a:ea typeface="Arial" pitchFamily="34" charset="-122"/>
                <a:cs typeface="Arial"/>
              </a:rPr>
              <a:t>d boost"</a:t>
            </a:r>
            <a:endParaRPr lang="en-US" sz="2000">
              <a:latin typeface="Arial"/>
              <a:cs typeface="Arial"/>
            </a:endParaRPr>
          </a:p>
        </p:txBody>
      </p:sp>
      <p:sp>
        <p:nvSpPr>
          <p:cNvPr id="7" name="Text 5"/>
          <p:cNvSpPr/>
          <p:nvPr/>
        </p:nvSpPr>
        <p:spPr>
          <a:xfrm>
            <a:off x="1371600" y="3794760"/>
            <a:ext cx="6400800" cy="457200"/>
          </a:xfrm>
          <a:prstGeom prst="rect">
            <a:avLst/>
          </a:prstGeom>
          <a:noFill/>
          <a:ln/>
        </p:spPr>
        <p:txBody>
          <a:bodyPr wrap="square" lIns="0" tIns="0" rIns="0" bIns="0" rtlCol="0" anchor="ctr"/>
          <a:lstStyle/>
          <a:p>
            <a:pPr marL="0" indent="0" algn="ctr">
              <a:buNone/>
            </a:pPr>
            <a:r>
              <a:rPr lang="en-US" sz="1400" i="1">
                <a:solidFill>
                  <a:srgbClr val="00BCD4"/>
                </a:solidFill>
                <a:latin typeface="Arial"/>
                <a:ea typeface="Arial" pitchFamily="34" charset="-122"/>
                <a:cs typeface="Arial"/>
              </a:rPr>
              <a:t> He did not need boost.</a:t>
            </a:r>
            <a:endParaRPr lang="en-US" sz="1400">
              <a:latin typeface="Arial"/>
              <a:cs typeface="Arial"/>
            </a:endParaRPr>
          </a:p>
        </p:txBody>
      </p:sp>
    </p:spTree>
  </p:cSld>
  <p:clrMapOvr>
    <a:masterClrMapping/>
  </p:clrMapOvr>
  <p:transition spd="fast">
    <p:newsflash/>
  </p:transition>
  <p:timing>
    <p:tnLst>
      <p:par>
        <p:cTn id="1" dur="indefinite" restart="whenNotActive" nodeType="tmRoot">
          <p:childTnLst>
            <p:par>
              <p:cTn id="2" fill="hold">
                <p:stCondLst>
                  <p:cond delay="250"/>
                </p:stCondLst>
                <p:childTnLst>
                  <p:par>
                    <p:cTn id="10" presetID="10" presetClass="entr" presetSubtype="0" fill="hold" grpId="0" nodeType="withEffect">
                      <p:stCondLst>
                        <p:cond delay="0"/>
                      </p:stCondLst>
                      <p:childTnLst>
                        <p:set>
                          <p:cBhvr>
                            <p:cTn id="11" dur="1" fill="hold"/>
                            <p:tgtEl>
                              <p:spTgt spid="620"/>
                            </p:tgtEl>
                            <p:attrNameLst>
                              <p:attrName>style.visibility</p:attrName>
                            </p:attrNameLst>
                          </p:cBhvr>
                          <p:to>
                            <p:strVal val="visible"/>
                          </p:to>
                        </p:set>
                        <p:animEffect transition="in" filter="zoom(inCenter)">
                          <p:cBhvr>
                            <p:cTn id="12" dur="600"/>
                            <p:tgtEl>
                              <p:spTgt spid="620"/>
                            </p:tgtEl>
                          </p:cBhvr>
                        </p:animEffect>
                      </p:childTnLst>
                    </p:cTn>
                  </p:par>
                  <p:par>
                    <p:cTn id="13" presetID="26" presetClass="emph" presetSubtype="0" fill="hold" grpId="200" nodeType="afterEffect">
                      <p:stCondLst>
                        <p:cond delay="680"/>
                      </p:stCondLst>
                      <p:childTnLst>
                        <p:animScale>
                          <p:by x="112000" y="112000"/>
                          <p:cBhvr autoRev="1">
                            <p:cTn id="14" dur="200" autoRev="1"/>
                            <p:tgtEl>
                              <p:spTgt spid="620"/>
                            </p:tgtEl>
                          </p:cBhvr>
                        </p:animScale>
                      </p:childTnLst>
                    </p:cTn>
                  </p:par>
                  <p:par>
                    <p:cTn id="15" presetID="10" presetClass="entr" presetSubtype="0" fill="hold" grpId="1" nodeType="withEffect">
                      <p:stCondLst>
                        <p:cond delay="120"/>
                      </p:stCondLst>
                      <p:childTnLst>
                        <p:set>
                          <p:cBhvr>
                            <p:cTn id="16" dur="1" fill="hold"/>
                            <p:tgtEl>
                              <p:spTgt spid="621"/>
                            </p:tgtEl>
                            <p:attrNameLst>
                              <p:attrName>style.visibility</p:attrName>
                            </p:attrNameLst>
                          </p:cBhvr>
                          <p:to>
                            <p:strVal val="visible"/>
                          </p:to>
                        </p:set>
                        <p:animEffect transition="in" filter="zoom(inCenter)">
                          <p:cBhvr>
                            <p:cTn id="17" dur="600"/>
                            <p:tgtEl>
                              <p:spTgt spid="621"/>
                            </p:tgtEl>
                          </p:cBhvr>
                        </p:animEffect>
                      </p:childTnLst>
                    </p:cTn>
                  </p:par>
                  <p:par>
                    <p:cTn id="18" presetID="26" presetClass="emph" presetSubtype="0" fill="hold" grpId="201" nodeType="afterEffect">
                      <p:stCondLst>
                        <p:cond delay="800"/>
                      </p:stCondLst>
                      <p:childTnLst>
                        <p:animScale>
                          <p:by x="112000" y="112000"/>
                          <p:cBhvr autoRev="1">
                            <p:cTn id="19" dur="200" autoRev="1"/>
                            <p:tgtEl>
                              <p:spTgt spid="621"/>
                            </p:tgtEl>
                          </p:cBhvr>
                        </p:animScale>
                      </p:childTnLst>
                    </p:cTn>
                  </p:par>
                  <p:par>
                    <p:cTn id="20" presetID="10" presetClass="entr" presetSubtype="0" fill="hold" grpId="2" nodeType="withEffect">
                      <p:stCondLst>
                        <p:cond delay="240"/>
                      </p:stCondLst>
                      <p:childTnLst>
                        <p:set>
                          <p:cBhvr>
                            <p:cTn id="21" dur="1" fill="hold"/>
                            <p:tgtEl>
                              <p:spTgt spid="622"/>
                            </p:tgtEl>
                            <p:attrNameLst>
                              <p:attrName>style.visibility</p:attrName>
                            </p:attrNameLst>
                          </p:cBhvr>
                          <p:to>
                            <p:strVal val="visible"/>
                          </p:to>
                        </p:set>
                        <p:animEffect transition="in" filter="zoom(inCenter)">
                          <p:cBhvr>
                            <p:cTn id="22" dur="600"/>
                            <p:tgtEl>
                              <p:spTgt spid="622"/>
                            </p:tgtEl>
                          </p:cBhvr>
                        </p:animEffect>
                      </p:childTnLst>
                    </p:cTn>
                  </p:par>
                  <p:par>
                    <p:cTn id="23" presetID="26" presetClass="emph" presetSubtype="0" fill="hold" grpId="202" nodeType="afterEffect">
                      <p:stCondLst>
                        <p:cond delay="920"/>
                      </p:stCondLst>
                      <p:childTnLst>
                        <p:animScale>
                          <p:by x="112000" y="112000"/>
                          <p:cBhvr autoRev="1">
                            <p:cTn id="24" dur="200" autoRev="1"/>
                            <p:tgtEl>
                              <p:spTgt spid="622"/>
                            </p:tgtEl>
                          </p:cBhvr>
                        </p:animScale>
                      </p:childTnLst>
                    </p:cTn>
                  </p:par>
                  <p:par>
                    <p:cTn id="25" presetID="10" presetClass="entr" presetSubtype="0" fill="hold" grpId="3" nodeType="withEffect">
                      <p:stCondLst>
                        <p:cond delay="360"/>
                      </p:stCondLst>
                      <p:childTnLst>
                        <p:set>
                          <p:cBhvr>
                            <p:cTn id="26" dur="1" fill="hold"/>
                            <p:tgtEl>
                              <p:spTgt spid="623"/>
                            </p:tgtEl>
                            <p:attrNameLst>
                              <p:attrName>style.visibility</p:attrName>
                            </p:attrNameLst>
                          </p:cBhvr>
                          <p:to>
                            <p:strVal val="visible"/>
                          </p:to>
                        </p:set>
                        <p:animEffect transition="in" filter="zoom(inCenter)">
                          <p:cBhvr>
                            <p:cTn id="27" dur="600"/>
                            <p:tgtEl>
                              <p:spTgt spid="623"/>
                            </p:tgtEl>
                          </p:cBhvr>
                        </p:animEffect>
                      </p:childTnLst>
                    </p:cTn>
                  </p:par>
                  <p:par>
                    <p:cTn id="28" presetID="10" presetClass="entr" presetSubtype="0" fill="hold" grpId="4" nodeType="withEffect">
                      <p:stCondLst>
                        <p:cond delay="480"/>
                      </p:stCondLst>
                      <p:childTnLst>
                        <p:set>
                          <p:cBhvr>
                            <p:cTn id="29" dur="1" fill="hold"/>
                            <p:tgtEl>
                              <p:spTgt spid="624"/>
                            </p:tgtEl>
                            <p:attrNameLst>
                              <p:attrName>style.visibility</p:attrName>
                            </p:attrNameLst>
                          </p:cBhvr>
                          <p:to>
                            <p:strVal val="visible"/>
                          </p:to>
                        </p:set>
                        <p:animEffect transition="in" filter="zoom(inCenter)">
                          <p:cBhvr>
                            <p:cTn id="30" dur="600"/>
                            <p:tgtEl>
                              <p:spTgt spid="624"/>
                            </p:tgtEl>
                          </p:cBhvr>
                        </p:animEffect>
                      </p:childTnLst>
                    </p:cTn>
                  </p:par>
                  <p:par>
                    <p:cTn id="31" presetID="10" presetClass="entr" presetSubtype="0" fill="hold" grpId="5" nodeType="withEffect">
                      <p:stCondLst>
                        <p:cond delay="600"/>
                      </p:stCondLst>
                      <p:childTnLst>
                        <p:set>
                          <p:cBhvr>
                            <p:cTn id="32" dur="1" fill="hold"/>
                            <p:tgtEl>
                              <p:spTgt spid="625"/>
                            </p:tgtEl>
                            <p:attrNameLst>
                              <p:attrName>style.visibility</p:attrName>
                            </p:attrNameLst>
                          </p:cBhvr>
                          <p:to>
                            <p:strVal val="visible"/>
                          </p:to>
                        </p:set>
                        <p:animEffect transition="in" filter="zoom(inCenter)">
                          <p:cBhvr>
                            <p:cTn id="33" dur="600"/>
                            <p:tgtEl>
                              <p:spTgt spid="625"/>
                            </p:tgtEl>
                          </p:cBhvr>
                        </p:animEffect>
                      </p:childTnLst>
                    </p:cTn>
                  </p:par>
                  <p:par>
                    <p:cTn id="34" presetID="10" presetClass="entr" presetSubtype="0" fill="hold" grpId="6" nodeType="withEffect">
                      <p:stCondLst>
                        <p:cond delay="720"/>
                      </p:stCondLst>
                      <p:childTnLst>
                        <p:set>
                          <p:cBhvr>
                            <p:cTn id="35" dur="1" fill="hold"/>
                            <p:tgtEl>
                              <p:spTgt spid="626"/>
                            </p:tgtEl>
                            <p:attrNameLst>
                              <p:attrName>style.visibility</p:attrName>
                            </p:attrNameLst>
                          </p:cBhvr>
                          <p:to>
                            <p:strVal val="visible"/>
                          </p:to>
                        </p:set>
                        <p:animEffect transition="in" filter="zoom(inCenter)">
                          <p:cBhvr>
                            <p:cTn id="36" dur="600"/>
                            <p:tgtEl>
                              <p:spTgt spid="626"/>
                            </p:tgtEl>
                          </p:cBhvr>
                        </p:animEffect>
                      </p:childTnLst>
                    </p:cTn>
                  </p:par>
                  <p:par>
                    <p:cTn id="37" presetID="10" presetClass="entr" presetSubtype="0" fill="hold" grpId="7" nodeType="withEffect">
                      <p:stCondLst>
                        <p:cond delay="840"/>
                      </p:stCondLst>
                      <p:childTnLst>
                        <p:set>
                          <p:cBhvr>
                            <p:cTn id="38" dur="1" fill="hold"/>
                            <p:tgtEl>
                              <p:spTgt spid="627"/>
                            </p:tgtEl>
                            <p:attrNameLst>
                              <p:attrName>style.visibility</p:attrName>
                            </p:attrNameLst>
                          </p:cBhvr>
                          <p:to>
                            <p:strVal val="visible"/>
                          </p:to>
                        </p:set>
                        <p:animEffect transition="in" filter="zoom(inCenter)">
                          <p:cBhvr>
                            <p:cTn id="39" dur="600"/>
                            <p:tgtEl>
                              <p:spTgt spid="627"/>
                            </p:tgtEl>
                          </p:cBhvr>
                        </p:animEffect>
                      </p:childTnLst>
                    </p:cTn>
                  </p:par>
                  <p:par>
                    <p:cTn id="40" presetID="10" presetClass="entr" presetSubtype="0" fill="hold" grpId="8" nodeType="withEffect">
                      <p:stCondLst>
                        <p:cond delay="960"/>
                      </p:stCondLst>
                      <p:childTnLst>
                        <p:set>
                          <p:cBhvr>
                            <p:cTn id="41" dur="1" fill="hold"/>
                            <p:tgtEl>
                              <p:spTgt spid="628"/>
                            </p:tgtEl>
                            <p:attrNameLst>
                              <p:attrName>style.visibility</p:attrName>
                            </p:attrNameLst>
                          </p:cBhvr>
                          <p:to>
                            <p:strVal val="visible"/>
                          </p:to>
                        </p:set>
                        <p:animEffect transition="in" filter="zoom(inCenter)">
                          <p:cBhvr>
                            <p:cTn id="42" dur="600"/>
                            <p:tgtEl>
                              <p:spTgt spid="628"/>
                            </p:tgtEl>
                          </p:cBhvr>
                        </p:animEffect>
                      </p:childTnLst>
                    </p:cTn>
                  </p:par>
                  <p:par>
                    <p:cTn id="43" presetID="10" presetClass="entr" presetSubtype="0" fill="hold" grpId="9" nodeType="withEffect">
                      <p:stCondLst>
                        <p:cond delay="1080"/>
                      </p:stCondLst>
                      <p:childTnLst>
                        <p:set>
                          <p:cBhvr>
                            <p:cTn id="44" dur="1" fill="hold"/>
                            <p:tgtEl>
                              <p:spTgt spid="629"/>
                            </p:tgtEl>
                            <p:attrNameLst>
                              <p:attrName>style.visibility</p:attrName>
                            </p:attrNameLst>
                          </p:cBhvr>
                          <p:to>
                            <p:strVal val="visible"/>
                          </p:to>
                        </p:set>
                        <p:animEffect transition="in" filter="zoom(inCenter)">
                          <p:cBhvr>
                            <p:cTn id="45" dur="600"/>
                            <p:tgtEl>
                              <p:spTgt spid="629"/>
                            </p:tgtEl>
                          </p:cBhvr>
                        </p:animEffect>
                      </p:childTnLst>
                    </p:cTn>
                  </p:par>
                  <p:par>
                    <p:cTn id="46" presetID="10" presetClass="entr" presetSubtype="0" fill="hold" grpId="10" nodeType="withEffect">
                      <p:stCondLst>
                        <p:cond delay="1200"/>
                      </p:stCondLst>
                      <p:childTnLst>
                        <p:set>
                          <p:cBhvr>
                            <p:cTn id="47" dur="1" fill="hold"/>
                            <p:tgtEl>
                              <p:spTgt spid="630"/>
                            </p:tgtEl>
                            <p:attrNameLst>
                              <p:attrName>style.visibility</p:attrName>
                            </p:attrNameLst>
                          </p:cBhvr>
                          <p:to>
                            <p:strVal val="visible"/>
                          </p:to>
                        </p:set>
                        <p:animEffect transition="in" filter="zoom(inCenter)">
                          <p:cBhvr>
                            <p:cTn id="48" dur="600"/>
                            <p:tgtEl>
                              <p:spTgt spid="630"/>
                            </p:tgtEl>
                          </p:cBhvr>
                        </p:animEffect>
                      </p:childTnLst>
                    </p:cTn>
                  </p:par>
                  <p:par>
                    <p:cTn id="49" presetID="10" presetClass="entr" presetSubtype="0" fill="hold" grpId="11" nodeType="withEffect">
                      <p:stCondLst>
                        <p:cond delay="1320"/>
                      </p:stCondLst>
                      <p:childTnLst>
                        <p:set>
                          <p:cBhvr>
                            <p:cTn id="50" dur="1" fill="hold"/>
                            <p:tgtEl>
                              <p:spTgt spid="631"/>
                            </p:tgtEl>
                            <p:attrNameLst>
                              <p:attrName>style.visibility</p:attrName>
                            </p:attrNameLst>
                          </p:cBhvr>
                          <p:to>
                            <p:strVal val="visible"/>
                          </p:to>
                        </p:set>
                        <p:animEffect transition="in" filter="zoom(inCenter)">
                          <p:cBhvr>
                            <p:cTn id="51" dur="600"/>
                            <p:tgtEl>
                              <p:spTgt spid="631"/>
                            </p:tgtEl>
                          </p:cBhvr>
                        </p:animEffect>
                      </p:childTnLst>
                    </p:cTn>
                  </p:par>
                  <p:par>
                    <p:cTn id="52" presetID="10" presetClass="entr" presetSubtype="0" fill="hold" grpId="12" nodeType="withEffect">
                      <p:stCondLst>
                        <p:cond delay="1440"/>
                      </p:stCondLst>
                      <p:childTnLst>
                        <p:set>
                          <p:cBhvr>
                            <p:cTn id="53" dur="1" fill="hold"/>
                            <p:tgtEl>
                              <p:spTgt spid="632"/>
                            </p:tgtEl>
                            <p:attrNameLst>
                              <p:attrName>style.visibility</p:attrName>
                            </p:attrNameLst>
                          </p:cBhvr>
                          <p:to>
                            <p:strVal val="visible"/>
                          </p:to>
                        </p:set>
                        <p:animEffect transition="in" filter="zoom(inCenter)">
                          <p:cBhvr>
                            <p:cTn id="54" dur="600"/>
                            <p:tgtEl>
                              <p:spTgt spid="632"/>
                            </p:tgtEl>
                          </p:cBhvr>
                        </p:animEffect>
                      </p:childTnLst>
                    </p:cTn>
                  </p:par>
                  <p:par>
                    <p:cTn id="55" presetID="10" presetClass="entr" presetSubtype="0" fill="hold" grpId="13" nodeType="withEffect">
                      <p:stCondLst>
                        <p:cond delay="1560"/>
                      </p:stCondLst>
                      <p:childTnLst>
                        <p:set>
                          <p:cBhvr>
                            <p:cTn id="56" dur="1" fill="hold"/>
                            <p:tgtEl>
                              <p:spTgt spid="633"/>
                            </p:tgtEl>
                            <p:attrNameLst>
                              <p:attrName>style.visibility</p:attrName>
                            </p:attrNameLst>
                          </p:cBhvr>
                          <p:to>
                            <p:strVal val="visible"/>
                          </p:to>
                        </p:set>
                        <p:animEffect transition="in" filter="zoom(inCenter)">
                          <p:cBhvr>
                            <p:cTn id="57" dur="600"/>
                            <p:tgtEl>
                              <p:spTgt spid="633"/>
                            </p:tgtEl>
                          </p:cBhvr>
                        </p:animEffect>
                      </p:childTnLst>
                    </p:cTn>
                  </p:par>
                  <p:par>
                    <p:cTn id="58" presetID="10" presetClass="entr" presetSubtype="0" fill="hold" grpId="14" nodeType="withEffect">
                      <p:stCondLst>
                        <p:cond delay="1680"/>
                      </p:stCondLst>
                      <p:childTnLst>
                        <p:set>
                          <p:cBhvr>
                            <p:cTn id="59" dur="1" fill="hold"/>
                            <p:tgtEl>
                              <p:spTgt spid="634"/>
                            </p:tgtEl>
                            <p:attrNameLst>
                              <p:attrName>style.visibility</p:attrName>
                            </p:attrNameLst>
                          </p:cBhvr>
                          <p:to>
                            <p:strVal val="visible"/>
                          </p:to>
                        </p:set>
                        <p:animEffect transition="in" filter="zoom(inCenter)">
                          <p:cBhvr>
                            <p:cTn id="60" dur="600"/>
                            <p:tgtEl>
                              <p:spTgt spid="634"/>
                            </p:tgtEl>
                          </p:cBhvr>
                        </p:animEffect>
                      </p:childTnLst>
                    </p:cTn>
                  </p:par>
                  <p:par>
                    <p:cTn id="61" presetID="10" presetClass="entr" presetSubtype="0" fill="hold" grpId="15" nodeType="withEffect">
                      <p:stCondLst>
                        <p:cond delay="1800"/>
                      </p:stCondLst>
                      <p:childTnLst>
                        <p:set>
                          <p:cBhvr>
                            <p:cTn id="62" dur="1" fill="hold"/>
                            <p:tgtEl>
                              <p:spTgt spid="635"/>
                            </p:tgtEl>
                            <p:attrNameLst>
                              <p:attrName>style.visibility</p:attrName>
                            </p:attrNameLst>
                          </p:cBhvr>
                          <p:to>
                            <p:strVal val="visible"/>
                          </p:to>
                        </p:set>
                        <p:animEffect transition="in" filter="zoom(inCenter)">
                          <p:cBhvr>
                            <p:cTn id="63" dur="600"/>
                            <p:tgtEl>
                              <p:spTgt spid="635"/>
                            </p:tgtEl>
                          </p:cBhvr>
                        </p:animEffect>
                      </p:childTnLst>
                    </p:cTn>
                  </p:par>
                  <p:par>
                    <p:cTn id="64" presetID="10" presetClass="entr" presetSubtype="0" fill="hold" grpId="16" nodeType="withEffect">
                      <p:stCondLst>
                        <p:cond delay="1920"/>
                      </p:stCondLst>
                      <p:childTnLst>
                        <p:set>
                          <p:cBhvr>
                            <p:cTn id="65" dur="1" fill="hold"/>
                            <p:tgtEl>
                              <p:spTgt spid="636"/>
                            </p:tgtEl>
                            <p:attrNameLst>
                              <p:attrName>style.visibility</p:attrName>
                            </p:attrNameLst>
                          </p:cBhvr>
                          <p:to>
                            <p:strVal val="visible"/>
                          </p:to>
                        </p:set>
                        <p:animEffect transition="in" filter="zoom(inCenter)">
                          <p:cBhvr>
                            <p:cTn id="66" dur="600"/>
                            <p:tgtEl>
                              <p:spTgt spid="636"/>
                            </p:tgtEl>
                          </p:cBhvr>
                        </p:animEffect>
                      </p:childTnLst>
                    </p:cTn>
                  </p:par>
                  <p:par>
                    <p:cTn id="67" presetID="10" presetClass="entr" presetSubtype="0" fill="hold" grpId="17" nodeType="withEffect">
                      <p:stCondLst>
                        <p:cond delay="2040"/>
                      </p:stCondLst>
                      <p:childTnLst>
                        <p:set>
                          <p:cBhvr>
                            <p:cTn id="68" dur="1" fill="hold"/>
                            <p:tgtEl>
                              <p:spTgt spid="637"/>
                            </p:tgtEl>
                            <p:attrNameLst>
                              <p:attrName>style.visibility</p:attrName>
                            </p:attrNameLst>
                          </p:cBhvr>
                          <p:to>
                            <p:strVal val="visible"/>
                          </p:to>
                        </p:set>
                        <p:animEffect transition="in" filter="zoom(inCenter)">
                          <p:cBhvr>
                            <p:cTn id="69" dur="600"/>
                            <p:tgtEl>
                              <p:spTgt spid="637"/>
                            </p:tgtEl>
                          </p:cBhvr>
                        </p:animEffect>
                      </p:childTnLst>
                    </p:cTn>
                  </p:par>
                  <p:par>
                    <p:cTn id="70" presetID="10" presetClass="entr" presetSubtype="0" fill="hold" grpId="18" nodeType="withEffect">
                      <p:stCondLst>
                        <p:cond delay="2160"/>
                      </p:stCondLst>
                      <p:childTnLst>
                        <p:set>
                          <p:cBhvr>
                            <p:cTn id="71" dur="1" fill="hold"/>
                            <p:tgtEl>
                              <p:spTgt spid="638"/>
                            </p:tgtEl>
                            <p:attrNameLst>
                              <p:attrName>style.visibility</p:attrName>
                            </p:attrNameLst>
                          </p:cBhvr>
                          <p:to>
                            <p:strVal val="visible"/>
                          </p:to>
                        </p:set>
                        <p:animEffect transition="in" filter="zoom(inCenter)">
                          <p:cBhvr>
                            <p:cTn id="72" dur="600"/>
                            <p:tgtEl>
                              <p:spTgt spid="638"/>
                            </p:tgtEl>
                          </p:cBhvr>
                        </p:animEffect>
                      </p:childTnLst>
                    </p:cTn>
                  </p:par>
                  <p:par>
                    <p:cTn id="73" presetID="10" presetClass="entr" presetSubtype="0" fill="hold" grpId="19" nodeType="withEffect">
                      <p:stCondLst>
                        <p:cond delay="2280"/>
                      </p:stCondLst>
                      <p:childTnLst>
                        <p:set>
                          <p:cBhvr>
                            <p:cTn id="74" dur="1" fill="hold"/>
                            <p:tgtEl>
                              <p:spTgt spid="639"/>
                            </p:tgtEl>
                            <p:attrNameLst>
                              <p:attrName>style.visibility</p:attrName>
                            </p:attrNameLst>
                          </p:cBhvr>
                          <p:to>
                            <p:strVal val="visible"/>
                          </p:to>
                        </p:set>
                        <p:animEffect transition="in" filter="zoom(inCenter)">
                          <p:cBhvr>
                            <p:cTn id="75" dur="600"/>
                            <p:tgtEl>
                              <p:spTgt spid="639"/>
                            </p:tgtEl>
                          </p:cBhvr>
                        </p:animEffect>
                      </p:childTnLst>
                    </p:cTn>
                  </p:par>
                  <p:par>
                    <p:cTn id="76" presetID="10" presetClass="entr" presetSubtype="0" fill="hold" grpId="20" nodeType="withEffect">
                      <p:stCondLst>
                        <p:cond delay="2400"/>
                      </p:stCondLst>
                      <p:childTnLst>
                        <p:set>
                          <p:cBhvr>
                            <p:cTn id="77" dur="1" fill="hold"/>
                            <p:tgtEl>
                              <p:spTgt spid="640"/>
                            </p:tgtEl>
                            <p:attrNameLst>
                              <p:attrName>style.visibility</p:attrName>
                            </p:attrNameLst>
                          </p:cBhvr>
                          <p:to>
                            <p:strVal val="visible"/>
                          </p:to>
                        </p:set>
                        <p:animEffect transition="in" filter="zoom(inCenter)">
                          <p:cBhvr>
                            <p:cTn id="78" dur="600"/>
                            <p:tgtEl>
                              <p:spTgt spid="640"/>
                            </p:tgtEl>
                          </p:cBhvr>
                        </p:animEffect>
                      </p:childTnLst>
                    </p:cTn>
                  </p:par>
                  <p:par>
                    <p:cTn id="79" presetID="10" presetClass="entr" presetSubtype="0" fill="hold" grpId="21" nodeType="withEffect">
                      <p:stCondLst>
                        <p:cond delay="2520"/>
                      </p:stCondLst>
                      <p:childTnLst>
                        <p:set>
                          <p:cBhvr>
                            <p:cTn id="80" dur="1" fill="hold"/>
                            <p:tgtEl>
                              <p:spTgt spid="641"/>
                            </p:tgtEl>
                            <p:attrNameLst>
                              <p:attrName>style.visibility</p:attrName>
                            </p:attrNameLst>
                          </p:cBhvr>
                          <p:to>
                            <p:strVal val="visible"/>
                          </p:to>
                        </p:set>
                        <p:animEffect transition="in" filter="zoom(inCenter)">
                          <p:cBhvr>
                            <p:cTn id="81" dur="600"/>
                            <p:tgtEl>
                              <p:spTgt spid="641"/>
                            </p:tgtEl>
                          </p:cBhvr>
                        </p:animEffect>
                      </p:childTnLst>
                    </p:cTn>
                  </p:par>
                  <p:par>
                    <p:cTn id="82" presetID="10" presetClass="entr" presetSubtype="0" fill="hold" grpId="22" nodeType="withEffect">
                      <p:stCondLst>
                        <p:cond delay="2640"/>
                      </p:stCondLst>
                      <p:childTnLst>
                        <p:set>
                          <p:cBhvr>
                            <p:cTn id="83" dur="1" fill="hold"/>
                            <p:tgtEl>
                              <p:spTgt spid="642"/>
                            </p:tgtEl>
                            <p:attrNameLst>
                              <p:attrName>style.visibility</p:attrName>
                            </p:attrNameLst>
                          </p:cBhvr>
                          <p:to>
                            <p:strVal val="visible"/>
                          </p:to>
                        </p:set>
                        <p:animEffect transition="in" filter="zoom(inCenter)">
                          <p:cBhvr>
                            <p:cTn id="84" dur="600"/>
                            <p:tgtEl>
                              <p:spTgt spid="642"/>
                            </p:tgtEl>
                          </p:cBhvr>
                        </p:animEffect>
                      </p:childTnLst>
                    </p:cTn>
                  </p:par>
                  <p:par>
                    <p:cTn id="85" presetID="10" presetClass="entr" presetSubtype="0" fill="hold" grpId="23" nodeType="withEffect">
                      <p:stCondLst>
                        <p:cond delay="2760"/>
                      </p:stCondLst>
                      <p:childTnLst>
                        <p:set>
                          <p:cBhvr>
                            <p:cTn id="86" dur="1" fill="hold"/>
                            <p:tgtEl>
                              <p:spTgt spid="643"/>
                            </p:tgtEl>
                            <p:attrNameLst>
                              <p:attrName>style.visibility</p:attrName>
                            </p:attrNameLst>
                          </p:cBhvr>
                          <p:to>
                            <p:strVal val="visible"/>
                          </p:to>
                        </p:set>
                        <p:animEffect transition="in" filter="zoom(inCenter)">
                          <p:cBhvr>
                            <p:cTn id="87" dur="600"/>
                            <p:tgtEl>
                              <p:spTgt spid="643"/>
                            </p:tgtEl>
                          </p:cBhvr>
                        </p:animEffect>
                      </p:childTnLst>
                    </p:cTn>
                  </p:par>
                  <p:par>
                    <p:cTn id="88" presetID="10" presetClass="entr" presetSubtype="0" fill="hold" grpId="24" nodeType="withEffect">
                      <p:stCondLst>
                        <p:cond delay="2880"/>
                      </p:stCondLst>
                      <p:childTnLst>
                        <p:set>
                          <p:cBhvr>
                            <p:cTn id="89" dur="1" fill="hold"/>
                            <p:tgtEl>
                              <p:spTgt spid="644"/>
                            </p:tgtEl>
                            <p:attrNameLst>
                              <p:attrName>style.visibility</p:attrName>
                            </p:attrNameLst>
                          </p:cBhvr>
                          <p:to>
                            <p:strVal val="visible"/>
                          </p:to>
                        </p:set>
                        <p:animEffect transition="in" filter="zoom(inCenter)">
                          <p:cBhvr>
                            <p:cTn id="90" dur="600"/>
                            <p:tgtEl>
                              <p:spTgt spid="644"/>
                            </p:tgtEl>
                          </p:cBhvr>
                        </p:animEffect>
                      </p:childTnLst>
                    </p:cTn>
                  </p:par>
                  <p:par>
                    <p:cTn id="91" presetID="10" presetClass="entr" presetSubtype="0" fill="hold" grpId="25" nodeType="withEffect">
                      <p:stCondLst>
                        <p:cond delay="3000"/>
                      </p:stCondLst>
                      <p:childTnLst>
                        <p:set>
                          <p:cBhvr>
                            <p:cTn id="92" dur="1" fill="hold"/>
                            <p:tgtEl>
                              <p:spTgt spid="645"/>
                            </p:tgtEl>
                            <p:attrNameLst>
                              <p:attrName>style.visibility</p:attrName>
                            </p:attrNameLst>
                          </p:cBhvr>
                          <p:to>
                            <p:strVal val="visible"/>
                          </p:to>
                        </p:set>
                        <p:animEffect transition="in" filter="zoom(inCenter)">
                          <p:cBhvr>
                            <p:cTn id="93" dur="600"/>
                            <p:tgtEl>
                              <p:spTgt spid="645"/>
                            </p:tgtEl>
                          </p:cBhvr>
                        </p:animEffect>
                      </p:childTnLst>
                    </p:cTn>
                  </p:par>
                  <p:par>
                    <p:cTn id="94" presetID="10" presetClass="entr" presetSubtype="0" fill="hold" grpId="26" nodeType="withEffect">
                      <p:stCondLst>
                        <p:cond delay="3120"/>
                      </p:stCondLst>
                      <p:childTnLst>
                        <p:set>
                          <p:cBhvr>
                            <p:cTn id="95" dur="1" fill="hold"/>
                            <p:tgtEl>
                              <p:spTgt spid="646"/>
                            </p:tgtEl>
                            <p:attrNameLst>
                              <p:attrName>style.visibility</p:attrName>
                            </p:attrNameLst>
                          </p:cBhvr>
                          <p:to>
                            <p:strVal val="visible"/>
                          </p:to>
                        </p:set>
                        <p:animEffect transition="in" filter="zoom(inCenter)">
                          <p:cBhvr>
                            <p:cTn id="96" dur="600"/>
                            <p:tgtEl>
                              <p:spTgt spid="646"/>
                            </p:tgtEl>
                          </p:cBhvr>
                        </p:animEffect>
                      </p:childTnLst>
                    </p:cTn>
                  </p:par>
                  <p:par>
                    <p:cTn id="97" presetID="10" presetClass="entr" presetSubtype="0" fill="hold" grpId="27" nodeType="withEffect">
                      <p:stCondLst>
                        <p:cond delay="3240"/>
                      </p:stCondLst>
                      <p:childTnLst>
                        <p:set>
                          <p:cBhvr>
                            <p:cTn id="98" dur="1" fill="hold"/>
                            <p:tgtEl>
                              <p:spTgt spid="647"/>
                            </p:tgtEl>
                            <p:attrNameLst>
                              <p:attrName>style.visibility</p:attrName>
                            </p:attrNameLst>
                          </p:cBhvr>
                          <p:to>
                            <p:strVal val="visible"/>
                          </p:to>
                        </p:set>
                        <p:animEffect transition="in" filter="zoom(inCenter)">
                          <p:cBhvr>
                            <p:cTn id="99" dur="600"/>
                            <p:tgtEl>
                              <p:spTgt spid="647"/>
                            </p:tgtEl>
                          </p:cBhvr>
                        </p:animEffect>
                      </p:childTnLst>
                    </p:cTn>
                  </p:par>
                  <p:par>
                    <p:cTn id="100" presetID="10" presetClass="entr" presetSubtype="0" fill="hold" grpId="28" nodeType="withEffect">
                      <p:stCondLst>
                        <p:cond delay="3360"/>
                      </p:stCondLst>
                      <p:childTnLst>
                        <p:set>
                          <p:cBhvr>
                            <p:cTn id="101" dur="1" fill="hold"/>
                            <p:tgtEl>
                              <p:spTgt spid="648"/>
                            </p:tgtEl>
                            <p:attrNameLst>
                              <p:attrName>style.visibility</p:attrName>
                            </p:attrNameLst>
                          </p:cBhvr>
                          <p:to>
                            <p:strVal val="visible"/>
                          </p:to>
                        </p:set>
                        <p:animEffect transition="in" filter="zoom(inCenter)">
                          <p:cBhvr>
                            <p:cTn id="102" dur="600"/>
                            <p:tgtEl>
                              <p:spTgt spid="648"/>
                            </p:tgtEl>
                          </p:cBhvr>
                        </p:animEffect>
                      </p:childTnLst>
                    </p:cTn>
                  </p:par>
                  <p:par>
                    <p:cTn id="103" presetID="10" presetClass="entr" presetSubtype="0" fill="hold" grpId="29" nodeType="withEffect">
                      <p:stCondLst>
                        <p:cond delay="3480"/>
                      </p:stCondLst>
                      <p:childTnLst>
                        <p:set>
                          <p:cBhvr>
                            <p:cTn id="104" dur="1" fill="hold"/>
                            <p:tgtEl>
                              <p:spTgt spid="649"/>
                            </p:tgtEl>
                            <p:attrNameLst>
                              <p:attrName>style.visibility</p:attrName>
                            </p:attrNameLst>
                          </p:cBhvr>
                          <p:to>
                            <p:strVal val="visible"/>
                          </p:to>
                        </p:set>
                        <p:animEffect transition="in" filter="zoom(inCenter)">
                          <p:cBhvr>
                            <p:cTn id="105" dur="600"/>
                            <p:tgtEl>
                              <p:spTgt spid="649"/>
                            </p:tgtEl>
                          </p:cBhvr>
                        </p:animEffect>
                      </p:childTnLst>
                    </p:cTn>
                  </p:par>
                  <p:par>
                    <p:cTn id="106" presetID="10" presetClass="entr" presetSubtype="0" fill="hold" grpId="30" nodeType="withEffect">
                      <p:stCondLst>
                        <p:cond delay="3600"/>
                      </p:stCondLst>
                      <p:childTnLst>
                        <p:set>
                          <p:cBhvr>
                            <p:cTn id="107" dur="1" fill="hold"/>
                            <p:tgtEl>
                              <p:spTgt spid="650"/>
                            </p:tgtEl>
                            <p:attrNameLst>
                              <p:attrName>style.visibility</p:attrName>
                            </p:attrNameLst>
                          </p:cBhvr>
                          <p:to>
                            <p:strVal val="visible"/>
                          </p:to>
                        </p:set>
                        <p:animEffect transition="in" filter="zoom(inCenter)">
                          <p:cBhvr>
                            <p:cTn id="108" dur="600"/>
                            <p:tgtEl>
                              <p:spTgt spid="650"/>
                            </p:tgtEl>
                          </p:cBhvr>
                        </p:animEffect>
                      </p:childTnLst>
                    </p:cTn>
                  </p:par>
                  <p:par>
                    <p:cTn id="109" presetID="10" presetClass="entr" presetSubtype="0" fill="hold" grpId="31" nodeType="withEffect">
                      <p:stCondLst>
                        <p:cond delay="3720"/>
                      </p:stCondLst>
                      <p:childTnLst>
                        <p:set>
                          <p:cBhvr>
                            <p:cTn id="110" dur="1" fill="hold"/>
                            <p:tgtEl>
                              <p:spTgt spid="2"/>
                            </p:tgtEl>
                            <p:attrNameLst>
                              <p:attrName>style.visibility</p:attrName>
                            </p:attrNameLst>
                          </p:cBhvr>
                          <p:to>
                            <p:strVal val="visible"/>
                          </p:to>
                        </p:set>
                        <p:animEffect transition="in" filter="zoom(inCenter)">
                          <p:cBhvr>
                            <p:cTn id="111" dur="600"/>
                            <p:tgtEl>
                              <p:spTgt spid="2"/>
                            </p:tgtEl>
                          </p:cBhvr>
                        </p:animEffect>
                      </p:childTnLst>
                    </p:cTn>
                  </p:par>
                  <p:par>
                    <p:cTn id="112" presetID="10" presetClass="entr" presetSubtype="0" fill="hold" grpId="32" nodeType="withEffect">
                      <p:stCondLst>
                        <p:cond delay="3840"/>
                      </p:stCondLst>
                      <p:childTnLst>
                        <p:set>
                          <p:cBhvr>
                            <p:cTn id="113" dur="1" fill="hold"/>
                            <p:tgtEl>
                              <p:spTgt spid="3"/>
                            </p:tgtEl>
                            <p:attrNameLst>
                              <p:attrName>style.visibility</p:attrName>
                            </p:attrNameLst>
                          </p:cBhvr>
                          <p:to>
                            <p:strVal val="visible"/>
                          </p:to>
                        </p:set>
                        <p:animEffect transition="in" filter="zoom(inCenter)">
                          <p:cBhvr>
                            <p:cTn id="114" dur="600"/>
                            <p:tgtEl>
                              <p:spTgt spid="3"/>
                            </p:tgtEl>
                          </p:cBhvr>
                        </p:animEffect>
                      </p:childTnLst>
                    </p:cTn>
                  </p:par>
                  <p:par>
                    <p:cTn id="115" presetID="10" presetClass="entr" presetSubtype="0" fill="hold" grpId="33" nodeType="withEffect">
                      <p:stCondLst>
                        <p:cond delay="3960"/>
                      </p:stCondLst>
                      <p:childTnLst>
                        <p:set>
                          <p:cBhvr>
                            <p:cTn id="116" dur="1" fill="hold"/>
                            <p:tgtEl>
                              <p:spTgt spid="4"/>
                            </p:tgtEl>
                            <p:attrNameLst>
                              <p:attrName>style.visibility</p:attrName>
                            </p:attrNameLst>
                          </p:cBhvr>
                          <p:to>
                            <p:strVal val="visible"/>
                          </p:to>
                        </p:set>
                        <p:animEffect transition="in" filter="zoom(inCenter)">
                          <p:cBhvr>
                            <p:cTn id="117" dur="600"/>
                            <p:tgtEl>
                              <p:spTgt spid="4"/>
                            </p:tgtEl>
                          </p:cBhvr>
                        </p:animEffect>
                      </p:childTnLst>
                    </p:cTn>
                  </p:par>
                  <p:par>
                    <p:cTn id="118" presetID="10" presetClass="entr" presetSubtype="0" fill="hold" grpId="34" nodeType="withEffect">
                      <p:stCondLst>
                        <p:cond delay="4080"/>
                      </p:stCondLst>
                      <p:childTnLst>
                        <p:set>
                          <p:cBhvr>
                            <p:cTn id="119" dur="1" fill="hold"/>
                            <p:tgtEl>
                              <p:spTgt spid="5"/>
                            </p:tgtEl>
                            <p:attrNameLst>
                              <p:attrName>style.visibility</p:attrName>
                            </p:attrNameLst>
                          </p:cBhvr>
                          <p:to>
                            <p:strVal val="visible"/>
                          </p:to>
                        </p:set>
                        <p:animEffect transition="in" filter="zoom(inCenter)">
                          <p:cBhvr>
                            <p:cTn id="120" dur="600"/>
                            <p:tgtEl>
                              <p:spTgt spid="5"/>
                            </p:tgtEl>
                          </p:cBhvr>
                        </p:animEffect>
                      </p:childTnLst>
                    </p:cTn>
                  </p:par>
                  <p:par>
                    <p:cTn id="121" presetID="10" presetClass="entr" presetSubtype="0" fill="hold" grpId="35" nodeType="withEffect">
                      <p:stCondLst>
                        <p:cond delay="4200"/>
                      </p:stCondLst>
                      <p:childTnLst>
                        <p:set>
                          <p:cBhvr>
                            <p:cTn id="122" dur="1" fill="hold"/>
                            <p:tgtEl>
                              <p:spTgt spid="6"/>
                            </p:tgtEl>
                            <p:attrNameLst>
                              <p:attrName>style.visibility</p:attrName>
                            </p:attrNameLst>
                          </p:cBhvr>
                          <p:to>
                            <p:strVal val="visible"/>
                          </p:to>
                        </p:set>
                        <p:animEffect transition="in" filter="zoom(inCenter)">
                          <p:cBhvr>
                            <p:cTn id="123" dur="600"/>
                            <p:tgtEl>
                              <p:spTgt spid="6"/>
                            </p:tgtEl>
                          </p:cBhvr>
                        </p:animEffect>
                      </p:childTnLst>
                    </p:cTn>
                  </p:par>
                  <p:par>
                    <p:cTn id="124" presetID="10" presetClass="entr" presetSubtype="0" fill="hold" grpId="36" nodeType="withEffect">
                      <p:stCondLst>
                        <p:cond delay="4320"/>
                      </p:stCondLst>
                      <p:childTnLst>
                        <p:set>
                          <p:cBhvr>
                            <p:cTn id="125" dur="1" fill="hold"/>
                            <p:tgtEl>
                              <p:spTgt spid="7"/>
                            </p:tgtEl>
                            <p:attrNameLst>
                              <p:attrName>style.visibility</p:attrName>
                            </p:attrNameLst>
                          </p:cBhvr>
                          <p:to>
                            <p:strVal val="visible"/>
                          </p:to>
                        </p:set>
                        <p:animEffect transition="in" filter="zoom(inCenter)">
                          <p:cBhvr>
                            <p:cTn id="126" dur="600"/>
                            <p:tgtEl>
                              <p:spTgt spid="7"/>
                            </p:tgtEl>
                          </p:cBhvr>
                        </p:animEffect>
                      </p:childTnLst>
                    </p:cTn>
                  </p:par>
                </p:childTnLst>
              </p:cTn>
            </p:par>
          </p:childTnLst>
        </p:cTn>
      </p:par>
    </p:tnLst>
    <p:bldLst>
      <p:bldP spid="620" grpId="0" uiExpand="1" build="p"/>
      <p:bldP spid="621" grpId="1" uiExpand="1" build="p"/>
      <p:bldP spid="622" grpId="2" uiExpand="1" build="p"/>
      <p:bldP spid="623" grpId="3" uiExpand="1" build="p"/>
      <p:bldP spid="624" grpId="4" uiExpand="1" build="p"/>
      <p:bldP spid="625" grpId="5" uiExpand="1" build="p"/>
      <p:bldP spid="626" grpId="6" uiExpand="1" build="p"/>
      <p:bldP spid="627" grpId="7" uiExpand="1" build="p"/>
      <p:bldP spid="628" grpId="8" uiExpand="1" build="p"/>
      <p:bldP spid="629" grpId="9" uiExpand="1" build="p"/>
      <p:bldP spid="630" grpId="10" uiExpand="1" build="p"/>
      <p:bldP spid="631" grpId="11" uiExpand="1" build="p"/>
      <p:bldP spid="632" grpId="12" uiExpand="1" build="p"/>
      <p:bldP spid="633" grpId="13" uiExpand="1" build="p"/>
      <p:bldP spid="634" grpId="14" uiExpand="1" build="p"/>
      <p:bldP spid="635" grpId="15" uiExpand="1" build="p"/>
      <p:bldP spid="636" grpId="16" uiExpand="1" build="p"/>
      <p:bldP spid="637" grpId="17" uiExpand="1" build="p"/>
      <p:bldP spid="638" grpId="18" uiExpand="1" build="p"/>
      <p:bldP spid="639" grpId="19" uiExpand="1" build="p"/>
      <p:bldP spid="640" grpId="20" uiExpand="1" build="p"/>
      <p:bldP spid="641" grpId="21" uiExpand="1" build="p"/>
      <p:bldP spid="642" grpId="22" uiExpand="1" build="p"/>
      <p:bldP spid="643" grpId="23" uiExpand="1" build="p"/>
      <p:bldP spid="644" grpId="24" uiExpand="1" build="p"/>
      <p:bldP spid="645" grpId="25" uiExpand="1" build="p"/>
      <p:bldP spid="646" grpId="26" uiExpand="1" build="p"/>
      <p:bldP spid="647" grpId="27" uiExpand="1" build="p"/>
      <p:bldP spid="648" grpId="28" uiExpand="1" build="p"/>
      <p:bldP spid="649" grpId="29" uiExpand="1" build="p"/>
      <p:bldP spid="650" grpId="30" uiExpand="1" build="p"/>
      <p:bldP spid="2" grpId="31" uiExpand="1" build="p"/>
      <p:bldP spid="3" grpId="32" uiExpand="1" build="p"/>
      <p:bldP spid="4" grpId="33" uiExpand="1" build="p"/>
      <p:bldP spid="5" grpId="34" uiExpand="1" build="p"/>
      <p:bldP spid="6" grpId="35" uiExpand="1" build="p"/>
      <p:bldP spid="7" grpId="36"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0D1117"/>
        </a:solidFill>
        <a:effectLst/>
      </p:bgPr>
    </p:bg>
    <p:spTree>
      <p:nvGrpSpPr>
        <p:cNvPr id="1" name=""/>
        <p:cNvGrpSpPr/>
        <p:nvPr/>
      </p:nvGrpSpPr>
      <p:grpSpPr>
        <a:xfrm>
          <a:off x="0" y="0"/>
          <a:ext cx="0" cy="0"/>
          <a:chOff x="0" y="0"/>
          <a:chExt cx="0" cy="0"/>
        </a:xfrm>
      </p:grpSpPr>
      <p:sp>
        <p:nvSpPr>
          <p:cNvPr id="640" name="d640"/>
          <p:cNvSpPr/>
          <p:nvPr/>
        </p:nvSpPr>
        <p:spPr>
          <a:xfrm>
            <a:off x="3657600" y="-171450"/>
            <a:ext cx="5486400" cy="5486400"/>
          </a:xfrm>
          <a:prstGeom prst="ellipse">
            <a:avLst/>
          </a:prstGeom>
          <a:noFill/>
          <a:ln w="15000">
            <a:solidFill>
              <a:srgbClr val="FF6D00">
                <a:alpha val="6000"/>
              </a:srgbClr>
            </a:solidFill>
          </a:ln>
          <a:effectLst>
            <a:glow rad="100000">
              <a:srgbClr val="FF6D00">
                <a:alpha val="36000"/>
              </a:srgbClr>
            </a:glow>
          </a:effectLst>
        </p:spPr>
      </p:sp>
      <p:sp>
        <p:nvSpPr>
          <p:cNvPr id="641" name="d641"/>
          <p:cNvSpPr/>
          <p:nvPr/>
        </p:nvSpPr>
        <p:spPr>
          <a:xfrm>
            <a:off x="4572000" y="742950"/>
            <a:ext cx="3657600" cy="3657600"/>
          </a:xfrm>
          <a:prstGeom prst="ellipse">
            <a:avLst/>
          </a:prstGeom>
          <a:noFill/>
          <a:ln w="15000">
            <a:solidFill>
              <a:srgbClr val="FF6D00">
                <a:alpha val="9000"/>
              </a:srgbClr>
            </a:solidFill>
          </a:ln>
          <a:effectLst>
            <a:glow rad="100000">
              <a:srgbClr val="FF6D00">
                <a:alpha val="39000"/>
              </a:srgbClr>
            </a:glow>
          </a:effectLst>
        </p:spPr>
      </p:sp>
      <p:sp>
        <p:nvSpPr>
          <p:cNvPr id="642" name="d642"/>
          <p:cNvSpPr/>
          <p:nvPr/>
        </p:nvSpPr>
        <p:spPr>
          <a:xfrm>
            <a:off x="5486400" y="1657350"/>
            <a:ext cx="1828800" cy="1828800"/>
          </a:xfrm>
          <a:prstGeom prst="ellipse">
            <a:avLst/>
          </a:prstGeom>
          <a:noFill/>
          <a:ln w="15000">
            <a:solidFill>
              <a:srgbClr val="FF6D00">
                <a:alpha val="12000"/>
              </a:srgbClr>
            </a:solidFill>
          </a:ln>
          <a:effectLst>
            <a:glow rad="100000">
              <a:srgbClr val="FF6D00">
                <a:alpha val="42000"/>
              </a:srgbClr>
            </a:glow>
          </a:effectLst>
        </p:spPr>
      </p:sp>
      <p:sp>
        <p:nvSpPr>
          <p:cNvPr id="643" name="d643"/>
          <p:cNvSpPr/>
          <p:nvPr/>
        </p:nvSpPr>
        <p:spPr>
          <a:xfrm>
            <a:off x="5943600" y="2114550"/>
            <a:ext cx="914400" cy="914400"/>
          </a:xfrm>
          <a:prstGeom prst="ellipse">
            <a:avLst/>
          </a:prstGeom>
          <a:noFill/>
          <a:ln w="15000">
            <a:solidFill>
              <a:srgbClr val="FF6D00">
                <a:alpha val="15000"/>
              </a:srgbClr>
            </a:solidFill>
          </a:ln>
          <a:effectLst>
            <a:glow rad="100000">
              <a:srgbClr val="FF6D00">
                <a:alpha val="45000"/>
              </a:srgbClr>
            </a:glow>
          </a:effectLst>
        </p:spPr>
      </p:sp>
      <p:sp>
        <p:nvSpPr>
          <p:cNvPr id="644" name="d644"/>
          <p:cNvSpPr/>
          <p:nvPr/>
        </p:nvSpPr>
        <p:spPr>
          <a:xfrm>
            <a:off x="914400" y="2563750"/>
            <a:ext cx="7315200" cy="16000"/>
          </a:xfrm>
          <a:prstGeom prst="rect">
            <a:avLst/>
          </a:prstGeom>
          <a:solidFill>
            <a:srgbClr val="FF6D00">
              <a:alpha val="8000"/>
            </a:srgbClr>
          </a:solidFill>
          <a:ln>
            <a:noFill/>
          </a:ln>
        </p:spPr>
      </p:sp>
      <p:sp>
        <p:nvSpPr>
          <p:cNvPr id="645" name="d645"/>
          <p:cNvSpPr/>
          <p:nvPr/>
        </p:nvSpPr>
        <p:spPr>
          <a:xfrm>
            <a:off x="6392800" y="914400"/>
            <a:ext cx="16000" cy="3314700"/>
          </a:xfrm>
          <a:prstGeom prst="rect">
            <a:avLst/>
          </a:prstGeom>
          <a:solidFill>
            <a:srgbClr val="FF6D00">
              <a:alpha val="8000"/>
            </a:srgbClr>
          </a:solidFill>
          <a:ln>
            <a:noFill/>
          </a:ln>
        </p:spPr>
      </p:sp>
      <p:sp>
        <p:nvSpPr>
          <p:cNvPr id="646" name="d646"/>
          <p:cNvSpPr/>
          <p:nvPr/>
        </p:nvSpPr>
        <p:spPr>
          <a:xfrm>
            <a:off x="0" y="0"/>
            <a:ext cx="1828800" cy="1828800"/>
          </a:xfrm>
          <a:prstGeom prst="halfFrame">
            <a:avLst/>
          </a:prstGeom>
          <a:noFill/>
          <a:ln w="38100">
            <a:solidFill>
              <a:srgbClr val="00BCD4">
                <a:alpha val="15000"/>
              </a:srgbClr>
            </a:solidFill>
          </a:ln>
        </p:spPr>
      </p:sp>
      <p:sp>
        <p:nvSpPr>
          <p:cNvPr id="647" name="d647"/>
          <p:cNvSpPr/>
          <p:nvPr/>
        </p:nvSpPr>
        <p:spPr>
          <a:xfrm rot="5400000">
            <a:off x="7315200" y="0"/>
            <a:ext cx="1828800" cy="1828800"/>
          </a:xfrm>
          <a:prstGeom prst="halfFrame">
            <a:avLst/>
          </a:prstGeom>
          <a:noFill/>
          <a:ln w="38100">
            <a:solidFill>
              <a:srgbClr val="00BCD4">
                <a:alpha val="15000"/>
              </a:srgbClr>
            </a:solidFill>
          </a:ln>
        </p:spPr>
      </p:sp>
      <p:sp>
        <p:nvSpPr>
          <p:cNvPr id="648" name="d648"/>
          <p:cNvSpPr/>
          <p:nvPr/>
        </p:nvSpPr>
        <p:spPr>
          <a:xfrm rot="16200000">
            <a:off x="0" y="3314700"/>
            <a:ext cx="1828800" cy="1828800"/>
          </a:xfrm>
          <a:prstGeom prst="halfFrame">
            <a:avLst/>
          </a:prstGeom>
          <a:noFill/>
          <a:ln w="38100">
            <a:solidFill>
              <a:srgbClr val="00BCD4">
                <a:alpha val="15000"/>
              </a:srgbClr>
            </a:solidFill>
          </a:ln>
        </p:spPr>
      </p:sp>
      <p:sp>
        <p:nvSpPr>
          <p:cNvPr id="649" name="d649"/>
          <p:cNvSpPr/>
          <p:nvPr/>
        </p:nvSpPr>
        <p:spPr>
          <a:xfrm rot="10800000">
            <a:off x="7315200" y="3314700"/>
            <a:ext cx="1828800" cy="1828800"/>
          </a:xfrm>
          <a:prstGeom prst="halfFrame">
            <a:avLst/>
          </a:prstGeom>
          <a:noFill/>
          <a:ln w="38100">
            <a:solidFill>
              <a:srgbClr val="00BCD4">
                <a:alpha val="15000"/>
              </a:srgbClr>
            </a:solidFill>
          </a:ln>
        </p:spPr>
      </p:sp>
      <p:sp>
        <p:nvSpPr>
          <p:cNvPr id="650" name="d650"/>
          <p:cNvSpPr/>
          <p:nvPr/>
        </p:nvSpPr>
        <p:spPr>
          <a:xfrm>
            <a:off x="4114800" y="285750"/>
            <a:ext cx="4572000" cy="4572000"/>
          </a:xfrm>
          <a:prstGeom prst="ellipse">
            <a:avLst/>
          </a:prstGeom>
          <a:solidFill>
            <a:srgbClr val="FF6D00">
              <a:alpha val="5000"/>
            </a:srgbClr>
          </a:solidFill>
          <a:ln>
            <a:noFill/>
          </a:ln>
        </p:spPr>
      </p:sp>
      <p:sp>
        <p:nvSpPr>
          <p:cNvPr id="651" name="d651"/>
          <p:cNvSpPr/>
          <p:nvPr/>
        </p:nvSpPr>
        <p:spPr>
          <a:xfrm>
            <a:off x="-1828800" y="-1828800"/>
            <a:ext cx="3657600" cy="3657600"/>
          </a:xfrm>
          <a:prstGeom prst="ellipse">
            <a:avLst/>
          </a:prstGeom>
          <a:solidFill>
            <a:srgbClr val="2196F3">
              <a:alpha val="5000"/>
            </a:srgbClr>
          </a:solidFill>
          <a:ln>
            <a:noFill/>
          </a:ln>
        </p:spPr>
      </p:sp>
      <p:sp>
        <p:nvSpPr>
          <p:cNvPr id="652" name="d652"/>
          <p:cNvSpPr/>
          <p:nvPr/>
        </p:nvSpPr>
        <p:spPr>
          <a:xfrm>
            <a:off x="7315200" y="3314700"/>
            <a:ext cx="3657600" cy="3657600"/>
          </a:xfrm>
          <a:prstGeom prst="ellipse">
            <a:avLst/>
          </a:prstGeom>
          <a:solidFill>
            <a:srgbClr val="FF6D00">
              <a:alpha val="4000"/>
            </a:srgbClr>
          </a:solidFill>
          <a:ln>
            <a:noFill/>
          </a:ln>
        </p:spPr>
      </p:sp>
      <p:sp>
        <p:nvSpPr>
          <p:cNvPr id="653" name="d653"/>
          <p:cNvSpPr/>
          <p:nvPr/>
        </p:nvSpPr>
        <p:spPr>
          <a:xfrm>
            <a:off x="0" y="0"/>
            <a:ext cx="1828800" cy="1828800"/>
          </a:xfrm>
          <a:prstGeom prst="hexagon">
            <a:avLst/>
          </a:prstGeom>
          <a:noFill/>
          <a:ln w="25400">
            <a:solidFill>
              <a:srgbClr val="00BCD4">
                <a:alpha val="10000"/>
              </a:srgbClr>
            </a:solidFill>
          </a:ln>
          <a:effectLst>
            <a:glow rad="200000">
              <a:srgbClr val="00BCD4">
                <a:alpha val="30000"/>
              </a:srgbClr>
            </a:glow>
          </a:effectLst>
        </p:spPr>
      </p:sp>
      <p:sp>
        <p:nvSpPr>
          <p:cNvPr id="654" name="d654"/>
          <p:cNvSpPr/>
          <p:nvPr/>
        </p:nvSpPr>
        <p:spPr>
          <a:xfrm>
            <a:off x="7315200" y="3314700"/>
            <a:ext cx="1828800" cy="1828800"/>
          </a:xfrm>
          <a:prstGeom prst="hexagon">
            <a:avLst/>
          </a:prstGeom>
          <a:noFill/>
          <a:ln w="25400">
            <a:solidFill>
              <a:srgbClr val="FF6D00">
                <a:alpha val="10000"/>
              </a:srgbClr>
            </a:solidFill>
          </a:ln>
          <a:effectLst>
            <a:glow rad="200000">
              <a:srgbClr val="FF6D00">
                <a:alpha val="30000"/>
              </a:srgbClr>
            </a:glow>
          </a:effectLst>
        </p:spPr>
      </p:sp>
      <p:sp>
        <p:nvSpPr>
          <p:cNvPr id="655" name="d655"/>
          <p:cNvSpPr/>
          <p:nvPr/>
        </p:nvSpPr>
        <p:spPr>
          <a:xfrm>
            <a:off x="228600" y="914400"/>
            <a:ext cx="228600" cy="228600"/>
          </a:xfrm>
          <a:prstGeom prst="diamond">
            <a:avLst/>
          </a:prstGeom>
          <a:solidFill>
            <a:srgbClr val="FF6D00">
              <a:alpha val="12000"/>
            </a:srgbClr>
          </a:solidFill>
          <a:ln>
            <a:noFill/>
          </a:ln>
        </p:spPr>
      </p:sp>
      <p:sp>
        <p:nvSpPr>
          <p:cNvPr id="656" name="d656"/>
          <p:cNvSpPr/>
          <p:nvPr/>
        </p:nvSpPr>
        <p:spPr>
          <a:xfrm>
            <a:off x="228600" y="2200275"/>
            <a:ext cx="228600" cy="228600"/>
          </a:xfrm>
          <a:prstGeom prst="diamond">
            <a:avLst/>
          </a:prstGeom>
          <a:solidFill>
            <a:srgbClr val="FF6D00">
              <a:alpha val="12000"/>
            </a:srgbClr>
          </a:solidFill>
          <a:ln>
            <a:noFill/>
          </a:ln>
        </p:spPr>
      </p:sp>
      <p:sp>
        <p:nvSpPr>
          <p:cNvPr id="657" name="d657"/>
          <p:cNvSpPr/>
          <p:nvPr/>
        </p:nvSpPr>
        <p:spPr>
          <a:xfrm>
            <a:off x="228600" y="3486150"/>
            <a:ext cx="228600" cy="228600"/>
          </a:xfrm>
          <a:prstGeom prst="diamond">
            <a:avLst/>
          </a:prstGeom>
          <a:solidFill>
            <a:srgbClr val="FF6D00">
              <a:alpha val="12000"/>
            </a:srgbClr>
          </a:solidFill>
          <a:ln>
            <a:noFill/>
          </a:ln>
        </p:spPr>
      </p:sp>
      <p:sp>
        <p:nvSpPr>
          <p:cNvPr id="658" name="d658"/>
          <p:cNvSpPr/>
          <p:nvPr/>
        </p:nvSpPr>
        <p:spPr>
          <a:xfrm>
            <a:off x="228600" y="4772025"/>
            <a:ext cx="228600" cy="228600"/>
          </a:xfrm>
          <a:prstGeom prst="diamond">
            <a:avLst/>
          </a:prstGeom>
          <a:solidFill>
            <a:srgbClr val="FF6D00">
              <a:alpha val="12000"/>
            </a:srgbClr>
          </a:solidFill>
          <a:ln>
            <a:noFill/>
          </a:ln>
        </p:spPr>
      </p:sp>
      <p:sp>
        <p:nvSpPr>
          <p:cNvPr id="659" name="d659"/>
          <p:cNvSpPr/>
          <p:nvPr/>
        </p:nvSpPr>
        <p:spPr>
          <a:xfrm>
            <a:off x="152400" y="4686300"/>
            <a:ext cx="304800" cy="304800"/>
          </a:xfrm>
          <a:prstGeom prst="star5">
            <a:avLst/>
          </a:prstGeom>
          <a:solidFill>
            <a:srgbClr val="FF6D00">
              <a:alpha val="20000"/>
            </a:srgbClr>
          </a:solidFill>
          <a:ln>
            <a:noFill/>
          </a:ln>
          <a:effectLst>
            <a:glow rad="101600">
              <a:srgbClr val="FF6D00">
                <a:alpha val="40000"/>
              </a:srgbClr>
            </a:glow>
          </a:effectLst>
        </p:spPr>
      </p:sp>
      <p:sp>
        <p:nvSpPr>
          <p:cNvPr id="660" name="d660"/>
          <p:cNvSpPr/>
          <p:nvPr/>
        </p:nvSpPr>
        <p:spPr>
          <a:xfrm>
            <a:off x="6705600" y="152400"/>
            <a:ext cx="304800" cy="304800"/>
          </a:xfrm>
          <a:prstGeom prst="star5">
            <a:avLst/>
          </a:prstGeom>
          <a:solidFill>
            <a:srgbClr val="00BCD4">
              <a:alpha val="20000"/>
            </a:srgbClr>
          </a:solidFill>
          <a:ln>
            <a:noFill/>
          </a:ln>
          <a:effectLst>
            <a:glow rad="101600">
              <a:srgbClr val="00BCD4">
                <a:alpha val="40000"/>
              </a:srgbClr>
            </a:glow>
          </a:effectLst>
        </p:spPr>
      </p:sp>
      <p:sp>
        <p:nvSpPr>
          <p:cNvPr id="661" name="d661"/>
          <p:cNvSpPr/>
          <p:nvPr/>
        </p:nvSpPr>
        <p:spPr>
          <a:xfrm>
            <a:off x="272300" y="196100"/>
            <a:ext cx="65000" cy="65000"/>
          </a:xfrm>
          <a:prstGeom prst="ellipse">
            <a:avLst/>
          </a:prstGeom>
          <a:solidFill>
            <a:srgbClr val="00BCD4">
              <a:alpha val="80000"/>
            </a:srgbClr>
          </a:solidFill>
          <a:ln>
            <a:noFill/>
          </a:ln>
        </p:spPr>
      </p:sp>
      <p:sp>
        <p:nvSpPr>
          <p:cNvPr id="662" name="d662"/>
          <p:cNvSpPr/>
          <p:nvPr/>
        </p:nvSpPr>
        <p:spPr>
          <a:xfrm>
            <a:off x="2710700" y="272300"/>
            <a:ext cx="65000" cy="65000"/>
          </a:xfrm>
          <a:prstGeom prst="ellipse">
            <a:avLst/>
          </a:prstGeom>
          <a:solidFill>
            <a:srgbClr val="FF6D00">
              <a:alpha val="70000"/>
            </a:srgbClr>
          </a:solidFill>
          <a:ln>
            <a:noFill/>
          </a:ln>
        </p:spPr>
      </p:sp>
      <p:sp>
        <p:nvSpPr>
          <p:cNvPr id="663" name="d663"/>
          <p:cNvSpPr/>
          <p:nvPr/>
        </p:nvSpPr>
        <p:spPr>
          <a:xfrm>
            <a:off x="7282700" y="272300"/>
            <a:ext cx="65000" cy="65000"/>
          </a:xfrm>
          <a:prstGeom prst="ellipse">
            <a:avLst/>
          </a:prstGeom>
          <a:solidFill>
            <a:srgbClr val="FFFFFF">
              <a:alpha val="60000"/>
            </a:srgbClr>
          </a:solidFill>
          <a:ln>
            <a:noFill/>
          </a:ln>
        </p:spPr>
      </p:sp>
      <p:sp>
        <p:nvSpPr>
          <p:cNvPr id="664" name="d664"/>
          <p:cNvSpPr/>
          <p:nvPr/>
        </p:nvSpPr>
        <p:spPr>
          <a:xfrm>
            <a:off x="272300" y="2710700"/>
            <a:ext cx="65000" cy="65000"/>
          </a:xfrm>
          <a:prstGeom prst="ellipse">
            <a:avLst/>
          </a:prstGeom>
          <a:solidFill>
            <a:srgbClr val="2196F3">
              <a:alpha val="70000"/>
            </a:srgbClr>
          </a:solidFill>
          <a:ln>
            <a:noFill/>
          </a:ln>
        </p:spPr>
      </p:sp>
      <p:sp>
        <p:nvSpPr>
          <p:cNvPr id="665" name="d665"/>
          <p:cNvSpPr/>
          <p:nvPr/>
        </p:nvSpPr>
        <p:spPr>
          <a:xfrm>
            <a:off x="8806700" y="1796300"/>
            <a:ext cx="65000" cy="65000"/>
          </a:xfrm>
          <a:prstGeom prst="ellipse">
            <a:avLst/>
          </a:prstGeom>
          <a:solidFill>
            <a:srgbClr val="FF6D00">
              <a:alpha val="80000"/>
            </a:srgbClr>
          </a:solidFill>
          <a:ln>
            <a:noFill/>
          </a:ln>
        </p:spPr>
      </p:sp>
      <p:sp>
        <p:nvSpPr>
          <p:cNvPr id="666" name="d666"/>
          <p:cNvSpPr/>
          <p:nvPr/>
        </p:nvSpPr>
        <p:spPr>
          <a:xfrm>
            <a:off x="4539500" y="4882400"/>
            <a:ext cx="65000" cy="65000"/>
          </a:xfrm>
          <a:prstGeom prst="ellipse">
            <a:avLst/>
          </a:prstGeom>
          <a:solidFill>
            <a:srgbClr val="00BCD4">
              <a:alpha val="70000"/>
            </a:srgbClr>
          </a:solidFill>
          <a:ln>
            <a:noFill/>
          </a:ln>
        </p:spPr>
      </p:sp>
      <p:sp>
        <p:nvSpPr>
          <p:cNvPr id="667" name="d667"/>
          <p:cNvSpPr/>
          <p:nvPr/>
        </p:nvSpPr>
        <p:spPr>
          <a:xfrm>
            <a:off x="6368300" y="4806200"/>
            <a:ext cx="65000" cy="65000"/>
          </a:xfrm>
          <a:prstGeom prst="ellipse">
            <a:avLst/>
          </a:prstGeom>
          <a:solidFill>
            <a:srgbClr val="FF6D00">
              <a:alpha val="8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400" b="1">
                <a:solidFill>
                  <a:srgbClr val="FF6D00"/>
                </a:solidFill>
                <a:latin typeface="Arial" pitchFamily="34" charset="0"/>
                <a:ea typeface="Arial" pitchFamily="34" charset="-122"/>
                <a:cs typeface="Arial" pitchFamily="34" charset="-120"/>
              </a:rPr>
              <a:t>OFFICIAL SCOUTING REPORT</a:t>
            </a:r>
            <a:endParaRPr lang="en-US" sz="3400"/>
          </a:p>
        </p:txBody>
      </p:sp>
      <p:sp>
        <p:nvSpPr>
          <p:cNvPr id="3" name="Text 1"/>
          <p:cNvSpPr/>
          <p:nvPr/>
        </p:nvSpPr>
        <p:spPr>
          <a:xfrm>
            <a:off x="457200" y="1097280"/>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Speed</a:t>
            </a:r>
            <a:endParaRPr lang="en-US" sz="1300"/>
          </a:p>
        </p:txBody>
      </p:sp>
      <p:sp>
        <p:nvSpPr>
          <p:cNvPr id="4" name="Shape 2"/>
          <p:cNvSpPr/>
          <p:nvPr/>
        </p:nvSpPr>
        <p:spPr>
          <a:xfrm>
            <a:off x="3200400" y="1143000"/>
            <a:ext cx="5029200" cy="292608"/>
          </a:xfrm>
          <a:prstGeom prst="roundRect">
            <a:avLst>
              <a:gd name="adj" fmla="val 12500"/>
            </a:avLst>
          </a:prstGeom>
          <a:solidFill>
            <a:srgbClr val="2A3A4E"/>
          </a:solidFill>
          <a:ln/>
        </p:spPr>
      </p:sp>
      <p:sp>
        <p:nvSpPr>
          <p:cNvPr id="5" name="Shape 3"/>
          <p:cNvSpPr/>
          <p:nvPr/>
        </p:nvSpPr>
        <p:spPr>
          <a:xfrm>
            <a:off x="3200400" y="1143000"/>
            <a:ext cx="4274820" cy="292608"/>
          </a:xfrm>
          <a:prstGeom prst="roundRect">
            <a:avLst>
              <a:gd name="adj" fmla="val 12500"/>
            </a:avLst>
          </a:prstGeom>
          <a:solidFill>
            <a:srgbClr val="2196F3"/>
          </a:solidFill>
          <a:ln/>
        </p:spPr>
      </p:sp>
      <p:sp>
        <p:nvSpPr>
          <p:cNvPr id="6" name="Text 4"/>
          <p:cNvSpPr/>
          <p:nvPr/>
        </p:nvSpPr>
        <p:spPr>
          <a:xfrm>
            <a:off x="3200400" y="1143000"/>
            <a:ext cx="427482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85%</a:t>
            </a:r>
            <a:endParaRPr lang="en-US" sz="1000"/>
          </a:p>
        </p:txBody>
      </p:sp>
      <p:sp>
        <p:nvSpPr>
          <p:cNvPr id="7" name="Text 5"/>
          <p:cNvSpPr/>
          <p:nvPr/>
        </p:nvSpPr>
        <p:spPr>
          <a:xfrm>
            <a:off x="457200" y="1572768"/>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Accuracy</a:t>
            </a:r>
            <a:endParaRPr lang="en-US" sz="1300"/>
          </a:p>
        </p:txBody>
      </p:sp>
      <p:sp>
        <p:nvSpPr>
          <p:cNvPr id="8" name="Shape 6"/>
          <p:cNvSpPr/>
          <p:nvPr/>
        </p:nvSpPr>
        <p:spPr>
          <a:xfrm>
            <a:off x="3200400" y="1618488"/>
            <a:ext cx="5029200" cy="292608"/>
          </a:xfrm>
          <a:prstGeom prst="roundRect">
            <a:avLst>
              <a:gd name="adj" fmla="val 12500"/>
            </a:avLst>
          </a:prstGeom>
          <a:solidFill>
            <a:srgbClr val="2A3A4E"/>
          </a:solidFill>
          <a:ln/>
        </p:spPr>
      </p:sp>
      <p:sp>
        <p:nvSpPr>
          <p:cNvPr id="9" name="Shape 7"/>
          <p:cNvSpPr/>
          <p:nvPr/>
        </p:nvSpPr>
        <p:spPr>
          <a:xfrm>
            <a:off x="3200400" y="1618488"/>
            <a:ext cx="402336" cy="292608"/>
          </a:xfrm>
          <a:prstGeom prst="roundRect">
            <a:avLst>
              <a:gd name="adj" fmla="val 12500"/>
            </a:avLst>
          </a:prstGeom>
          <a:solidFill>
            <a:srgbClr val="2196F3"/>
          </a:solidFill>
          <a:ln/>
        </p:spPr>
      </p:sp>
      <p:sp>
        <p:nvSpPr>
          <p:cNvPr id="10" name="Text 8"/>
          <p:cNvSpPr/>
          <p:nvPr/>
        </p:nvSpPr>
        <p:spPr>
          <a:xfrm>
            <a:off x="3200400" y="1618488"/>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8%</a:t>
            </a:r>
            <a:endParaRPr lang="en-US" sz="1000"/>
          </a:p>
        </p:txBody>
      </p:sp>
      <p:sp>
        <p:nvSpPr>
          <p:cNvPr id="11" name="Text 9"/>
          <p:cNvSpPr/>
          <p:nvPr/>
        </p:nvSpPr>
        <p:spPr>
          <a:xfrm>
            <a:off x="457200" y="2048256"/>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Ball Chasing</a:t>
            </a:r>
            <a:endParaRPr lang="en-US" sz="1300"/>
          </a:p>
        </p:txBody>
      </p:sp>
      <p:sp>
        <p:nvSpPr>
          <p:cNvPr id="12" name="Shape 10"/>
          <p:cNvSpPr/>
          <p:nvPr/>
        </p:nvSpPr>
        <p:spPr>
          <a:xfrm>
            <a:off x="3200400" y="2093976"/>
            <a:ext cx="5029200" cy="292608"/>
          </a:xfrm>
          <a:prstGeom prst="roundRect">
            <a:avLst>
              <a:gd name="adj" fmla="val 12500"/>
            </a:avLst>
          </a:prstGeom>
          <a:solidFill>
            <a:srgbClr val="2A3A4E"/>
          </a:solidFill>
          <a:ln/>
        </p:spPr>
      </p:sp>
      <p:sp>
        <p:nvSpPr>
          <p:cNvPr id="13" name="Shape 11"/>
          <p:cNvSpPr/>
          <p:nvPr/>
        </p:nvSpPr>
        <p:spPr>
          <a:xfrm>
            <a:off x="3200400" y="2093976"/>
            <a:ext cx="4978908" cy="292608"/>
          </a:xfrm>
          <a:prstGeom prst="roundRect">
            <a:avLst>
              <a:gd name="adj" fmla="val 12500"/>
            </a:avLst>
          </a:prstGeom>
          <a:solidFill>
            <a:srgbClr val="FF6D00"/>
          </a:solidFill>
          <a:ln/>
        </p:spPr>
      </p:sp>
      <p:sp>
        <p:nvSpPr>
          <p:cNvPr id="14" name="Text 12"/>
          <p:cNvSpPr/>
          <p:nvPr/>
        </p:nvSpPr>
        <p:spPr>
          <a:xfrm>
            <a:off x="3200400" y="2093976"/>
            <a:ext cx="4978908"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99%</a:t>
            </a:r>
            <a:endParaRPr lang="en-US" sz="1000"/>
          </a:p>
        </p:txBody>
      </p:sp>
      <p:sp>
        <p:nvSpPr>
          <p:cNvPr id="15" name="Text 13"/>
          <p:cNvSpPr/>
          <p:nvPr/>
        </p:nvSpPr>
        <p:spPr>
          <a:xfrm>
            <a:off x="457200" y="2523744"/>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Rotation</a:t>
            </a:r>
            <a:endParaRPr lang="en-US" sz="1300"/>
          </a:p>
        </p:txBody>
      </p:sp>
      <p:sp>
        <p:nvSpPr>
          <p:cNvPr id="16" name="Shape 14"/>
          <p:cNvSpPr/>
          <p:nvPr/>
        </p:nvSpPr>
        <p:spPr>
          <a:xfrm>
            <a:off x="3200400" y="2569464"/>
            <a:ext cx="5029200" cy="292608"/>
          </a:xfrm>
          <a:prstGeom prst="roundRect">
            <a:avLst>
              <a:gd name="adj" fmla="val 12500"/>
            </a:avLst>
          </a:prstGeom>
          <a:solidFill>
            <a:srgbClr val="2A3A4E"/>
          </a:solidFill>
          <a:ln/>
        </p:spPr>
      </p:sp>
      <p:sp>
        <p:nvSpPr>
          <p:cNvPr id="17" name="Shape 15"/>
          <p:cNvSpPr/>
          <p:nvPr/>
        </p:nvSpPr>
        <p:spPr>
          <a:xfrm>
            <a:off x="3200400" y="2569464"/>
            <a:ext cx="251460" cy="292608"/>
          </a:xfrm>
          <a:prstGeom prst="roundRect">
            <a:avLst>
              <a:gd name="adj" fmla="val 14545"/>
            </a:avLst>
          </a:prstGeom>
          <a:solidFill>
            <a:srgbClr val="2196F3"/>
          </a:solidFill>
          <a:ln/>
        </p:spPr>
      </p:sp>
      <p:sp>
        <p:nvSpPr>
          <p:cNvPr id="18" name="Text 16"/>
          <p:cNvSpPr/>
          <p:nvPr/>
        </p:nvSpPr>
        <p:spPr>
          <a:xfrm>
            <a:off x="3200400" y="2569464"/>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5%</a:t>
            </a:r>
            <a:endParaRPr lang="en-US" sz="1000"/>
          </a:p>
        </p:txBody>
      </p:sp>
      <p:sp>
        <p:nvSpPr>
          <p:cNvPr id="19" name="Text 17"/>
          <p:cNvSpPr/>
          <p:nvPr/>
        </p:nvSpPr>
        <p:spPr>
          <a:xfrm>
            <a:off x="457200" y="2999232"/>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Toxicity</a:t>
            </a:r>
            <a:endParaRPr lang="en-US" sz="1300"/>
          </a:p>
        </p:txBody>
      </p:sp>
      <p:sp>
        <p:nvSpPr>
          <p:cNvPr id="20" name="Shape 18"/>
          <p:cNvSpPr/>
          <p:nvPr/>
        </p:nvSpPr>
        <p:spPr>
          <a:xfrm>
            <a:off x="3200400" y="3044952"/>
            <a:ext cx="5029200" cy="292608"/>
          </a:xfrm>
          <a:prstGeom prst="roundRect">
            <a:avLst>
              <a:gd name="adj" fmla="val 12500"/>
            </a:avLst>
          </a:prstGeom>
          <a:solidFill>
            <a:srgbClr val="2A3A4E"/>
          </a:solidFill>
          <a:ln/>
        </p:spPr>
      </p:sp>
      <p:sp>
        <p:nvSpPr>
          <p:cNvPr id="21" name="Shape 19"/>
          <p:cNvSpPr/>
          <p:nvPr/>
        </p:nvSpPr>
        <p:spPr>
          <a:xfrm>
            <a:off x="3200400" y="3044952"/>
            <a:ext cx="4626864" cy="292608"/>
          </a:xfrm>
          <a:prstGeom prst="roundRect">
            <a:avLst>
              <a:gd name="adj" fmla="val 12500"/>
            </a:avLst>
          </a:prstGeom>
          <a:solidFill>
            <a:srgbClr val="FF6D00"/>
          </a:solidFill>
          <a:ln/>
        </p:spPr>
      </p:sp>
      <p:sp>
        <p:nvSpPr>
          <p:cNvPr id="22" name="Text 20"/>
          <p:cNvSpPr/>
          <p:nvPr/>
        </p:nvSpPr>
        <p:spPr>
          <a:xfrm>
            <a:off x="3200400" y="3044952"/>
            <a:ext cx="4626864"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92%</a:t>
            </a:r>
            <a:endParaRPr lang="en-US" sz="1000"/>
          </a:p>
        </p:txBody>
      </p:sp>
      <p:sp>
        <p:nvSpPr>
          <p:cNvPr id="23" name="Text 21"/>
          <p:cNvSpPr/>
          <p:nvPr/>
        </p:nvSpPr>
        <p:spPr>
          <a:xfrm>
            <a:off x="457200" y="3474720"/>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Blaming Teammates</a:t>
            </a:r>
            <a:endParaRPr lang="en-US" sz="1300"/>
          </a:p>
        </p:txBody>
      </p:sp>
      <p:sp>
        <p:nvSpPr>
          <p:cNvPr id="24" name="Shape 22"/>
          <p:cNvSpPr/>
          <p:nvPr/>
        </p:nvSpPr>
        <p:spPr>
          <a:xfrm>
            <a:off x="3200400" y="3520440"/>
            <a:ext cx="5029200" cy="292608"/>
          </a:xfrm>
          <a:prstGeom prst="roundRect">
            <a:avLst>
              <a:gd name="adj" fmla="val 12500"/>
            </a:avLst>
          </a:prstGeom>
          <a:solidFill>
            <a:srgbClr val="2A3A4E"/>
          </a:solidFill>
          <a:ln/>
        </p:spPr>
      </p:sp>
      <p:sp>
        <p:nvSpPr>
          <p:cNvPr id="25" name="Shape 23"/>
          <p:cNvSpPr/>
          <p:nvPr/>
        </p:nvSpPr>
        <p:spPr>
          <a:xfrm>
            <a:off x="3200400" y="3520440"/>
            <a:ext cx="4878324" cy="292608"/>
          </a:xfrm>
          <a:prstGeom prst="roundRect">
            <a:avLst>
              <a:gd name="adj" fmla="val 12500"/>
            </a:avLst>
          </a:prstGeom>
          <a:solidFill>
            <a:srgbClr val="FF6D00"/>
          </a:solidFill>
          <a:ln/>
        </p:spPr>
      </p:sp>
      <p:sp>
        <p:nvSpPr>
          <p:cNvPr id="26" name="Text 24"/>
          <p:cNvSpPr/>
          <p:nvPr/>
        </p:nvSpPr>
        <p:spPr>
          <a:xfrm>
            <a:off x="3200400" y="3520440"/>
            <a:ext cx="4878324"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97%</a:t>
            </a:r>
            <a:endParaRPr lang="en-US" sz="1000"/>
          </a:p>
        </p:txBody>
      </p:sp>
      <p:sp>
        <p:nvSpPr>
          <p:cNvPr id="27" name="Text 25"/>
          <p:cNvSpPr/>
          <p:nvPr/>
        </p:nvSpPr>
        <p:spPr>
          <a:xfrm>
            <a:off x="457200" y="3950208"/>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Actual Skill</a:t>
            </a:r>
            <a:endParaRPr lang="en-US" sz="1300"/>
          </a:p>
        </p:txBody>
      </p:sp>
      <p:sp>
        <p:nvSpPr>
          <p:cNvPr id="28" name="Shape 26"/>
          <p:cNvSpPr/>
          <p:nvPr/>
        </p:nvSpPr>
        <p:spPr>
          <a:xfrm>
            <a:off x="3200400" y="3995928"/>
            <a:ext cx="5029200" cy="292608"/>
          </a:xfrm>
          <a:prstGeom prst="roundRect">
            <a:avLst>
              <a:gd name="adj" fmla="val 12500"/>
            </a:avLst>
          </a:prstGeom>
          <a:solidFill>
            <a:srgbClr val="2A3A4E"/>
          </a:solidFill>
          <a:ln/>
        </p:spPr>
      </p:sp>
      <p:sp>
        <p:nvSpPr>
          <p:cNvPr id="29" name="Shape 27"/>
          <p:cNvSpPr/>
          <p:nvPr/>
        </p:nvSpPr>
        <p:spPr>
          <a:xfrm>
            <a:off x="3200400" y="3995928"/>
            <a:ext cx="182880" cy="292608"/>
          </a:xfrm>
          <a:prstGeom prst="roundRect">
            <a:avLst>
              <a:gd name="adj" fmla="val 20000"/>
            </a:avLst>
          </a:prstGeom>
          <a:solidFill>
            <a:srgbClr val="2196F3"/>
          </a:solidFill>
          <a:ln/>
        </p:spPr>
      </p:sp>
      <p:sp>
        <p:nvSpPr>
          <p:cNvPr id="30" name="Text 28"/>
          <p:cNvSpPr/>
          <p:nvPr/>
        </p:nvSpPr>
        <p:spPr>
          <a:xfrm>
            <a:off x="3200400" y="3995928"/>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3%</a:t>
            </a:r>
            <a:endParaRPr lang="en-US" sz="1000"/>
          </a:p>
        </p:txBody>
      </p:sp>
      <p:sp>
        <p:nvSpPr>
          <p:cNvPr id="31" name="Text 29"/>
          <p:cNvSpPr/>
          <p:nvPr/>
        </p:nvSpPr>
        <p:spPr>
          <a:xfrm>
            <a:off x="457200" y="4425696"/>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Heart &amp; Passion</a:t>
            </a:r>
            <a:endParaRPr lang="en-US" sz="1300"/>
          </a:p>
        </p:txBody>
      </p:sp>
      <p:sp>
        <p:nvSpPr>
          <p:cNvPr id="32" name="Shape 30"/>
          <p:cNvSpPr/>
          <p:nvPr/>
        </p:nvSpPr>
        <p:spPr>
          <a:xfrm>
            <a:off x="3200400" y="4471416"/>
            <a:ext cx="5029200" cy="292608"/>
          </a:xfrm>
          <a:prstGeom prst="roundRect">
            <a:avLst>
              <a:gd name="adj" fmla="val 12500"/>
            </a:avLst>
          </a:prstGeom>
          <a:solidFill>
            <a:srgbClr val="2A3A4E"/>
          </a:solidFill>
          <a:ln/>
        </p:spPr>
      </p:sp>
      <p:sp>
        <p:nvSpPr>
          <p:cNvPr id="33" name="Shape 31"/>
          <p:cNvSpPr/>
          <p:nvPr/>
        </p:nvSpPr>
        <p:spPr>
          <a:xfrm>
            <a:off x="3200400" y="4471416"/>
            <a:ext cx="5029200" cy="292608"/>
          </a:xfrm>
          <a:prstGeom prst="roundRect">
            <a:avLst>
              <a:gd name="adj" fmla="val 12500"/>
            </a:avLst>
          </a:prstGeom>
          <a:solidFill>
            <a:srgbClr val="00BCD4"/>
          </a:solidFill>
          <a:ln/>
        </p:spPr>
      </p:sp>
      <p:sp>
        <p:nvSpPr>
          <p:cNvPr id="34" name="Text 32"/>
          <p:cNvSpPr/>
          <p:nvPr/>
        </p:nvSpPr>
        <p:spPr>
          <a:xfrm>
            <a:off x="3200400" y="4471416"/>
            <a:ext cx="502920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100%</a:t>
            </a:r>
            <a:endParaRPr lang="en-US" sz="1000"/>
          </a:p>
        </p:txBody>
      </p:sp>
    </p:spTree>
  </p:cSld>
  <p:clrMapOvr>
    <a:masterClrMapping/>
  </p:clrMapOvr>
  <p:transition spd="med">
    <p:diamond/>
  </p:transition>
  <p:timing>
    <p:tnLst>
      <p:par>
        <p:cTn id="1" dur="indefinite" restart="whenNotActive" nodeType="tmRoot">
          <p:childTnLst>
            <p:par>
              <p:cTn id="2" fill="hold">
                <p:stCondLst>
                  <p:cond delay="200"/>
                </p:stCondLst>
                <p:childTnLst>
                  <p:par>
                    <p:cTn id="10" presetID="10" presetClass="entr" presetSubtype="0" fill="hold" grpId="0" nodeType="withEffect">
                      <p:stCondLst>
                        <p:cond delay="0"/>
                      </p:stCondLst>
                      <p:childTnLst>
                        <p:set>
                          <p:cBhvr>
                            <p:cTn id="11" dur="1" fill="hold"/>
                            <p:tgtEl>
                              <p:spTgt spid="640"/>
                            </p:tgtEl>
                            <p:attrNameLst>
                              <p:attrName>style.visibility</p:attrName>
                            </p:attrNameLst>
                          </p:cBhvr>
                          <p:to>
                            <p:strVal val="visible"/>
                          </p:to>
                        </p:set>
                        <p:animEffect transition="in" filter="wipe(left)">
                          <p:cBhvr>
                            <p:cTn id="12" dur="350"/>
                            <p:tgtEl>
                              <p:spTgt spid="640"/>
                            </p:tgtEl>
                          </p:cBhvr>
                        </p:animEffect>
                      </p:childTnLst>
                    </p:cTn>
                  </p:par>
                  <p:par>
                    <p:cTn id="13" presetID="26" presetClass="emph" presetSubtype="0" fill="hold" grpId="200" nodeType="afterEffect">
                      <p:stCondLst>
                        <p:cond delay="430"/>
                      </p:stCondLst>
                      <p:childTnLst>
                        <p:animScale>
                          <p:by x="112000" y="112000"/>
                          <p:cBhvr autoRev="1">
                            <p:cTn id="14" dur="200" autoRev="1"/>
                            <p:tgtEl>
                              <p:spTgt spid="640"/>
                            </p:tgtEl>
                          </p:cBhvr>
                        </p:animScale>
                      </p:childTnLst>
                    </p:cTn>
                  </p:par>
                  <p:par>
                    <p:cTn id="15" presetID="10" presetClass="entr" presetSubtype="0" fill="hold" grpId="1" nodeType="withEffect">
                      <p:stCondLst>
                        <p:cond delay="70"/>
                      </p:stCondLst>
                      <p:childTnLst>
                        <p:set>
                          <p:cBhvr>
                            <p:cTn id="16" dur="1" fill="hold"/>
                            <p:tgtEl>
                              <p:spTgt spid="641"/>
                            </p:tgtEl>
                            <p:attrNameLst>
                              <p:attrName>style.visibility</p:attrName>
                            </p:attrNameLst>
                          </p:cBhvr>
                          <p:to>
                            <p:strVal val="visible"/>
                          </p:to>
                        </p:set>
                        <p:animEffect transition="in" filter="wipe(right)">
                          <p:cBhvr>
                            <p:cTn id="17" dur="350"/>
                            <p:tgtEl>
                              <p:spTgt spid="641"/>
                            </p:tgtEl>
                          </p:cBhvr>
                        </p:animEffect>
                      </p:childTnLst>
                    </p:cTn>
                  </p:par>
                  <p:par>
                    <p:cTn id="18" presetID="26" presetClass="emph" presetSubtype="0" fill="hold" grpId="201" nodeType="afterEffect">
                      <p:stCondLst>
                        <p:cond delay="500"/>
                      </p:stCondLst>
                      <p:childTnLst>
                        <p:animScale>
                          <p:by x="112000" y="112000"/>
                          <p:cBhvr autoRev="1">
                            <p:cTn id="19" dur="200" autoRev="1"/>
                            <p:tgtEl>
                              <p:spTgt spid="641"/>
                            </p:tgtEl>
                          </p:cBhvr>
                        </p:animScale>
                      </p:childTnLst>
                    </p:cTn>
                  </p:par>
                  <p:par>
                    <p:cTn id="20" presetID="10" presetClass="entr" presetSubtype="0" fill="hold" grpId="2" nodeType="withEffect">
                      <p:stCondLst>
                        <p:cond delay="140"/>
                      </p:stCondLst>
                      <p:childTnLst>
                        <p:set>
                          <p:cBhvr>
                            <p:cTn id="21" dur="1" fill="hold"/>
                            <p:tgtEl>
                              <p:spTgt spid="642"/>
                            </p:tgtEl>
                            <p:attrNameLst>
                              <p:attrName>style.visibility</p:attrName>
                            </p:attrNameLst>
                          </p:cBhvr>
                          <p:to>
                            <p:strVal val="visible"/>
                          </p:to>
                        </p:set>
                        <p:animEffect transition="in" filter="wipe(left)">
                          <p:cBhvr>
                            <p:cTn id="22" dur="350"/>
                            <p:tgtEl>
                              <p:spTgt spid="642"/>
                            </p:tgtEl>
                          </p:cBhvr>
                        </p:animEffect>
                      </p:childTnLst>
                    </p:cTn>
                  </p:par>
                  <p:par>
                    <p:cTn id="23" presetID="26" presetClass="emph" presetSubtype="0" fill="hold" grpId="202" nodeType="afterEffect">
                      <p:stCondLst>
                        <p:cond delay="570"/>
                      </p:stCondLst>
                      <p:childTnLst>
                        <p:animScale>
                          <p:by x="112000" y="112000"/>
                          <p:cBhvr autoRev="1">
                            <p:cTn id="24" dur="200" autoRev="1"/>
                            <p:tgtEl>
                              <p:spTgt spid="642"/>
                            </p:tgtEl>
                          </p:cBhvr>
                        </p:animScale>
                      </p:childTnLst>
                    </p:cTn>
                  </p:par>
                  <p:par>
                    <p:cTn id="25" presetID="10" presetClass="entr" presetSubtype="0" fill="hold" grpId="3" nodeType="withEffect">
                      <p:stCondLst>
                        <p:cond delay="210"/>
                      </p:stCondLst>
                      <p:childTnLst>
                        <p:set>
                          <p:cBhvr>
                            <p:cTn id="26" dur="1" fill="hold"/>
                            <p:tgtEl>
                              <p:spTgt spid="643"/>
                            </p:tgtEl>
                            <p:attrNameLst>
                              <p:attrName>style.visibility</p:attrName>
                            </p:attrNameLst>
                          </p:cBhvr>
                          <p:to>
                            <p:strVal val="visible"/>
                          </p:to>
                        </p:set>
                        <p:animEffect transition="in" filter="wipe(right)">
                          <p:cBhvr>
                            <p:cTn id="27" dur="350"/>
                            <p:tgtEl>
                              <p:spTgt spid="643"/>
                            </p:tgtEl>
                          </p:cBhvr>
                        </p:animEffect>
                      </p:childTnLst>
                    </p:cTn>
                  </p:par>
                  <p:par>
                    <p:cTn id="28" presetID="10" presetClass="entr" presetSubtype="0" fill="hold" grpId="4" nodeType="withEffect">
                      <p:stCondLst>
                        <p:cond delay="280"/>
                      </p:stCondLst>
                      <p:childTnLst>
                        <p:set>
                          <p:cBhvr>
                            <p:cTn id="29" dur="1" fill="hold"/>
                            <p:tgtEl>
                              <p:spTgt spid="644"/>
                            </p:tgtEl>
                            <p:attrNameLst>
                              <p:attrName>style.visibility</p:attrName>
                            </p:attrNameLst>
                          </p:cBhvr>
                          <p:to>
                            <p:strVal val="visible"/>
                          </p:to>
                        </p:set>
                        <p:animEffect transition="in" filter="wipe(left)">
                          <p:cBhvr>
                            <p:cTn id="30" dur="350"/>
                            <p:tgtEl>
                              <p:spTgt spid="644"/>
                            </p:tgtEl>
                          </p:cBhvr>
                        </p:animEffect>
                      </p:childTnLst>
                    </p:cTn>
                  </p:par>
                  <p:par>
                    <p:cTn id="31" presetID="10" presetClass="entr" presetSubtype="0" fill="hold" grpId="5" nodeType="withEffect">
                      <p:stCondLst>
                        <p:cond delay="350"/>
                      </p:stCondLst>
                      <p:childTnLst>
                        <p:set>
                          <p:cBhvr>
                            <p:cTn id="32" dur="1" fill="hold"/>
                            <p:tgtEl>
                              <p:spTgt spid="645"/>
                            </p:tgtEl>
                            <p:attrNameLst>
                              <p:attrName>style.visibility</p:attrName>
                            </p:attrNameLst>
                          </p:cBhvr>
                          <p:to>
                            <p:strVal val="visible"/>
                          </p:to>
                        </p:set>
                        <p:animEffect transition="in" filter="wipe(right)">
                          <p:cBhvr>
                            <p:cTn id="33" dur="350"/>
                            <p:tgtEl>
                              <p:spTgt spid="645"/>
                            </p:tgtEl>
                          </p:cBhvr>
                        </p:animEffect>
                      </p:childTnLst>
                    </p:cTn>
                  </p:par>
                  <p:par>
                    <p:cTn id="34" presetID="10" presetClass="entr" presetSubtype="0" fill="hold" grpId="6" nodeType="withEffect">
                      <p:stCondLst>
                        <p:cond delay="420"/>
                      </p:stCondLst>
                      <p:childTnLst>
                        <p:set>
                          <p:cBhvr>
                            <p:cTn id="35" dur="1" fill="hold"/>
                            <p:tgtEl>
                              <p:spTgt spid="646"/>
                            </p:tgtEl>
                            <p:attrNameLst>
                              <p:attrName>style.visibility</p:attrName>
                            </p:attrNameLst>
                          </p:cBhvr>
                          <p:to>
                            <p:strVal val="visible"/>
                          </p:to>
                        </p:set>
                        <p:animEffect transition="in" filter="wipe(left)">
                          <p:cBhvr>
                            <p:cTn id="36" dur="350"/>
                            <p:tgtEl>
                              <p:spTgt spid="646"/>
                            </p:tgtEl>
                          </p:cBhvr>
                        </p:animEffect>
                      </p:childTnLst>
                    </p:cTn>
                  </p:par>
                  <p:par>
                    <p:cTn id="37" presetID="10" presetClass="entr" presetSubtype="0" fill="hold" grpId="7" nodeType="withEffect">
                      <p:stCondLst>
                        <p:cond delay="490"/>
                      </p:stCondLst>
                      <p:childTnLst>
                        <p:set>
                          <p:cBhvr>
                            <p:cTn id="38" dur="1" fill="hold"/>
                            <p:tgtEl>
                              <p:spTgt spid="647"/>
                            </p:tgtEl>
                            <p:attrNameLst>
                              <p:attrName>style.visibility</p:attrName>
                            </p:attrNameLst>
                          </p:cBhvr>
                          <p:to>
                            <p:strVal val="visible"/>
                          </p:to>
                        </p:set>
                        <p:animEffect transition="in" filter="wipe(right)">
                          <p:cBhvr>
                            <p:cTn id="39" dur="350"/>
                            <p:tgtEl>
                              <p:spTgt spid="647"/>
                            </p:tgtEl>
                          </p:cBhvr>
                        </p:animEffect>
                      </p:childTnLst>
                    </p:cTn>
                  </p:par>
                  <p:par>
                    <p:cTn id="40" presetID="10" presetClass="entr" presetSubtype="0" fill="hold" grpId="8" nodeType="withEffect">
                      <p:stCondLst>
                        <p:cond delay="560"/>
                      </p:stCondLst>
                      <p:childTnLst>
                        <p:set>
                          <p:cBhvr>
                            <p:cTn id="41" dur="1" fill="hold"/>
                            <p:tgtEl>
                              <p:spTgt spid="648"/>
                            </p:tgtEl>
                            <p:attrNameLst>
                              <p:attrName>style.visibility</p:attrName>
                            </p:attrNameLst>
                          </p:cBhvr>
                          <p:to>
                            <p:strVal val="visible"/>
                          </p:to>
                        </p:set>
                        <p:animEffect transition="in" filter="wipe(left)">
                          <p:cBhvr>
                            <p:cTn id="42" dur="350"/>
                            <p:tgtEl>
                              <p:spTgt spid="648"/>
                            </p:tgtEl>
                          </p:cBhvr>
                        </p:animEffect>
                      </p:childTnLst>
                    </p:cTn>
                  </p:par>
                  <p:par>
                    <p:cTn id="43" presetID="10" presetClass="entr" presetSubtype="0" fill="hold" grpId="9" nodeType="withEffect">
                      <p:stCondLst>
                        <p:cond delay="630"/>
                      </p:stCondLst>
                      <p:childTnLst>
                        <p:set>
                          <p:cBhvr>
                            <p:cTn id="44" dur="1" fill="hold"/>
                            <p:tgtEl>
                              <p:spTgt spid="649"/>
                            </p:tgtEl>
                            <p:attrNameLst>
                              <p:attrName>style.visibility</p:attrName>
                            </p:attrNameLst>
                          </p:cBhvr>
                          <p:to>
                            <p:strVal val="visible"/>
                          </p:to>
                        </p:set>
                        <p:animEffect transition="in" filter="wipe(right)">
                          <p:cBhvr>
                            <p:cTn id="45" dur="350"/>
                            <p:tgtEl>
                              <p:spTgt spid="649"/>
                            </p:tgtEl>
                          </p:cBhvr>
                        </p:animEffect>
                      </p:childTnLst>
                    </p:cTn>
                  </p:par>
                  <p:par>
                    <p:cTn id="46" presetID="10" presetClass="entr" presetSubtype="0" fill="hold" grpId="10" nodeType="withEffect">
                      <p:stCondLst>
                        <p:cond delay="700"/>
                      </p:stCondLst>
                      <p:childTnLst>
                        <p:set>
                          <p:cBhvr>
                            <p:cTn id="47" dur="1" fill="hold"/>
                            <p:tgtEl>
                              <p:spTgt spid="650"/>
                            </p:tgtEl>
                            <p:attrNameLst>
                              <p:attrName>style.visibility</p:attrName>
                            </p:attrNameLst>
                          </p:cBhvr>
                          <p:to>
                            <p:strVal val="visible"/>
                          </p:to>
                        </p:set>
                        <p:animEffect transition="in" filter="wipe(left)">
                          <p:cBhvr>
                            <p:cTn id="48" dur="350"/>
                            <p:tgtEl>
                              <p:spTgt spid="650"/>
                            </p:tgtEl>
                          </p:cBhvr>
                        </p:animEffect>
                      </p:childTnLst>
                    </p:cTn>
                  </p:par>
                  <p:par>
                    <p:cTn id="49" presetID="10" presetClass="entr" presetSubtype="0" fill="hold" grpId="11" nodeType="withEffect">
                      <p:stCondLst>
                        <p:cond delay="770"/>
                      </p:stCondLst>
                      <p:childTnLst>
                        <p:set>
                          <p:cBhvr>
                            <p:cTn id="50" dur="1" fill="hold"/>
                            <p:tgtEl>
                              <p:spTgt spid="651"/>
                            </p:tgtEl>
                            <p:attrNameLst>
                              <p:attrName>style.visibility</p:attrName>
                            </p:attrNameLst>
                          </p:cBhvr>
                          <p:to>
                            <p:strVal val="visible"/>
                          </p:to>
                        </p:set>
                        <p:animEffect transition="in" filter="wipe(right)">
                          <p:cBhvr>
                            <p:cTn id="51" dur="350"/>
                            <p:tgtEl>
                              <p:spTgt spid="651"/>
                            </p:tgtEl>
                          </p:cBhvr>
                        </p:animEffect>
                      </p:childTnLst>
                    </p:cTn>
                  </p:par>
                  <p:par>
                    <p:cTn id="52" presetID="10" presetClass="entr" presetSubtype="0" fill="hold" grpId="12" nodeType="withEffect">
                      <p:stCondLst>
                        <p:cond delay="840"/>
                      </p:stCondLst>
                      <p:childTnLst>
                        <p:set>
                          <p:cBhvr>
                            <p:cTn id="53" dur="1" fill="hold"/>
                            <p:tgtEl>
                              <p:spTgt spid="652"/>
                            </p:tgtEl>
                            <p:attrNameLst>
                              <p:attrName>style.visibility</p:attrName>
                            </p:attrNameLst>
                          </p:cBhvr>
                          <p:to>
                            <p:strVal val="visible"/>
                          </p:to>
                        </p:set>
                        <p:animEffect transition="in" filter="wipe(left)">
                          <p:cBhvr>
                            <p:cTn id="54" dur="350"/>
                            <p:tgtEl>
                              <p:spTgt spid="652"/>
                            </p:tgtEl>
                          </p:cBhvr>
                        </p:animEffect>
                      </p:childTnLst>
                    </p:cTn>
                  </p:par>
                  <p:par>
                    <p:cTn id="55" presetID="10" presetClass="entr" presetSubtype="0" fill="hold" grpId="13" nodeType="withEffect">
                      <p:stCondLst>
                        <p:cond delay="910"/>
                      </p:stCondLst>
                      <p:childTnLst>
                        <p:set>
                          <p:cBhvr>
                            <p:cTn id="56" dur="1" fill="hold"/>
                            <p:tgtEl>
                              <p:spTgt spid="653"/>
                            </p:tgtEl>
                            <p:attrNameLst>
                              <p:attrName>style.visibility</p:attrName>
                            </p:attrNameLst>
                          </p:cBhvr>
                          <p:to>
                            <p:strVal val="visible"/>
                          </p:to>
                        </p:set>
                        <p:animEffect transition="in" filter="wipe(right)">
                          <p:cBhvr>
                            <p:cTn id="57" dur="350"/>
                            <p:tgtEl>
                              <p:spTgt spid="653"/>
                            </p:tgtEl>
                          </p:cBhvr>
                        </p:animEffect>
                      </p:childTnLst>
                    </p:cTn>
                  </p:par>
                  <p:par>
                    <p:cTn id="58" presetID="10" presetClass="entr" presetSubtype="0" fill="hold" grpId="14" nodeType="withEffect">
                      <p:stCondLst>
                        <p:cond delay="980"/>
                      </p:stCondLst>
                      <p:childTnLst>
                        <p:set>
                          <p:cBhvr>
                            <p:cTn id="59" dur="1" fill="hold"/>
                            <p:tgtEl>
                              <p:spTgt spid="654"/>
                            </p:tgtEl>
                            <p:attrNameLst>
                              <p:attrName>style.visibility</p:attrName>
                            </p:attrNameLst>
                          </p:cBhvr>
                          <p:to>
                            <p:strVal val="visible"/>
                          </p:to>
                        </p:set>
                        <p:animEffect transition="in" filter="wipe(left)">
                          <p:cBhvr>
                            <p:cTn id="60" dur="350"/>
                            <p:tgtEl>
                              <p:spTgt spid="654"/>
                            </p:tgtEl>
                          </p:cBhvr>
                        </p:animEffect>
                      </p:childTnLst>
                    </p:cTn>
                  </p:par>
                  <p:par>
                    <p:cTn id="61" presetID="10" presetClass="entr" presetSubtype="0" fill="hold" grpId="15" nodeType="withEffect">
                      <p:stCondLst>
                        <p:cond delay="1050"/>
                      </p:stCondLst>
                      <p:childTnLst>
                        <p:set>
                          <p:cBhvr>
                            <p:cTn id="62" dur="1" fill="hold"/>
                            <p:tgtEl>
                              <p:spTgt spid="655"/>
                            </p:tgtEl>
                            <p:attrNameLst>
                              <p:attrName>style.visibility</p:attrName>
                            </p:attrNameLst>
                          </p:cBhvr>
                          <p:to>
                            <p:strVal val="visible"/>
                          </p:to>
                        </p:set>
                        <p:animEffect transition="in" filter="wipe(right)">
                          <p:cBhvr>
                            <p:cTn id="63" dur="350"/>
                            <p:tgtEl>
                              <p:spTgt spid="655"/>
                            </p:tgtEl>
                          </p:cBhvr>
                        </p:animEffect>
                      </p:childTnLst>
                    </p:cTn>
                  </p:par>
                  <p:par>
                    <p:cTn id="64" presetID="10" presetClass="entr" presetSubtype="0" fill="hold" grpId="16" nodeType="withEffect">
                      <p:stCondLst>
                        <p:cond delay="1120"/>
                      </p:stCondLst>
                      <p:childTnLst>
                        <p:set>
                          <p:cBhvr>
                            <p:cTn id="65" dur="1" fill="hold"/>
                            <p:tgtEl>
                              <p:spTgt spid="656"/>
                            </p:tgtEl>
                            <p:attrNameLst>
                              <p:attrName>style.visibility</p:attrName>
                            </p:attrNameLst>
                          </p:cBhvr>
                          <p:to>
                            <p:strVal val="visible"/>
                          </p:to>
                        </p:set>
                        <p:animEffect transition="in" filter="wipe(left)">
                          <p:cBhvr>
                            <p:cTn id="66" dur="350"/>
                            <p:tgtEl>
                              <p:spTgt spid="656"/>
                            </p:tgtEl>
                          </p:cBhvr>
                        </p:animEffect>
                      </p:childTnLst>
                    </p:cTn>
                  </p:par>
                  <p:par>
                    <p:cTn id="67" presetID="10" presetClass="entr" presetSubtype="0" fill="hold" grpId="17" nodeType="withEffect">
                      <p:stCondLst>
                        <p:cond delay="1190"/>
                      </p:stCondLst>
                      <p:childTnLst>
                        <p:set>
                          <p:cBhvr>
                            <p:cTn id="68" dur="1" fill="hold"/>
                            <p:tgtEl>
                              <p:spTgt spid="657"/>
                            </p:tgtEl>
                            <p:attrNameLst>
                              <p:attrName>style.visibility</p:attrName>
                            </p:attrNameLst>
                          </p:cBhvr>
                          <p:to>
                            <p:strVal val="visible"/>
                          </p:to>
                        </p:set>
                        <p:animEffect transition="in" filter="wipe(right)">
                          <p:cBhvr>
                            <p:cTn id="69" dur="350"/>
                            <p:tgtEl>
                              <p:spTgt spid="657"/>
                            </p:tgtEl>
                          </p:cBhvr>
                        </p:animEffect>
                      </p:childTnLst>
                    </p:cTn>
                  </p:par>
                  <p:par>
                    <p:cTn id="70" presetID="10" presetClass="entr" presetSubtype="0" fill="hold" grpId="18" nodeType="withEffect">
                      <p:stCondLst>
                        <p:cond delay="1260"/>
                      </p:stCondLst>
                      <p:childTnLst>
                        <p:set>
                          <p:cBhvr>
                            <p:cTn id="71" dur="1" fill="hold"/>
                            <p:tgtEl>
                              <p:spTgt spid="658"/>
                            </p:tgtEl>
                            <p:attrNameLst>
                              <p:attrName>style.visibility</p:attrName>
                            </p:attrNameLst>
                          </p:cBhvr>
                          <p:to>
                            <p:strVal val="visible"/>
                          </p:to>
                        </p:set>
                        <p:animEffect transition="in" filter="wipe(left)">
                          <p:cBhvr>
                            <p:cTn id="72" dur="350"/>
                            <p:tgtEl>
                              <p:spTgt spid="658"/>
                            </p:tgtEl>
                          </p:cBhvr>
                        </p:animEffect>
                      </p:childTnLst>
                    </p:cTn>
                  </p:par>
                  <p:par>
                    <p:cTn id="73" presetID="10" presetClass="entr" presetSubtype="0" fill="hold" grpId="19" nodeType="withEffect">
                      <p:stCondLst>
                        <p:cond delay="1330"/>
                      </p:stCondLst>
                      <p:childTnLst>
                        <p:set>
                          <p:cBhvr>
                            <p:cTn id="74" dur="1" fill="hold"/>
                            <p:tgtEl>
                              <p:spTgt spid="659"/>
                            </p:tgtEl>
                            <p:attrNameLst>
                              <p:attrName>style.visibility</p:attrName>
                            </p:attrNameLst>
                          </p:cBhvr>
                          <p:to>
                            <p:strVal val="visible"/>
                          </p:to>
                        </p:set>
                        <p:animEffect transition="in" filter="wipe(right)">
                          <p:cBhvr>
                            <p:cTn id="75" dur="350"/>
                            <p:tgtEl>
                              <p:spTgt spid="659"/>
                            </p:tgtEl>
                          </p:cBhvr>
                        </p:animEffect>
                      </p:childTnLst>
                    </p:cTn>
                  </p:par>
                  <p:par>
                    <p:cTn id="76" presetID="10" presetClass="entr" presetSubtype="0" fill="hold" grpId="20" nodeType="withEffect">
                      <p:stCondLst>
                        <p:cond delay="1400"/>
                      </p:stCondLst>
                      <p:childTnLst>
                        <p:set>
                          <p:cBhvr>
                            <p:cTn id="77" dur="1" fill="hold"/>
                            <p:tgtEl>
                              <p:spTgt spid="660"/>
                            </p:tgtEl>
                            <p:attrNameLst>
                              <p:attrName>style.visibility</p:attrName>
                            </p:attrNameLst>
                          </p:cBhvr>
                          <p:to>
                            <p:strVal val="visible"/>
                          </p:to>
                        </p:set>
                        <p:animEffect transition="in" filter="wipe(left)">
                          <p:cBhvr>
                            <p:cTn id="78" dur="350"/>
                            <p:tgtEl>
                              <p:spTgt spid="660"/>
                            </p:tgtEl>
                          </p:cBhvr>
                        </p:animEffect>
                      </p:childTnLst>
                    </p:cTn>
                  </p:par>
                  <p:par>
                    <p:cTn id="79" presetID="10" presetClass="entr" presetSubtype="0" fill="hold" grpId="21" nodeType="withEffect">
                      <p:stCondLst>
                        <p:cond delay="1470"/>
                      </p:stCondLst>
                      <p:childTnLst>
                        <p:set>
                          <p:cBhvr>
                            <p:cTn id="80" dur="1" fill="hold"/>
                            <p:tgtEl>
                              <p:spTgt spid="661"/>
                            </p:tgtEl>
                            <p:attrNameLst>
                              <p:attrName>style.visibility</p:attrName>
                            </p:attrNameLst>
                          </p:cBhvr>
                          <p:to>
                            <p:strVal val="visible"/>
                          </p:to>
                        </p:set>
                        <p:animEffect transition="in" filter="wipe(right)">
                          <p:cBhvr>
                            <p:cTn id="81" dur="350"/>
                            <p:tgtEl>
                              <p:spTgt spid="661"/>
                            </p:tgtEl>
                          </p:cBhvr>
                        </p:animEffect>
                      </p:childTnLst>
                    </p:cTn>
                  </p:par>
                  <p:par>
                    <p:cTn id="82" presetID="10" presetClass="entr" presetSubtype="0" fill="hold" grpId="22" nodeType="withEffect">
                      <p:stCondLst>
                        <p:cond delay="1540"/>
                      </p:stCondLst>
                      <p:childTnLst>
                        <p:set>
                          <p:cBhvr>
                            <p:cTn id="83" dur="1" fill="hold"/>
                            <p:tgtEl>
                              <p:spTgt spid="662"/>
                            </p:tgtEl>
                            <p:attrNameLst>
                              <p:attrName>style.visibility</p:attrName>
                            </p:attrNameLst>
                          </p:cBhvr>
                          <p:to>
                            <p:strVal val="visible"/>
                          </p:to>
                        </p:set>
                        <p:animEffect transition="in" filter="wipe(left)">
                          <p:cBhvr>
                            <p:cTn id="84" dur="350"/>
                            <p:tgtEl>
                              <p:spTgt spid="662"/>
                            </p:tgtEl>
                          </p:cBhvr>
                        </p:animEffect>
                      </p:childTnLst>
                    </p:cTn>
                  </p:par>
                  <p:par>
                    <p:cTn id="85" presetID="10" presetClass="entr" presetSubtype="0" fill="hold" grpId="23" nodeType="withEffect">
                      <p:stCondLst>
                        <p:cond delay="1610"/>
                      </p:stCondLst>
                      <p:childTnLst>
                        <p:set>
                          <p:cBhvr>
                            <p:cTn id="86" dur="1" fill="hold"/>
                            <p:tgtEl>
                              <p:spTgt spid="663"/>
                            </p:tgtEl>
                            <p:attrNameLst>
                              <p:attrName>style.visibility</p:attrName>
                            </p:attrNameLst>
                          </p:cBhvr>
                          <p:to>
                            <p:strVal val="visible"/>
                          </p:to>
                        </p:set>
                        <p:animEffect transition="in" filter="wipe(right)">
                          <p:cBhvr>
                            <p:cTn id="87" dur="350"/>
                            <p:tgtEl>
                              <p:spTgt spid="663"/>
                            </p:tgtEl>
                          </p:cBhvr>
                        </p:animEffect>
                      </p:childTnLst>
                    </p:cTn>
                  </p:par>
                  <p:par>
                    <p:cTn id="88" presetID="10" presetClass="entr" presetSubtype="0" fill="hold" grpId="24" nodeType="withEffect">
                      <p:stCondLst>
                        <p:cond delay="1680"/>
                      </p:stCondLst>
                      <p:childTnLst>
                        <p:set>
                          <p:cBhvr>
                            <p:cTn id="89" dur="1" fill="hold"/>
                            <p:tgtEl>
                              <p:spTgt spid="664"/>
                            </p:tgtEl>
                            <p:attrNameLst>
                              <p:attrName>style.visibility</p:attrName>
                            </p:attrNameLst>
                          </p:cBhvr>
                          <p:to>
                            <p:strVal val="visible"/>
                          </p:to>
                        </p:set>
                        <p:animEffect transition="in" filter="wipe(left)">
                          <p:cBhvr>
                            <p:cTn id="90" dur="350"/>
                            <p:tgtEl>
                              <p:spTgt spid="664"/>
                            </p:tgtEl>
                          </p:cBhvr>
                        </p:animEffect>
                      </p:childTnLst>
                    </p:cTn>
                  </p:par>
                  <p:par>
                    <p:cTn id="91" presetID="10" presetClass="entr" presetSubtype="0" fill="hold" grpId="25" nodeType="withEffect">
                      <p:stCondLst>
                        <p:cond delay="1750"/>
                      </p:stCondLst>
                      <p:childTnLst>
                        <p:set>
                          <p:cBhvr>
                            <p:cTn id="92" dur="1" fill="hold"/>
                            <p:tgtEl>
                              <p:spTgt spid="665"/>
                            </p:tgtEl>
                            <p:attrNameLst>
                              <p:attrName>style.visibility</p:attrName>
                            </p:attrNameLst>
                          </p:cBhvr>
                          <p:to>
                            <p:strVal val="visible"/>
                          </p:to>
                        </p:set>
                        <p:animEffect transition="in" filter="wipe(right)">
                          <p:cBhvr>
                            <p:cTn id="93" dur="350"/>
                            <p:tgtEl>
                              <p:spTgt spid="665"/>
                            </p:tgtEl>
                          </p:cBhvr>
                        </p:animEffect>
                      </p:childTnLst>
                    </p:cTn>
                  </p:par>
                  <p:par>
                    <p:cTn id="94" presetID="10" presetClass="entr" presetSubtype="0" fill="hold" grpId="26" nodeType="withEffect">
                      <p:stCondLst>
                        <p:cond delay="1820"/>
                      </p:stCondLst>
                      <p:childTnLst>
                        <p:set>
                          <p:cBhvr>
                            <p:cTn id="95" dur="1" fill="hold"/>
                            <p:tgtEl>
                              <p:spTgt spid="666"/>
                            </p:tgtEl>
                            <p:attrNameLst>
                              <p:attrName>style.visibility</p:attrName>
                            </p:attrNameLst>
                          </p:cBhvr>
                          <p:to>
                            <p:strVal val="visible"/>
                          </p:to>
                        </p:set>
                        <p:animEffect transition="in" filter="wipe(left)">
                          <p:cBhvr>
                            <p:cTn id="96" dur="350"/>
                            <p:tgtEl>
                              <p:spTgt spid="666"/>
                            </p:tgtEl>
                          </p:cBhvr>
                        </p:animEffect>
                      </p:childTnLst>
                    </p:cTn>
                  </p:par>
                  <p:par>
                    <p:cTn id="97" presetID="10" presetClass="entr" presetSubtype="0" fill="hold" grpId="27" nodeType="withEffect">
                      <p:stCondLst>
                        <p:cond delay="1890"/>
                      </p:stCondLst>
                      <p:childTnLst>
                        <p:set>
                          <p:cBhvr>
                            <p:cTn id="98" dur="1" fill="hold"/>
                            <p:tgtEl>
                              <p:spTgt spid="667"/>
                            </p:tgtEl>
                            <p:attrNameLst>
                              <p:attrName>style.visibility</p:attrName>
                            </p:attrNameLst>
                          </p:cBhvr>
                          <p:to>
                            <p:strVal val="visible"/>
                          </p:to>
                        </p:set>
                        <p:animEffect transition="in" filter="wipe(right)">
                          <p:cBhvr>
                            <p:cTn id="99" dur="350"/>
                            <p:tgtEl>
                              <p:spTgt spid="667"/>
                            </p:tgtEl>
                          </p:cBhvr>
                        </p:animEffect>
                      </p:childTnLst>
                    </p:cTn>
                  </p:par>
                  <p:par>
                    <p:cTn id="100" presetID="10" presetClass="entr" presetSubtype="0" fill="hold" grpId="28" nodeType="withEffect">
                      <p:stCondLst>
                        <p:cond delay="1960"/>
                      </p:stCondLst>
                      <p:childTnLst>
                        <p:set>
                          <p:cBhvr>
                            <p:cTn id="101" dur="1" fill="hold"/>
                            <p:tgtEl>
                              <p:spTgt spid="2"/>
                            </p:tgtEl>
                            <p:attrNameLst>
                              <p:attrName>style.visibility</p:attrName>
                            </p:attrNameLst>
                          </p:cBhvr>
                          <p:to>
                            <p:strVal val="visible"/>
                          </p:to>
                        </p:set>
                        <p:animEffect transition="in" filter="wipe(left)">
                          <p:cBhvr>
                            <p:cTn id="102" dur="350"/>
                            <p:tgtEl>
                              <p:spTgt spid="2"/>
                            </p:tgtEl>
                          </p:cBhvr>
                        </p:animEffect>
                      </p:childTnLst>
                    </p:cTn>
                  </p:par>
                  <p:par>
                    <p:cTn id="103" presetID="10" presetClass="entr" presetSubtype="0" fill="hold" grpId="29" nodeType="withEffect">
                      <p:stCondLst>
                        <p:cond delay="2030"/>
                      </p:stCondLst>
                      <p:childTnLst>
                        <p:set>
                          <p:cBhvr>
                            <p:cTn id="104" dur="1" fill="hold"/>
                            <p:tgtEl>
                              <p:spTgt spid="3"/>
                            </p:tgtEl>
                            <p:attrNameLst>
                              <p:attrName>style.visibility</p:attrName>
                            </p:attrNameLst>
                          </p:cBhvr>
                          <p:to>
                            <p:strVal val="visible"/>
                          </p:to>
                        </p:set>
                        <p:animEffect transition="in" filter="wipe(right)">
                          <p:cBhvr>
                            <p:cTn id="105" dur="350"/>
                            <p:tgtEl>
                              <p:spTgt spid="3"/>
                            </p:tgtEl>
                          </p:cBhvr>
                        </p:animEffect>
                      </p:childTnLst>
                    </p:cTn>
                  </p:par>
                  <p:par>
                    <p:cTn id="106" presetID="10" presetClass="entr" presetSubtype="0" fill="hold" grpId="30" nodeType="withEffect">
                      <p:stCondLst>
                        <p:cond delay="2100"/>
                      </p:stCondLst>
                      <p:childTnLst>
                        <p:set>
                          <p:cBhvr>
                            <p:cTn id="107" dur="1" fill="hold"/>
                            <p:tgtEl>
                              <p:spTgt spid="4"/>
                            </p:tgtEl>
                            <p:attrNameLst>
                              <p:attrName>style.visibility</p:attrName>
                            </p:attrNameLst>
                          </p:cBhvr>
                          <p:to>
                            <p:strVal val="visible"/>
                          </p:to>
                        </p:set>
                        <p:animEffect transition="in" filter="wipe(left)">
                          <p:cBhvr>
                            <p:cTn id="108" dur="350"/>
                            <p:tgtEl>
                              <p:spTgt spid="4"/>
                            </p:tgtEl>
                          </p:cBhvr>
                        </p:animEffect>
                      </p:childTnLst>
                    </p:cTn>
                  </p:par>
                  <p:par>
                    <p:cTn id="109" presetID="10" presetClass="entr" presetSubtype="0" fill="hold" grpId="31" nodeType="withEffect">
                      <p:stCondLst>
                        <p:cond delay="2170"/>
                      </p:stCondLst>
                      <p:childTnLst>
                        <p:set>
                          <p:cBhvr>
                            <p:cTn id="110" dur="1" fill="hold"/>
                            <p:tgtEl>
                              <p:spTgt spid="5"/>
                            </p:tgtEl>
                            <p:attrNameLst>
                              <p:attrName>style.visibility</p:attrName>
                            </p:attrNameLst>
                          </p:cBhvr>
                          <p:to>
                            <p:strVal val="visible"/>
                          </p:to>
                        </p:set>
                        <p:animEffect transition="in" filter="wipe(right)">
                          <p:cBhvr>
                            <p:cTn id="111" dur="350"/>
                            <p:tgtEl>
                              <p:spTgt spid="5"/>
                            </p:tgtEl>
                          </p:cBhvr>
                        </p:animEffect>
                      </p:childTnLst>
                    </p:cTn>
                  </p:par>
                  <p:par>
                    <p:cTn id="112" presetID="10" presetClass="entr" presetSubtype="0" fill="hold" grpId="32" nodeType="withEffect">
                      <p:stCondLst>
                        <p:cond delay="2240"/>
                      </p:stCondLst>
                      <p:childTnLst>
                        <p:set>
                          <p:cBhvr>
                            <p:cTn id="113" dur="1" fill="hold"/>
                            <p:tgtEl>
                              <p:spTgt spid="6"/>
                            </p:tgtEl>
                            <p:attrNameLst>
                              <p:attrName>style.visibility</p:attrName>
                            </p:attrNameLst>
                          </p:cBhvr>
                          <p:to>
                            <p:strVal val="visible"/>
                          </p:to>
                        </p:set>
                        <p:animEffect transition="in" filter="wipe(left)">
                          <p:cBhvr>
                            <p:cTn id="114" dur="350"/>
                            <p:tgtEl>
                              <p:spTgt spid="6"/>
                            </p:tgtEl>
                          </p:cBhvr>
                        </p:animEffect>
                      </p:childTnLst>
                    </p:cTn>
                  </p:par>
                  <p:par>
                    <p:cTn id="115" presetID="10" presetClass="entr" presetSubtype="0" fill="hold" grpId="33" nodeType="withEffect">
                      <p:stCondLst>
                        <p:cond delay="2310"/>
                      </p:stCondLst>
                      <p:childTnLst>
                        <p:set>
                          <p:cBhvr>
                            <p:cTn id="116" dur="1" fill="hold"/>
                            <p:tgtEl>
                              <p:spTgt spid="7"/>
                            </p:tgtEl>
                            <p:attrNameLst>
                              <p:attrName>style.visibility</p:attrName>
                            </p:attrNameLst>
                          </p:cBhvr>
                          <p:to>
                            <p:strVal val="visible"/>
                          </p:to>
                        </p:set>
                        <p:animEffect transition="in" filter="wipe(right)">
                          <p:cBhvr>
                            <p:cTn id="117" dur="350"/>
                            <p:tgtEl>
                              <p:spTgt spid="7"/>
                            </p:tgtEl>
                          </p:cBhvr>
                        </p:animEffect>
                      </p:childTnLst>
                    </p:cTn>
                  </p:par>
                  <p:par>
                    <p:cTn id="118" presetID="10" presetClass="entr" presetSubtype="0" fill="hold" grpId="34" nodeType="withEffect">
                      <p:stCondLst>
                        <p:cond delay="2380"/>
                      </p:stCondLst>
                      <p:childTnLst>
                        <p:set>
                          <p:cBhvr>
                            <p:cTn id="119" dur="1" fill="hold"/>
                            <p:tgtEl>
                              <p:spTgt spid="8"/>
                            </p:tgtEl>
                            <p:attrNameLst>
                              <p:attrName>style.visibility</p:attrName>
                            </p:attrNameLst>
                          </p:cBhvr>
                          <p:to>
                            <p:strVal val="visible"/>
                          </p:to>
                        </p:set>
                        <p:animEffect transition="in" filter="wipe(left)">
                          <p:cBhvr>
                            <p:cTn id="120" dur="350"/>
                            <p:tgtEl>
                              <p:spTgt spid="8"/>
                            </p:tgtEl>
                          </p:cBhvr>
                        </p:animEffect>
                      </p:childTnLst>
                    </p:cTn>
                  </p:par>
                  <p:par>
                    <p:cTn id="121" presetID="10" presetClass="entr" presetSubtype="0" fill="hold" grpId="35" nodeType="withEffect">
                      <p:stCondLst>
                        <p:cond delay="2450"/>
                      </p:stCondLst>
                      <p:childTnLst>
                        <p:set>
                          <p:cBhvr>
                            <p:cTn id="122" dur="1" fill="hold"/>
                            <p:tgtEl>
                              <p:spTgt spid="9"/>
                            </p:tgtEl>
                            <p:attrNameLst>
                              <p:attrName>style.visibility</p:attrName>
                            </p:attrNameLst>
                          </p:cBhvr>
                          <p:to>
                            <p:strVal val="visible"/>
                          </p:to>
                        </p:set>
                        <p:animEffect transition="in" filter="wipe(right)">
                          <p:cBhvr>
                            <p:cTn id="123" dur="350"/>
                            <p:tgtEl>
                              <p:spTgt spid="9"/>
                            </p:tgtEl>
                          </p:cBhvr>
                        </p:animEffect>
                      </p:childTnLst>
                    </p:cTn>
                  </p:par>
                  <p:par>
                    <p:cTn id="124" presetID="10" presetClass="entr" presetSubtype="0" fill="hold" grpId="36" nodeType="withEffect">
                      <p:stCondLst>
                        <p:cond delay="2520"/>
                      </p:stCondLst>
                      <p:childTnLst>
                        <p:set>
                          <p:cBhvr>
                            <p:cTn id="125" dur="1" fill="hold"/>
                            <p:tgtEl>
                              <p:spTgt spid="10"/>
                            </p:tgtEl>
                            <p:attrNameLst>
                              <p:attrName>style.visibility</p:attrName>
                            </p:attrNameLst>
                          </p:cBhvr>
                          <p:to>
                            <p:strVal val="visible"/>
                          </p:to>
                        </p:set>
                        <p:animEffect transition="in" filter="wipe(left)">
                          <p:cBhvr>
                            <p:cTn id="126" dur="350"/>
                            <p:tgtEl>
                              <p:spTgt spid="10"/>
                            </p:tgtEl>
                          </p:cBhvr>
                        </p:animEffect>
                      </p:childTnLst>
                    </p:cTn>
                  </p:par>
                  <p:par>
                    <p:cTn id="127" presetID="10" presetClass="entr" presetSubtype="0" fill="hold" grpId="37" nodeType="withEffect">
                      <p:stCondLst>
                        <p:cond delay="2590"/>
                      </p:stCondLst>
                      <p:childTnLst>
                        <p:set>
                          <p:cBhvr>
                            <p:cTn id="128" dur="1" fill="hold"/>
                            <p:tgtEl>
                              <p:spTgt spid="11"/>
                            </p:tgtEl>
                            <p:attrNameLst>
                              <p:attrName>style.visibility</p:attrName>
                            </p:attrNameLst>
                          </p:cBhvr>
                          <p:to>
                            <p:strVal val="visible"/>
                          </p:to>
                        </p:set>
                        <p:animEffect transition="in" filter="wipe(right)">
                          <p:cBhvr>
                            <p:cTn id="129" dur="350"/>
                            <p:tgtEl>
                              <p:spTgt spid="11"/>
                            </p:tgtEl>
                          </p:cBhvr>
                        </p:animEffect>
                      </p:childTnLst>
                    </p:cTn>
                  </p:par>
                  <p:par>
                    <p:cTn id="130" presetID="10" presetClass="entr" presetSubtype="0" fill="hold" grpId="38" nodeType="withEffect">
                      <p:stCondLst>
                        <p:cond delay="2660"/>
                      </p:stCondLst>
                      <p:childTnLst>
                        <p:set>
                          <p:cBhvr>
                            <p:cTn id="131" dur="1" fill="hold"/>
                            <p:tgtEl>
                              <p:spTgt spid="12"/>
                            </p:tgtEl>
                            <p:attrNameLst>
                              <p:attrName>style.visibility</p:attrName>
                            </p:attrNameLst>
                          </p:cBhvr>
                          <p:to>
                            <p:strVal val="visible"/>
                          </p:to>
                        </p:set>
                        <p:animEffect transition="in" filter="wipe(left)">
                          <p:cBhvr>
                            <p:cTn id="132" dur="350"/>
                            <p:tgtEl>
                              <p:spTgt spid="12"/>
                            </p:tgtEl>
                          </p:cBhvr>
                        </p:animEffect>
                      </p:childTnLst>
                    </p:cTn>
                  </p:par>
                  <p:par>
                    <p:cTn id="133" presetID="10" presetClass="entr" presetSubtype="0" fill="hold" grpId="39" nodeType="withEffect">
                      <p:stCondLst>
                        <p:cond delay="2730"/>
                      </p:stCondLst>
                      <p:childTnLst>
                        <p:set>
                          <p:cBhvr>
                            <p:cTn id="134" dur="1" fill="hold"/>
                            <p:tgtEl>
                              <p:spTgt spid="13"/>
                            </p:tgtEl>
                            <p:attrNameLst>
                              <p:attrName>style.visibility</p:attrName>
                            </p:attrNameLst>
                          </p:cBhvr>
                          <p:to>
                            <p:strVal val="visible"/>
                          </p:to>
                        </p:set>
                        <p:animEffect transition="in" filter="wipe(right)">
                          <p:cBhvr>
                            <p:cTn id="135" dur="350"/>
                            <p:tgtEl>
                              <p:spTgt spid="13"/>
                            </p:tgtEl>
                          </p:cBhvr>
                        </p:animEffect>
                      </p:childTnLst>
                    </p:cTn>
                  </p:par>
                  <p:par>
                    <p:cTn id="136" presetID="10" presetClass="entr" presetSubtype="0" fill="hold" grpId="40" nodeType="withEffect">
                      <p:stCondLst>
                        <p:cond delay="2800"/>
                      </p:stCondLst>
                      <p:childTnLst>
                        <p:set>
                          <p:cBhvr>
                            <p:cTn id="137" dur="1" fill="hold"/>
                            <p:tgtEl>
                              <p:spTgt spid="14"/>
                            </p:tgtEl>
                            <p:attrNameLst>
                              <p:attrName>style.visibility</p:attrName>
                            </p:attrNameLst>
                          </p:cBhvr>
                          <p:to>
                            <p:strVal val="visible"/>
                          </p:to>
                        </p:set>
                        <p:animEffect transition="in" filter="wipe(left)">
                          <p:cBhvr>
                            <p:cTn id="138" dur="350"/>
                            <p:tgtEl>
                              <p:spTgt spid="14"/>
                            </p:tgtEl>
                          </p:cBhvr>
                        </p:animEffect>
                      </p:childTnLst>
                    </p:cTn>
                  </p:par>
                  <p:par>
                    <p:cTn id="139" presetID="10" presetClass="entr" presetSubtype="0" fill="hold" grpId="41" nodeType="withEffect">
                      <p:stCondLst>
                        <p:cond delay="2870"/>
                      </p:stCondLst>
                      <p:childTnLst>
                        <p:set>
                          <p:cBhvr>
                            <p:cTn id="140" dur="1" fill="hold"/>
                            <p:tgtEl>
                              <p:spTgt spid="15"/>
                            </p:tgtEl>
                            <p:attrNameLst>
                              <p:attrName>style.visibility</p:attrName>
                            </p:attrNameLst>
                          </p:cBhvr>
                          <p:to>
                            <p:strVal val="visible"/>
                          </p:to>
                        </p:set>
                        <p:animEffect transition="in" filter="wipe(right)">
                          <p:cBhvr>
                            <p:cTn id="141" dur="350"/>
                            <p:tgtEl>
                              <p:spTgt spid="15"/>
                            </p:tgtEl>
                          </p:cBhvr>
                        </p:animEffect>
                      </p:childTnLst>
                    </p:cTn>
                  </p:par>
                  <p:par>
                    <p:cTn id="142" presetID="10" presetClass="entr" presetSubtype="0" fill="hold" grpId="42" nodeType="withEffect">
                      <p:stCondLst>
                        <p:cond delay="2940"/>
                      </p:stCondLst>
                      <p:childTnLst>
                        <p:set>
                          <p:cBhvr>
                            <p:cTn id="143" dur="1" fill="hold"/>
                            <p:tgtEl>
                              <p:spTgt spid="16"/>
                            </p:tgtEl>
                            <p:attrNameLst>
                              <p:attrName>style.visibility</p:attrName>
                            </p:attrNameLst>
                          </p:cBhvr>
                          <p:to>
                            <p:strVal val="visible"/>
                          </p:to>
                        </p:set>
                        <p:animEffect transition="in" filter="wipe(left)">
                          <p:cBhvr>
                            <p:cTn id="144" dur="350"/>
                            <p:tgtEl>
                              <p:spTgt spid="16"/>
                            </p:tgtEl>
                          </p:cBhvr>
                        </p:animEffect>
                      </p:childTnLst>
                    </p:cTn>
                  </p:par>
                  <p:par>
                    <p:cTn id="145" presetID="10" presetClass="entr" presetSubtype="0" fill="hold" grpId="43" nodeType="withEffect">
                      <p:stCondLst>
                        <p:cond delay="3010"/>
                      </p:stCondLst>
                      <p:childTnLst>
                        <p:set>
                          <p:cBhvr>
                            <p:cTn id="146" dur="1" fill="hold"/>
                            <p:tgtEl>
                              <p:spTgt spid="17"/>
                            </p:tgtEl>
                            <p:attrNameLst>
                              <p:attrName>style.visibility</p:attrName>
                            </p:attrNameLst>
                          </p:cBhvr>
                          <p:to>
                            <p:strVal val="visible"/>
                          </p:to>
                        </p:set>
                        <p:animEffect transition="in" filter="wipe(right)">
                          <p:cBhvr>
                            <p:cTn id="147" dur="350"/>
                            <p:tgtEl>
                              <p:spTgt spid="17"/>
                            </p:tgtEl>
                          </p:cBhvr>
                        </p:animEffect>
                      </p:childTnLst>
                    </p:cTn>
                  </p:par>
                  <p:par>
                    <p:cTn id="148" presetID="10" presetClass="entr" presetSubtype="0" fill="hold" grpId="44" nodeType="withEffect">
                      <p:stCondLst>
                        <p:cond delay="3080"/>
                      </p:stCondLst>
                      <p:childTnLst>
                        <p:set>
                          <p:cBhvr>
                            <p:cTn id="149" dur="1" fill="hold"/>
                            <p:tgtEl>
                              <p:spTgt spid="18"/>
                            </p:tgtEl>
                            <p:attrNameLst>
                              <p:attrName>style.visibility</p:attrName>
                            </p:attrNameLst>
                          </p:cBhvr>
                          <p:to>
                            <p:strVal val="visible"/>
                          </p:to>
                        </p:set>
                        <p:animEffect transition="in" filter="wipe(left)">
                          <p:cBhvr>
                            <p:cTn id="150" dur="350"/>
                            <p:tgtEl>
                              <p:spTgt spid="18"/>
                            </p:tgtEl>
                          </p:cBhvr>
                        </p:animEffect>
                      </p:childTnLst>
                    </p:cTn>
                  </p:par>
                  <p:par>
                    <p:cTn id="151" presetID="10" presetClass="entr" presetSubtype="0" fill="hold" grpId="45" nodeType="withEffect">
                      <p:stCondLst>
                        <p:cond delay="3150"/>
                      </p:stCondLst>
                      <p:childTnLst>
                        <p:set>
                          <p:cBhvr>
                            <p:cTn id="152" dur="1" fill="hold"/>
                            <p:tgtEl>
                              <p:spTgt spid="19"/>
                            </p:tgtEl>
                            <p:attrNameLst>
                              <p:attrName>style.visibility</p:attrName>
                            </p:attrNameLst>
                          </p:cBhvr>
                          <p:to>
                            <p:strVal val="visible"/>
                          </p:to>
                        </p:set>
                        <p:animEffect transition="in" filter="wipe(right)">
                          <p:cBhvr>
                            <p:cTn id="153" dur="350"/>
                            <p:tgtEl>
                              <p:spTgt spid="19"/>
                            </p:tgtEl>
                          </p:cBhvr>
                        </p:animEffect>
                      </p:childTnLst>
                    </p:cTn>
                  </p:par>
                  <p:par>
                    <p:cTn id="154" presetID="10" presetClass="entr" presetSubtype="0" fill="hold" grpId="46" nodeType="withEffect">
                      <p:stCondLst>
                        <p:cond delay="3220"/>
                      </p:stCondLst>
                      <p:childTnLst>
                        <p:set>
                          <p:cBhvr>
                            <p:cTn id="155" dur="1" fill="hold"/>
                            <p:tgtEl>
                              <p:spTgt spid="20"/>
                            </p:tgtEl>
                            <p:attrNameLst>
                              <p:attrName>style.visibility</p:attrName>
                            </p:attrNameLst>
                          </p:cBhvr>
                          <p:to>
                            <p:strVal val="visible"/>
                          </p:to>
                        </p:set>
                        <p:animEffect transition="in" filter="wipe(left)">
                          <p:cBhvr>
                            <p:cTn id="156" dur="350"/>
                            <p:tgtEl>
                              <p:spTgt spid="20"/>
                            </p:tgtEl>
                          </p:cBhvr>
                        </p:animEffect>
                      </p:childTnLst>
                    </p:cTn>
                  </p:par>
                  <p:par>
                    <p:cTn id="157" presetID="10" presetClass="entr" presetSubtype="0" fill="hold" grpId="47" nodeType="withEffect">
                      <p:stCondLst>
                        <p:cond delay="3290"/>
                      </p:stCondLst>
                      <p:childTnLst>
                        <p:set>
                          <p:cBhvr>
                            <p:cTn id="158" dur="1" fill="hold"/>
                            <p:tgtEl>
                              <p:spTgt spid="21"/>
                            </p:tgtEl>
                            <p:attrNameLst>
                              <p:attrName>style.visibility</p:attrName>
                            </p:attrNameLst>
                          </p:cBhvr>
                          <p:to>
                            <p:strVal val="visible"/>
                          </p:to>
                        </p:set>
                        <p:animEffect transition="in" filter="wipe(right)">
                          <p:cBhvr>
                            <p:cTn id="159" dur="350"/>
                            <p:tgtEl>
                              <p:spTgt spid="21"/>
                            </p:tgtEl>
                          </p:cBhvr>
                        </p:animEffect>
                      </p:childTnLst>
                    </p:cTn>
                  </p:par>
                  <p:par>
                    <p:cTn id="160" presetID="10" presetClass="entr" presetSubtype="0" fill="hold" grpId="48" nodeType="withEffect">
                      <p:stCondLst>
                        <p:cond delay="3360"/>
                      </p:stCondLst>
                      <p:childTnLst>
                        <p:set>
                          <p:cBhvr>
                            <p:cTn id="161" dur="1" fill="hold"/>
                            <p:tgtEl>
                              <p:spTgt spid="22"/>
                            </p:tgtEl>
                            <p:attrNameLst>
                              <p:attrName>style.visibility</p:attrName>
                            </p:attrNameLst>
                          </p:cBhvr>
                          <p:to>
                            <p:strVal val="visible"/>
                          </p:to>
                        </p:set>
                        <p:animEffect transition="in" filter="wipe(left)">
                          <p:cBhvr>
                            <p:cTn id="162" dur="350"/>
                            <p:tgtEl>
                              <p:spTgt spid="22"/>
                            </p:tgtEl>
                          </p:cBhvr>
                        </p:animEffect>
                      </p:childTnLst>
                    </p:cTn>
                  </p:par>
                  <p:par>
                    <p:cTn id="163" presetID="10" presetClass="entr" presetSubtype="0" fill="hold" grpId="49" nodeType="withEffect">
                      <p:stCondLst>
                        <p:cond delay="3430"/>
                      </p:stCondLst>
                      <p:childTnLst>
                        <p:set>
                          <p:cBhvr>
                            <p:cTn id="164" dur="1" fill="hold"/>
                            <p:tgtEl>
                              <p:spTgt spid="23"/>
                            </p:tgtEl>
                            <p:attrNameLst>
                              <p:attrName>style.visibility</p:attrName>
                            </p:attrNameLst>
                          </p:cBhvr>
                          <p:to>
                            <p:strVal val="visible"/>
                          </p:to>
                        </p:set>
                        <p:animEffect transition="in" filter="wipe(right)">
                          <p:cBhvr>
                            <p:cTn id="165" dur="350"/>
                            <p:tgtEl>
                              <p:spTgt spid="23"/>
                            </p:tgtEl>
                          </p:cBhvr>
                        </p:animEffect>
                      </p:childTnLst>
                    </p:cTn>
                  </p:par>
                  <p:par>
                    <p:cTn id="166" presetID="10" presetClass="entr" presetSubtype="0" fill="hold" grpId="50" nodeType="withEffect">
                      <p:stCondLst>
                        <p:cond delay="3500"/>
                      </p:stCondLst>
                      <p:childTnLst>
                        <p:set>
                          <p:cBhvr>
                            <p:cTn id="167" dur="1" fill="hold"/>
                            <p:tgtEl>
                              <p:spTgt spid="24"/>
                            </p:tgtEl>
                            <p:attrNameLst>
                              <p:attrName>style.visibility</p:attrName>
                            </p:attrNameLst>
                          </p:cBhvr>
                          <p:to>
                            <p:strVal val="visible"/>
                          </p:to>
                        </p:set>
                        <p:animEffect transition="in" filter="wipe(left)">
                          <p:cBhvr>
                            <p:cTn id="168" dur="350"/>
                            <p:tgtEl>
                              <p:spTgt spid="24"/>
                            </p:tgtEl>
                          </p:cBhvr>
                        </p:animEffect>
                      </p:childTnLst>
                    </p:cTn>
                  </p:par>
                  <p:par>
                    <p:cTn id="169" presetID="10" presetClass="entr" presetSubtype="0" fill="hold" grpId="51" nodeType="withEffect">
                      <p:stCondLst>
                        <p:cond delay="3570"/>
                      </p:stCondLst>
                      <p:childTnLst>
                        <p:set>
                          <p:cBhvr>
                            <p:cTn id="170" dur="1" fill="hold"/>
                            <p:tgtEl>
                              <p:spTgt spid="25"/>
                            </p:tgtEl>
                            <p:attrNameLst>
                              <p:attrName>style.visibility</p:attrName>
                            </p:attrNameLst>
                          </p:cBhvr>
                          <p:to>
                            <p:strVal val="visible"/>
                          </p:to>
                        </p:set>
                        <p:animEffect transition="in" filter="wipe(right)">
                          <p:cBhvr>
                            <p:cTn id="171" dur="350"/>
                            <p:tgtEl>
                              <p:spTgt spid="25"/>
                            </p:tgtEl>
                          </p:cBhvr>
                        </p:animEffect>
                      </p:childTnLst>
                    </p:cTn>
                  </p:par>
                  <p:par>
                    <p:cTn id="172" presetID="10" presetClass="entr" presetSubtype="0" fill="hold" grpId="52" nodeType="withEffect">
                      <p:stCondLst>
                        <p:cond delay="3640"/>
                      </p:stCondLst>
                      <p:childTnLst>
                        <p:set>
                          <p:cBhvr>
                            <p:cTn id="173" dur="1" fill="hold"/>
                            <p:tgtEl>
                              <p:spTgt spid="26"/>
                            </p:tgtEl>
                            <p:attrNameLst>
                              <p:attrName>style.visibility</p:attrName>
                            </p:attrNameLst>
                          </p:cBhvr>
                          <p:to>
                            <p:strVal val="visible"/>
                          </p:to>
                        </p:set>
                        <p:animEffect transition="in" filter="wipe(left)">
                          <p:cBhvr>
                            <p:cTn id="174" dur="350"/>
                            <p:tgtEl>
                              <p:spTgt spid="26"/>
                            </p:tgtEl>
                          </p:cBhvr>
                        </p:animEffect>
                      </p:childTnLst>
                    </p:cTn>
                  </p:par>
                  <p:par>
                    <p:cTn id="175" presetID="10" presetClass="entr" presetSubtype="0" fill="hold" grpId="53" nodeType="withEffect">
                      <p:stCondLst>
                        <p:cond delay="3710"/>
                      </p:stCondLst>
                      <p:childTnLst>
                        <p:set>
                          <p:cBhvr>
                            <p:cTn id="176" dur="1" fill="hold"/>
                            <p:tgtEl>
                              <p:spTgt spid="27"/>
                            </p:tgtEl>
                            <p:attrNameLst>
                              <p:attrName>style.visibility</p:attrName>
                            </p:attrNameLst>
                          </p:cBhvr>
                          <p:to>
                            <p:strVal val="visible"/>
                          </p:to>
                        </p:set>
                        <p:animEffect transition="in" filter="wipe(right)">
                          <p:cBhvr>
                            <p:cTn id="177" dur="350"/>
                            <p:tgtEl>
                              <p:spTgt spid="27"/>
                            </p:tgtEl>
                          </p:cBhvr>
                        </p:animEffect>
                      </p:childTnLst>
                    </p:cTn>
                  </p:par>
                  <p:par>
                    <p:cTn id="178" presetID="10" presetClass="entr" presetSubtype="0" fill="hold" grpId="54" nodeType="withEffect">
                      <p:stCondLst>
                        <p:cond delay="3780"/>
                      </p:stCondLst>
                      <p:childTnLst>
                        <p:set>
                          <p:cBhvr>
                            <p:cTn id="179" dur="1" fill="hold"/>
                            <p:tgtEl>
                              <p:spTgt spid="28"/>
                            </p:tgtEl>
                            <p:attrNameLst>
                              <p:attrName>style.visibility</p:attrName>
                            </p:attrNameLst>
                          </p:cBhvr>
                          <p:to>
                            <p:strVal val="visible"/>
                          </p:to>
                        </p:set>
                        <p:animEffect transition="in" filter="wipe(left)">
                          <p:cBhvr>
                            <p:cTn id="180" dur="350"/>
                            <p:tgtEl>
                              <p:spTgt spid="28"/>
                            </p:tgtEl>
                          </p:cBhvr>
                        </p:animEffect>
                      </p:childTnLst>
                    </p:cTn>
                  </p:par>
                  <p:par>
                    <p:cTn id="181" presetID="10" presetClass="entr" presetSubtype="0" fill="hold" grpId="55" nodeType="withEffect">
                      <p:stCondLst>
                        <p:cond delay="3850"/>
                      </p:stCondLst>
                      <p:childTnLst>
                        <p:set>
                          <p:cBhvr>
                            <p:cTn id="182" dur="1" fill="hold"/>
                            <p:tgtEl>
                              <p:spTgt spid="29"/>
                            </p:tgtEl>
                            <p:attrNameLst>
                              <p:attrName>style.visibility</p:attrName>
                            </p:attrNameLst>
                          </p:cBhvr>
                          <p:to>
                            <p:strVal val="visible"/>
                          </p:to>
                        </p:set>
                        <p:animEffect transition="in" filter="wipe(right)">
                          <p:cBhvr>
                            <p:cTn id="183" dur="350"/>
                            <p:tgtEl>
                              <p:spTgt spid="29"/>
                            </p:tgtEl>
                          </p:cBhvr>
                        </p:animEffect>
                      </p:childTnLst>
                    </p:cTn>
                  </p:par>
                  <p:par>
                    <p:cTn id="184" presetID="10" presetClass="entr" presetSubtype="0" fill="hold" grpId="56" nodeType="withEffect">
                      <p:stCondLst>
                        <p:cond delay="3920"/>
                      </p:stCondLst>
                      <p:childTnLst>
                        <p:set>
                          <p:cBhvr>
                            <p:cTn id="185" dur="1" fill="hold"/>
                            <p:tgtEl>
                              <p:spTgt spid="30"/>
                            </p:tgtEl>
                            <p:attrNameLst>
                              <p:attrName>style.visibility</p:attrName>
                            </p:attrNameLst>
                          </p:cBhvr>
                          <p:to>
                            <p:strVal val="visible"/>
                          </p:to>
                        </p:set>
                        <p:animEffect transition="in" filter="wipe(left)">
                          <p:cBhvr>
                            <p:cTn id="186" dur="350"/>
                            <p:tgtEl>
                              <p:spTgt spid="30"/>
                            </p:tgtEl>
                          </p:cBhvr>
                        </p:animEffect>
                      </p:childTnLst>
                    </p:cTn>
                  </p:par>
                  <p:par>
                    <p:cTn id="187" presetID="10" presetClass="entr" presetSubtype="0" fill="hold" grpId="57" nodeType="withEffect">
                      <p:stCondLst>
                        <p:cond delay="3990"/>
                      </p:stCondLst>
                      <p:childTnLst>
                        <p:set>
                          <p:cBhvr>
                            <p:cTn id="188" dur="1" fill="hold"/>
                            <p:tgtEl>
                              <p:spTgt spid="31"/>
                            </p:tgtEl>
                            <p:attrNameLst>
                              <p:attrName>style.visibility</p:attrName>
                            </p:attrNameLst>
                          </p:cBhvr>
                          <p:to>
                            <p:strVal val="visible"/>
                          </p:to>
                        </p:set>
                        <p:animEffect transition="in" filter="wipe(right)">
                          <p:cBhvr>
                            <p:cTn id="189" dur="350"/>
                            <p:tgtEl>
                              <p:spTgt spid="31"/>
                            </p:tgtEl>
                          </p:cBhvr>
                        </p:animEffect>
                      </p:childTnLst>
                    </p:cTn>
                  </p:par>
                  <p:par>
                    <p:cTn id="190" presetID="10" presetClass="entr" presetSubtype="0" fill="hold" grpId="58" nodeType="withEffect">
                      <p:stCondLst>
                        <p:cond delay="4060"/>
                      </p:stCondLst>
                      <p:childTnLst>
                        <p:set>
                          <p:cBhvr>
                            <p:cTn id="191" dur="1" fill="hold"/>
                            <p:tgtEl>
                              <p:spTgt spid="32"/>
                            </p:tgtEl>
                            <p:attrNameLst>
                              <p:attrName>style.visibility</p:attrName>
                            </p:attrNameLst>
                          </p:cBhvr>
                          <p:to>
                            <p:strVal val="visible"/>
                          </p:to>
                        </p:set>
                        <p:animEffect transition="in" filter="wipe(left)">
                          <p:cBhvr>
                            <p:cTn id="192" dur="350"/>
                            <p:tgtEl>
                              <p:spTgt spid="32"/>
                            </p:tgtEl>
                          </p:cBhvr>
                        </p:animEffect>
                      </p:childTnLst>
                    </p:cTn>
                  </p:par>
                  <p:par>
                    <p:cTn id="193" presetID="10" presetClass="entr" presetSubtype="0" fill="hold" grpId="59" nodeType="withEffect">
                      <p:stCondLst>
                        <p:cond delay="4130"/>
                      </p:stCondLst>
                      <p:childTnLst>
                        <p:set>
                          <p:cBhvr>
                            <p:cTn id="194" dur="1" fill="hold"/>
                            <p:tgtEl>
                              <p:spTgt spid="33"/>
                            </p:tgtEl>
                            <p:attrNameLst>
                              <p:attrName>style.visibility</p:attrName>
                            </p:attrNameLst>
                          </p:cBhvr>
                          <p:to>
                            <p:strVal val="visible"/>
                          </p:to>
                        </p:set>
                        <p:animEffect transition="in" filter="wipe(right)">
                          <p:cBhvr>
                            <p:cTn id="195" dur="350"/>
                            <p:tgtEl>
                              <p:spTgt spid="33"/>
                            </p:tgtEl>
                          </p:cBhvr>
                        </p:animEffect>
                      </p:childTnLst>
                    </p:cTn>
                  </p:par>
                  <p:par>
                    <p:cTn id="196" presetID="10" presetClass="entr" presetSubtype="0" fill="hold" grpId="60" nodeType="withEffect">
                      <p:stCondLst>
                        <p:cond delay="4200"/>
                      </p:stCondLst>
                      <p:childTnLst>
                        <p:set>
                          <p:cBhvr>
                            <p:cTn id="197" dur="1" fill="hold"/>
                            <p:tgtEl>
                              <p:spTgt spid="34"/>
                            </p:tgtEl>
                            <p:attrNameLst>
                              <p:attrName>style.visibility</p:attrName>
                            </p:attrNameLst>
                          </p:cBhvr>
                          <p:to>
                            <p:strVal val="visible"/>
                          </p:to>
                        </p:set>
                        <p:animEffect transition="in" filter="wipe(left)">
                          <p:cBhvr>
                            <p:cTn id="198" dur="350"/>
                            <p:tgtEl>
                              <p:spTgt spid="34"/>
                            </p:tgtEl>
                          </p:cBhvr>
                        </p:animEffect>
                      </p:childTnLst>
                    </p:cTn>
                  </p:par>
                </p:childTnLst>
              </p:cTn>
            </p:par>
          </p:childTnLst>
        </p:cTn>
      </p:par>
    </p:tnLst>
    <p:bldLst>
      <p:bldP spid="640" grpId="0" uiExpand="1" build="p"/>
      <p:bldP spid="641" grpId="1" uiExpand="1" build="p"/>
      <p:bldP spid="642" grpId="2" uiExpand="1" build="p"/>
      <p:bldP spid="643" grpId="3" uiExpand="1" build="p"/>
      <p:bldP spid="644" grpId="4" uiExpand="1" build="p"/>
      <p:bldP spid="645" grpId="5" uiExpand="1" build="p"/>
      <p:bldP spid="646" grpId="6" uiExpand="1" build="p"/>
      <p:bldP spid="647" grpId="7" uiExpand="1" build="p"/>
      <p:bldP spid="648" grpId="8" uiExpand="1" build="p"/>
      <p:bldP spid="649" grpId="9" uiExpand="1" build="p"/>
      <p:bldP spid="650" grpId="10" uiExpand="1" build="p"/>
      <p:bldP spid="651" grpId="11" uiExpand="1" build="p"/>
      <p:bldP spid="652" grpId="12" uiExpand="1" build="p"/>
      <p:bldP spid="653" grpId="13" uiExpand="1" build="p"/>
      <p:bldP spid="654" grpId="14" uiExpand="1" build="p"/>
      <p:bldP spid="655" grpId="15" uiExpand="1" build="p"/>
      <p:bldP spid="656" grpId="16" uiExpand="1" build="p"/>
      <p:bldP spid="657" grpId="17" uiExpand="1" build="p"/>
      <p:bldP spid="658" grpId="18" uiExpand="1" build="p"/>
      <p:bldP spid="659" grpId="19" uiExpand="1" build="p"/>
      <p:bldP spid="660" grpId="20" uiExpand="1" build="p"/>
      <p:bldP spid="661" grpId="21" uiExpand="1" build="p"/>
      <p:bldP spid="662" grpId="22" uiExpand="1" build="p"/>
      <p:bldP spid="663" grpId="23" uiExpand="1" build="p"/>
      <p:bldP spid="664" grpId="24" uiExpand="1" build="p"/>
      <p:bldP spid="665" grpId="25" uiExpand="1" build="p"/>
      <p:bldP spid="666" grpId="26" uiExpand="1" build="p"/>
      <p:bldP spid="667" grpId="27" uiExpand="1" build="p"/>
      <p:bldP spid="2" grpId="28" uiExpand="1" build="p"/>
      <p:bldP spid="3" grpId="29" uiExpand="1" build="p"/>
      <p:bldP spid="4" grpId="30" uiExpand="1" build="p"/>
      <p:bldP spid="5" grpId="31" uiExpand="1" build="p"/>
      <p:bldP spid="6" grpId="32" uiExpand="1" build="p"/>
      <p:bldP spid="7" grpId="33" uiExpand="1" build="p"/>
      <p:bldP spid="8" grpId="34" uiExpand="1" build="p"/>
      <p:bldP spid="9" grpId="35" uiExpand="1" build="p"/>
      <p:bldP spid="10" grpId="36" uiExpand="1" build="p"/>
      <p:bldP spid="11" grpId="37" uiExpand="1" build="p"/>
      <p:bldP spid="12" grpId="38" uiExpand="1" build="p"/>
      <p:bldP spid="13" grpId="39" uiExpand="1" build="p"/>
      <p:bldP spid="14" grpId="40" uiExpand="1" build="p"/>
      <p:bldP spid="15" grpId="41" uiExpand="1" build="p"/>
      <p:bldP spid="16" grpId="42" uiExpand="1" build="p"/>
      <p:bldP spid="17" grpId="43" uiExpand="1" build="p"/>
      <p:bldP spid="18" grpId="44" uiExpand="1" build="p"/>
      <p:bldP spid="19" grpId="45" uiExpand="1" build="p"/>
      <p:bldP spid="20" grpId="46" uiExpand="1" build="p"/>
      <p:bldP spid="21" grpId="47" uiExpand="1" build="p"/>
      <p:bldP spid="22" grpId="48" uiExpand="1" build="p"/>
      <p:bldP spid="23" grpId="49" uiExpand="1" build="p"/>
      <p:bldP spid="24" grpId="50" uiExpand="1" build="p"/>
      <p:bldP spid="25" grpId="51" uiExpand="1" build="p"/>
      <p:bldP spid="26" grpId="52" uiExpand="1" build="p"/>
      <p:bldP spid="27" grpId="53" uiExpand="1" build="p"/>
      <p:bldP spid="28" grpId="54" uiExpand="1" build="p"/>
      <p:bldP spid="29" grpId="55" uiExpand="1" build="p"/>
      <p:bldP spid="30" grpId="56" uiExpand="1" build="p"/>
      <p:bldP spid="31" grpId="57" uiExpand="1" build="p"/>
      <p:bldP spid="32" grpId="58" uiExpand="1" build="p"/>
      <p:bldP spid="33" grpId="59" uiExpand="1" build="p"/>
      <p:bldP spid="34" grpId="6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a:effectLst/>
      </p:bgPr>
    </p:bg>
    <p:spTree>
      <p:nvGrpSpPr>
        <p:cNvPr id="1" name=""/>
        <p:cNvGrpSpPr/>
        <p:nvPr/>
      </p:nvGrpSpPr>
      <p:grpSpPr>
        <a:xfrm>
          <a:off x="0" y="0"/>
          <a:ext cx="0" cy="0"/>
          <a:chOff x="0" y="0"/>
          <a:chExt cx="0" cy="0"/>
        </a:xfrm>
      </p:grpSpPr>
      <p:sp>
        <p:nvSpPr>
          <p:cNvPr id="660" name="d660"/>
          <p:cNvSpPr/>
          <p:nvPr/>
        </p:nvSpPr>
        <p:spPr>
          <a:xfrm>
            <a:off x="3200400" y="2104550"/>
            <a:ext cx="2743200" cy="20000"/>
          </a:xfrm>
          <a:prstGeom prst="rect">
            <a:avLst/>
          </a:prstGeom>
          <a:solidFill>
            <a:srgbClr val="FF6D00">
              <a:alpha val="12000"/>
            </a:srgbClr>
          </a:solidFill>
          <a:ln>
            <a:noFill/>
          </a:ln>
        </p:spPr>
      </p:sp>
      <p:sp>
        <p:nvSpPr>
          <p:cNvPr id="661" name="d661"/>
          <p:cNvSpPr/>
          <p:nvPr/>
        </p:nvSpPr>
        <p:spPr>
          <a:xfrm rot="1800000">
            <a:off x="3200400" y="2104550"/>
            <a:ext cx="2743200" cy="20000"/>
          </a:xfrm>
          <a:prstGeom prst="rect">
            <a:avLst/>
          </a:prstGeom>
          <a:solidFill>
            <a:srgbClr val="FF6D00">
              <a:alpha val="13500"/>
            </a:srgbClr>
          </a:solidFill>
          <a:ln>
            <a:noFill/>
          </a:ln>
        </p:spPr>
      </p:sp>
      <p:sp>
        <p:nvSpPr>
          <p:cNvPr id="662" name="d662"/>
          <p:cNvSpPr/>
          <p:nvPr/>
        </p:nvSpPr>
        <p:spPr>
          <a:xfrm rot="3600000">
            <a:off x="3200400" y="2104550"/>
            <a:ext cx="2743200" cy="20000"/>
          </a:xfrm>
          <a:prstGeom prst="rect">
            <a:avLst/>
          </a:prstGeom>
          <a:solidFill>
            <a:srgbClr val="FF6D00">
              <a:alpha val="15000"/>
            </a:srgbClr>
          </a:solidFill>
          <a:ln>
            <a:noFill/>
          </a:ln>
        </p:spPr>
      </p:sp>
      <p:sp>
        <p:nvSpPr>
          <p:cNvPr id="663" name="d663"/>
          <p:cNvSpPr/>
          <p:nvPr/>
        </p:nvSpPr>
        <p:spPr>
          <a:xfrm rot="5400000">
            <a:off x="3200400" y="2104550"/>
            <a:ext cx="2743200" cy="20000"/>
          </a:xfrm>
          <a:prstGeom prst="rect">
            <a:avLst/>
          </a:prstGeom>
          <a:solidFill>
            <a:srgbClr val="FF6D00">
              <a:alpha val="16500"/>
            </a:srgbClr>
          </a:solidFill>
          <a:ln>
            <a:noFill/>
          </a:ln>
        </p:spPr>
      </p:sp>
      <p:sp>
        <p:nvSpPr>
          <p:cNvPr id="664" name="d664"/>
          <p:cNvSpPr/>
          <p:nvPr/>
        </p:nvSpPr>
        <p:spPr>
          <a:xfrm rot="7200000">
            <a:off x="3200400" y="2104550"/>
            <a:ext cx="2743200" cy="20000"/>
          </a:xfrm>
          <a:prstGeom prst="rect">
            <a:avLst/>
          </a:prstGeom>
          <a:solidFill>
            <a:srgbClr val="FF6D00">
              <a:alpha val="18000"/>
            </a:srgbClr>
          </a:solidFill>
          <a:ln>
            <a:noFill/>
          </a:ln>
        </p:spPr>
      </p:sp>
      <p:sp>
        <p:nvSpPr>
          <p:cNvPr id="665" name="d665"/>
          <p:cNvSpPr/>
          <p:nvPr/>
        </p:nvSpPr>
        <p:spPr>
          <a:xfrm rot="9000000">
            <a:off x="3200400" y="2104550"/>
            <a:ext cx="2743200" cy="20000"/>
          </a:xfrm>
          <a:prstGeom prst="rect">
            <a:avLst/>
          </a:prstGeom>
          <a:solidFill>
            <a:srgbClr val="FF6D00">
              <a:alpha val="19500"/>
            </a:srgbClr>
          </a:solidFill>
          <a:ln>
            <a:noFill/>
          </a:ln>
        </p:spPr>
      </p:sp>
      <p:sp>
        <p:nvSpPr>
          <p:cNvPr id="666" name="d666"/>
          <p:cNvSpPr/>
          <p:nvPr/>
        </p:nvSpPr>
        <p:spPr>
          <a:xfrm rot="10800000">
            <a:off x="3200400" y="2104550"/>
            <a:ext cx="2743200" cy="20000"/>
          </a:xfrm>
          <a:prstGeom prst="rect">
            <a:avLst/>
          </a:prstGeom>
          <a:solidFill>
            <a:srgbClr val="FF6D00">
              <a:alpha val="21000"/>
            </a:srgbClr>
          </a:solidFill>
          <a:ln>
            <a:noFill/>
          </a:ln>
        </p:spPr>
      </p:sp>
      <p:sp>
        <p:nvSpPr>
          <p:cNvPr id="667" name="d667"/>
          <p:cNvSpPr/>
          <p:nvPr/>
        </p:nvSpPr>
        <p:spPr>
          <a:xfrm rot="12600000">
            <a:off x="3200400" y="2104550"/>
            <a:ext cx="2743200" cy="20000"/>
          </a:xfrm>
          <a:prstGeom prst="rect">
            <a:avLst/>
          </a:prstGeom>
          <a:solidFill>
            <a:srgbClr val="FF6D00">
              <a:alpha val="22500"/>
            </a:srgbClr>
          </a:solidFill>
          <a:ln>
            <a:noFill/>
          </a:ln>
        </p:spPr>
      </p:sp>
      <p:sp>
        <p:nvSpPr>
          <p:cNvPr id="668" name="d668"/>
          <p:cNvSpPr/>
          <p:nvPr/>
        </p:nvSpPr>
        <p:spPr>
          <a:xfrm rot="14400000">
            <a:off x="3200400" y="2104550"/>
            <a:ext cx="2743200" cy="20000"/>
          </a:xfrm>
          <a:prstGeom prst="rect">
            <a:avLst/>
          </a:prstGeom>
          <a:solidFill>
            <a:srgbClr val="FF6D00">
              <a:alpha val="24000"/>
            </a:srgbClr>
          </a:solidFill>
          <a:ln>
            <a:noFill/>
          </a:ln>
        </p:spPr>
      </p:sp>
      <p:sp>
        <p:nvSpPr>
          <p:cNvPr id="669" name="d669"/>
          <p:cNvSpPr/>
          <p:nvPr/>
        </p:nvSpPr>
        <p:spPr>
          <a:xfrm rot="16200000">
            <a:off x="3200400" y="2104550"/>
            <a:ext cx="2743200" cy="20000"/>
          </a:xfrm>
          <a:prstGeom prst="rect">
            <a:avLst/>
          </a:prstGeom>
          <a:solidFill>
            <a:srgbClr val="FF6D00">
              <a:alpha val="25500"/>
            </a:srgbClr>
          </a:solidFill>
          <a:ln>
            <a:noFill/>
          </a:ln>
        </p:spPr>
      </p:sp>
      <p:sp>
        <p:nvSpPr>
          <p:cNvPr id="670" name="d670"/>
          <p:cNvSpPr/>
          <p:nvPr/>
        </p:nvSpPr>
        <p:spPr>
          <a:xfrm rot="18000000">
            <a:off x="3200400" y="2104550"/>
            <a:ext cx="2743200" cy="20000"/>
          </a:xfrm>
          <a:prstGeom prst="rect">
            <a:avLst/>
          </a:prstGeom>
          <a:solidFill>
            <a:srgbClr val="FF6D00">
              <a:alpha val="27000"/>
            </a:srgbClr>
          </a:solidFill>
          <a:ln>
            <a:noFill/>
          </a:ln>
        </p:spPr>
      </p:sp>
      <p:sp>
        <p:nvSpPr>
          <p:cNvPr id="671" name="d671"/>
          <p:cNvSpPr/>
          <p:nvPr/>
        </p:nvSpPr>
        <p:spPr>
          <a:xfrm rot="19800000">
            <a:off x="3200400" y="2104550"/>
            <a:ext cx="2743200" cy="20000"/>
          </a:xfrm>
          <a:prstGeom prst="rect">
            <a:avLst/>
          </a:prstGeom>
          <a:solidFill>
            <a:srgbClr val="FF6D00">
              <a:alpha val="28500"/>
            </a:srgbClr>
          </a:solidFill>
          <a:ln>
            <a:noFill/>
          </a:ln>
        </p:spPr>
      </p:sp>
      <p:sp>
        <p:nvSpPr>
          <p:cNvPr id="672" name="d672"/>
          <p:cNvSpPr/>
          <p:nvPr/>
        </p:nvSpPr>
        <p:spPr>
          <a:xfrm rot="1320000">
            <a:off x="3657600" y="2106550"/>
            <a:ext cx="1828800" cy="16000"/>
          </a:xfrm>
          <a:prstGeom prst="rect">
            <a:avLst/>
          </a:prstGeom>
          <a:solidFill>
            <a:srgbClr val="00BCD4">
              <a:alpha val="10000"/>
            </a:srgbClr>
          </a:solidFill>
          <a:ln>
            <a:noFill/>
          </a:ln>
        </p:spPr>
      </p:sp>
      <p:sp>
        <p:nvSpPr>
          <p:cNvPr id="673" name="d673"/>
          <p:cNvSpPr/>
          <p:nvPr/>
        </p:nvSpPr>
        <p:spPr>
          <a:xfrm rot="4020000">
            <a:off x="3657600" y="2106550"/>
            <a:ext cx="1828800" cy="16000"/>
          </a:xfrm>
          <a:prstGeom prst="rect">
            <a:avLst/>
          </a:prstGeom>
          <a:solidFill>
            <a:srgbClr val="00BCD4">
              <a:alpha val="11500"/>
            </a:srgbClr>
          </a:solidFill>
          <a:ln>
            <a:noFill/>
          </a:ln>
        </p:spPr>
      </p:sp>
      <p:sp>
        <p:nvSpPr>
          <p:cNvPr id="674" name="d674"/>
          <p:cNvSpPr/>
          <p:nvPr/>
        </p:nvSpPr>
        <p:spPr>
          <a:xfrm rot="6720000">
            <a:off x="3657600" y="2106550"/>
            <a:ext cx="1828800" cy="16000"/>
          </a:xfrm>
          <a:prstGeom prst="rect">
            <a:avLst/>
          </a:prstGeom>
          <a:solidFill>
            <a:srgbClr val="00BCD4">
              <a:alpha val="13000"/>
            </a:srgbClr>
          </a:solidFill>
          <a:ln>
            <a:noFill/>
          </a:ln>
        </p:spPr>
      </p:sp>
      <p:sp>
        <p:nvSpPr>
          <p:cNvPr id="675" name="d675"/>
          <p:cNvSpPr/>
          <p:nvPr/>
        </p:nvSpPr>
        <p:spPr>
          <a:xfrm rot="9420000">
            <a:off x="3657600" y="2106550"/>
            <a:ext cx="1828800" cy="16000"/>
          </a:xfrm>
          <a:prstGeom prst="rect">
            <a:avLst/>
          </a:prstGeom>
          <a:solidFill>
            <a:srgbClr val="00BCD4">
              <a:alpha val="14500"/>
            </a:srgbClr>
          </a:solidFill>
          <a:ln>
            <a:noFill/>
          </a:ln>
        </p:spPr>
      </p:sp>
      <p:sp>
        <p:nvSpPr>
          <p:cNvPr id="676" name="d676"/>
          <p:cNvSpPr/>
          <p:nvPr/>
        </p:nvSpPr>
        <p:spPr>
          <a:xfrm rot="12120000">
            <a:off x="3657600" y="2106550"/>
            <a:ext cx="1828800" cy="16000"/>
          </a:xfrm>
          <a:prstGeom prst="rect">
            <a:avLst/>
          </a:prstGeom>
          <a:solidFill>
            <a:srgbClr val="00BCD4">
              <a:alpha val="16000"/>
            </a:srgbClr>
          </a:solidFill>
          <a:ln>
            <a:noFill/>
          </a:ln>
        </p:spPr>
      </p:sp>
      <p:sp>
        <p:nvSpPr>
          <p:cNvPr id="677" name="d677"/>
          <p:cNvSpPr/>
          <p:nvPr/>
        </p:nvSpPr>
        <p:spPr>
          <a:xfrm rot="14820000">
            <a:off x="3657600" y="2106550"/>
            <a:ext cx="1828800" cy="16000"/>
          </a:xfrm>
          <a:prstGeom prst="rect">
            <a:avLst/>
          </a:prstGeom>
          <a:solidFill>
            <a:srgbClr val="00BCD4">
              <a:alpha val="17500"/>
            </a:srgbClr>
          </a:solidFill>
          <a:ln>
            <a:noFill/>
          </a:ln>
        </p:spPr>
      </p:sp>
      <p:sp>
        <p:nvSpPr>
          <p:cNvPr id="678" name="d678"/>
          <p:cNvSpPr/>
          <p:nvPr/>
        </p:nvSpPr>
        <p:spPr>
          <a:xfrm rot="17520000">
            <a:off x="3657600" y="2106550"/>
            <a:ext cx="1828800" cy="16000"/>
          </a:xfrm>
          <a:prstGeom prst="rect">
            <a:avLst/>
          </a:prstGeom>
          <a:solidFill>
            <a:srgbClr val="00BCD4">
              <a:alpha val="19000"/>
            </a:srgbClr>
          </a:solidFill>
          <a:ln>
            <a:noFill/>
          </a:ln>
        </p:spPr>
      </p:sp>
      <p:sp>
        <p:nvSpPr>
          <p:cNvPr id="679" name="d679"/>
          <p:cNvSpPr/>
          <p:nvPr/>
        </p:nvSpPr>
        <p:spPr>
          <a:xfrm rot="20220000">
            <a:off x="3657600" y="2106550"/>
            <a:ext cx="1828800" cy="16000"/>
          </a:xfrm>
          <a:prstGeom prst="rect">
            <a:avLst/>
          </a:prstGeom>
          <a:solidFill>
            <a:srgbClr val="00BCD4">
              <a:alpha val="20500"/>
            </a:srgbClr>
          </a:solidFill>
          <a:ln>
            <a:noFill/>
          </a:ln>
        </p:spPr>
      </p:sp>
      <p:sp>
        <p:nvSpPr>
          <p:cNvPr id="680" name="d680"/>
          <p:cNvSpPr/>
          <p:nvPr/>
        </p:nvSpPr>
        <p:spPr>
          <a:xfrm>
            <a:off x="914400" y="457200"/>
            <a:ext cx="80000" cy="40000"/>
          </a:xfrm>
          <a:prstGeom prst="rect">
            <a:avLst/>
          </a:prstGeom>
          <a:solidFill>
            <a:srgbClr val="FF6D00">
              <a:alpha val="70000"/>
            </a:srgbClr>
          </a:solidFill>
          <a:ln>
            <a:noFill/>
          </a:ln>
        </p:spPr>
      </p:sp>
      <p:sp>
        <p:nvSpPr>
          <p:cNvPr id="681" name="d681"/>
          <p:cNvSpPr/>
          <p:nvPr/>
        </p:nvSpPr>
        <p:spPr>
          <a:xfrm rot="2220000">
            <a:off x="1828800" y="304800"/>
            <a:ext cx="85000" cy="40000"/>
          </a:xfrm>
          <a:prstGeom prst="rect">
            <a:avLst/>
          </a:prstGeom>
          <a:solidFill>
            <a:srgbClr val="00BCD4">
              <a:alpha val="70000"/>
            </a:srgbClr>
          </a:solidFill>
          <a:ln>
            <a:noFill/>
          </a:ln>
        </p:spPr>
      </p:sp>
      <p:sp>
        <p:nvSpPr>
          <p:cNvPr id="682" name="d682"/>
          <p:cNvSpPr/>
          <p:nvPr/>
        </p:nvSpPr>
        <p:spPr>
          <a:xfrm rot="4440000">
            <a:off x="2743200" y="228600"/>
            <a:ext cx="90000" cy="40000"/>
          </a:xfrm>
          <a:prstGeom prst="rect">
            <a:avLst/>
          </a:prstGeom>
          <a:solidFill>
            <a:srgbClr val="FFD700">
              <a:alpha val="70000"/>
            </a:srgbClr>
          </a:solidFill>
          <a:ln>
            <a:noFill/>
          </a:ln>
        </p:spPr>
      </p:sp>
      <p:sp>
        <p:nvSpPr>
          <p:cNvPr id="683" name="d683"/>
          <p:cNvSpPr/>
          <p:nvPr/>
        </p:nvSpPr>
        <p:spPr>
          <a:xfrm rot="6660000">
            <a:off x="3657600" y="457200"/>
            <a:ext cx="95000" cy="40000"/>
          </a:xfrm>
          <a:prstGeom prst="rect">
            <a:avLst/>
          </a:prstGeom>
          <a:solidFill>
            <a:srgbClr val="FF1744">
              <a:alpha val="70000"/>
            </a:srgbClr>
          </a:solidFill>
          <a:ln>
            <a:noFill/>
          </a:ln>
        </p:spPr>
      </p:sp>
      <p:sp>
        <p:nvSpPr>
          <p:cNvPr id="684" name="d684"/>
          <p:cNvSpPr/>
          <p:nvPr/>
        </p:nvSpPr>
        <p:spPr>
          <a:xfrm rot="8880000">
            <a:off x="4572000" y="304800"/>
            <a:ext cx="100000" cy="40000"/>
          </a:xfrm>
          <a:prstGeom prst="rect">
            <a:avLst/>
          </a:prstGeom>
          <a:solidFill>
            <a:srgbClr val="00E676">
              <a:alpha val="70000"/>
            </a:srgbClr>
          </a:solidFill>
          <a:ln>
            <a:noFill/>
          </a:ln>
        </p:spPr>
      </p:sp>
      <p:sp>
        <p:nvSpPr>
          <p:cNvPr id="685" name="d685"/>
          <p:cNvSpPr/>
          <p:nvPr/>
        </p:nvSpPr>
        <p:spPr>
          <a:xfrm rot="11100000">
            <a:off x="5486400" y="228600"/>
            <a:ext cx="105000" cy="40000"/>
          </a:xfrm>
          <a:prstGeom prst="rect">
            <a:avLst/>
          </a:prstGeom>
          <a:solidFill>
            <a:srgbClr val="9C27B0">
              <a:alpha val="70000"/>
            </a:srgbClr>
          </a:solidFill>
          <a:ln>
            <a:noFill/>
          </a:ln>
        </p:spPr>
      </p:sp>
      <p:sp>
        <p:nvSpPr>
          <p:cNvPr id="686" name="d686"/>
          <p:cNvSpPr/>
          <p:nvPr/>
        </p:nvSpPr>
        <p:spPr>
          <a:xfrm rot="13320000">
            <a:off x="6400800" y="457200"/>
            <a:ext cx="110000" cy="40000"/>
          </a:xfrm>
          <a:prstGeom prst="rect">
            <a:avLst/>
          </a:prstGeom>
          <a:solidFill>
            <a:srgbClr val="FF6D00">
              <a:alpha val="70000"/>
            </a:srgbClr>
          </a:solidFill>
          <a:ln>
            <a:noFill/>
          </a:ln>
        </p:spPr>
      </p:sp>
      <p:sp>
        <p:nvSpPr>
          <p:cNvPr id="687" name="d687"/>
          <p:cNvSpPr/>
          <p:nvPr/>
        </p:nvSpPr>
        <p:spPr>
          <a:xfrm rot="15540000">
            <a:off x="7315200" y="304800"/>
            <a:ext cx="115000" cy="40000"/>
          </a:xfrm>
          <a:prstGeom prst="rect">
            <a:avLst/>
          </a:prstGeom>
          <a:solidFill>
            <a:srgbClr val="00BCD4">
              <a:alpha val="70000"/>
            </a:srgbClr>
          </a:solidFill>
          <a:ln>
            <a:noFill/>
          </a:ln>
        </p:spPr>
      </p:sp>
      <p:sp>
        <p:nvSpPr>
          <p:cNvPr id="688" name="d688"/>
          <p:cNvSpPr/>
          <p:nvPr/>
        </p:nvSpPr>
        <p:spPr>
          <a:xfrm rot="17760000">
            <a:off x="457200" y="1714500"/>
            <a:ext cx="120000" cy="40000"/>
          </a:xfrm>
          <a:prstGeom prst="rect">
            <a:avLst/>
          </a:prstGeom>
          <a:solidFill>
            <a:srgbClr val="FFD700">
              <a:alpha val="70000"/>
            </a:srgbClr>
          </a:solidFill>
          <a:ln>
            <a:noFill/>
          </a:ln>
        </p:spPr>
      </p:sp>
      <p:sp>
        <p:nvSpPr>
          <p:cNvPr id="689" name="d689"/>
          <p:cNvSpPr/>
          <p:nvPr/>
        </p:nvSpPr>
        <p:spPr>
          <a:xfrm rot="19980000">
            <a:off x="228600" y="1828800"/>
            <a:ext cx="125000" cy="40000"/>
          </a:xfrm>
          <a:prstGeom prst="rect">
            <a:avLst/>
          </a:prstGeom>
          <a:solidFill>
            <a:srgbClr val="FF1744">
              <a:alpha val="70000"/>
            </a:srgbClr>
          </a:solidFill>
          <a:ln>
            <a:noFill/>
          </a:ln>
        </p:spPr>
      </p:sp>
      <p:sp>
        <p:nvSpPr>
          <p:cNvPr id="690" name="d690"/>
          <p:cNvSpPr/>
          <p:nvPr/>
        </p:nvSpPr>
        <p:spPr>
          <a:xfrm rot="600000">
            <a:off x="8686800" y="1714500"/>
            <a:ext cx="130000" cy="40000"/>
          </a:xfrm>
          <a:prstGeom prst="rect">
            <a:avLst/>
          </a:prstGeom>
          <a:solidFill>
            <a:srgbClr val="00E676">
              <a:alpha val="70000"/>
            </a:srgbClr>
          </a:solidFill>
          <a:ln>
            <a:noFill/>
          </a:ln>
        </p:spPr>
      </p:sp>
      <p:sp>
        <p:nvSpPr>
          <p:cNvPr id="691" name="d691"/>
          <p:cNvSpPr/>
          <p:nvPr/>
        </p:nvSpPr>
        <p:spPr>
          <a:xfrm rot="2820000">
            <a:off x="8915400" y="1828800"/>
            <a:ext cx="135000" cy="40000"/>
          </a:xfrm>
          <a:prstGeom prst="rect">
            <a:avLst/>
          </a:prstGeom>
          <a:solidFill>
            <a:srgbClr val="9C27B0">
              <a:alpha val="70000"/>
            </a:srgbClr>
          </a:solidFill>
          <a:ln>
            <a:noFill/>
          </a:ln>
        </p:spPr>
      </p:sp>
      <p:sp>
        <p:nvSpPr>
          <p:cNvPr id="692" name="d692"/>
          <p:cNvSpPr/>
          <p:nvPr/>
        </p:nvSpPr>
        <p:spPr>
          <a:xfrm rot="5040000">
            <a:off x="1828800" y="3857625"/>
            <a:ext cx="140000" cy="40000"/>
          </a:xfrm>
          <a:prstGeom prst="rect">
            <a:avLst/>
          </a:prstGeom>
          <a:solidFill>
            <a:srgbClr val="FF6D00">
              <a:alpha val="70000"/>
            </a:srgbClr>
          </a:solidFill>
          <a:ln>
            <a:noFill/>
          </a:ln>
        </p:spPr>
      </p:sp>
      <p:sp>
        <p:nvSpPr>
          <p:cNvPr id="693" name="d693"/>
          <p:cNvSpPr/>
          <p:nvPr/>
        </p:nvSpPr>
        <p:spPr>
          <a:xfrm rot="7260000">
            <a:off x="3657600" y="3857625"/>
            <a:ext cx="145000" cy="40000"/>
          </a:xfrm>
          <a:prstGeom prst="rect">
            <a:avLst/>
          </a:prstGeom>
          <a:solidFill>
            <a:srgbClr val="FFD700">
              <a:alpha val="70000"/>
            </a:srgbClr>
          </a:solidFill>
          <a:ln>
            <a:noFill/>
          </a:ln>
        </p:spPr>
      </p:sp>
      <p:sp>
        <p:nvSpPr>
          <p:cNvPr id="694" name="d694"/>
          <p:cNvSpPr/>
          <p:nvPr/>
        </p:nvSpPr>
        <p:spPr>
          <a:xfrm rot="9480000">
            <a:off x="5486400" y="3857625"/>
            <a:ext cx="150000" cy="40000"/>
          </a:xfrm>
          <a:prstGeom prst="rect">
            <a:avLst/>
          </a:prstGeom>
          <a:solidFill>
            <a:srgbClr val="00BCD4">
              <a:alpha val="70000"/>
            </a:srgbClr>
          </a:solidFill>
          <a:ln>
            <a:noFill/>
          </a:ln>
        </p:spPr>
      </p:sp>
      <p:sp>
        <p:nvSpPr>
          <p:cNvPr id="695" name="d695"/>
          <p:cNvSpPr/>
          <p:nvPr/>
        </p:nvSpPr>
        <p:spPr>
          <a:xfrm rot="11700000">
            <a:off x="7315200" y="3857625"/>
            <a:ext cx="155000" cy="40000"/>
          </a:xfrm>
          <a:prstGeom prst="rect">
            <a:avLst/>
          </a:prstGeom>
          <a:solidFill>
            <a:srgbClr val="FF1744">
              <a:alpha val="70000"/>
            </a:srgbClr>
          </a:solidFill>
          <a:ln>
            <a:noFill/>
          </a:ln>
        </p:spPr>
      </p:sp>
      <p:sp>
        <p:nvSpPr>
          <p:cNvPr id="696" name="d696"/>
          <p:cNvSpPr/>
          <p:nvPr/>
        </p:nvSpPr>
        <p:spPr>
          <a:xfrm rot="13920000">
            <a:off x="457200" y="4838700"/>
            <a:ext cx="160000" cy="40000"/>
          </a:xfrm>
          <a:prstGeom prst="rect">
            <a:avLst/>
          </a:prstGeom>
          <a:solidFill>
            <a:srgbClr val="00E676">
              <a:alpha val="70000"/>
            </a:srgbClr>
          </a:solidFill>
          <a:ln>
            <a:noFill/>
          </a:ln>
        </p:spPr>
      </p:sp>
      <p:sp>
        <p:nvSpPr>
          <p:cNvPr id="697" name="d697"/>
          <p:cNvSpPr/>
          <p:nvPr/>
        </p:nvSpPr>
        <p:spPr>
          <a:xfrm rot="16140000">
            <a:off x="8686800" y="4838700"/>
            <a:ext cx="165000" cy="40000"/>
          </a:xfrm>
          <a:prstGeom prst="rect">
            <a:avLst/>
          </a:prstGeom>
          <a:solidFill>
            <a:srgbClr val="9C27B0">
              <a:alpha val="70000"/>
            </a:srgbClr>
          </a:solidFill>
          <a:ln>
            <a:noFill/>
          </a:ln>
        </p:spPr>
      </p:sp>
      <p:sp>
        <p:nvSpPr>
          <p:cNvPr id="698" name="d698"/>
          <p:cNvSpPr/>
          <p:nvPr/>
        </p:nvSpPr>
        <p:spPr>
          <a:xfrm rot="18360000">
            <a:off x="2743200" y="4914900"/>
            <a:ext cx="170000" cy="40000"/>
          </a:xfrm>
          <a:prstGeom prst="rect">
            <a:avLst/>
          </a:prstGeom>
          <a:solidFill>
            <a:srgbClr val="FF6D00">
              <a:alpha val="70000"/>
            </a:srgbClr>
          </a:solidFill>
          <a:ln>
            <a:noFill/>
          </a:ln>
        </p:spPr>
      </p:sp>
      <p:sp>
        <p:nvSpPr>
          <p:cNvPr id="699" name="d699"/>
          <p:cNvSpPr/>
          <p:nvPr/>
        </p:nvSpPr>
        <p:spPr>
          <a:xfrm rot="20580000">
            <a:off x="6400800" y="4914900"/>
            <a:ext cx="175000" cy="40000"/>
          </a:xfrm>
          <a:prstGeom prst="rect">
            <a:avLst/>
          </a:prstGeom>
          <a:solidFill>
            <a:srgbClr val="00BCD4">
              <a:alpha val="70000"/>
            </a:srgbClr>
          </a:solidFill>
          <a:ln>
            <a:noFill/>
          </a:ln>
        </p:spPr>
      </p:sp>
      <p:sp>
        <p:nvSpPr>
          <p:cNvPr id="700" name="d700"/>
          <p:cNvSpPr/>
          <p:nvPr/>
        </p:nvSpPr>
        <p:spPr>
          <a:xfrm>
            <a:off x="228600" y="228600"/>
            <a:ext cx="457200" cy="457200"/>
          </a:xfrm>
          <a:prstGeom prst="star5">
            <a:avLst/>
          </a:prstGeom>
          <a:solidFill>
            <a:srgbClr val="FFD700">
              <a:alpha val="35000"/>
            </a:srgbClr>
          </a:solidFill>
          <a:ln>
            <a:noFill/>
          </a:ln>
          <a:effectLst>
            <a:glow rad="152400">
              <a:srgbClr val="FFD700">
                <a:alpha val="55000"/>
              </a:srgbClr>
            </a:glow>
          </a:effectLst>
        </p:spPr>
      </p:sp>
      <p:sp>
        <p:nvSpPr>
          <p:cNvPr id="701" name="d701"/>
          <p:cNvSpPr/>
          <p:nvPr/>
        </p:nvSpPr>
        <p:spPr>
          <a:xfrm>
            <a:off x="8458200" y="228600"/>
            <a:ext cx="457200" cy="457200"/>
          </a:xfrm>
          <a:prstGeom prst="star5">
            <a:avLst/>
          </a:prstGeom>
          <a:solidFill>
            <a:srgbClr val="FFD700">
              <a:alpha val="35000"/>
            </a:srgbClr>
          </a:solidFill>
          <a:ln>
            <a:noFill/>
          </a:ln>
          <a:effectLst>
            <a:glow rad="152400">
              <a:srgbClr val="FFD700">
                <a:alpha val="55000"/>
              </a:srgbClr>
            </a:glow>
          </a:effectLst>
        </p:spPr>
      </p:sp>
      <p:sp>
        <p:nvSpPr>
          <p:cNvPr id="702" name="d702"/>
          <p:cNvSpPr/>
          <p:nvPr/>
        </p:nvSpPr>
        <p:spPr>
          <a:xfrm>
            <a:off x="228600" y="4457700"/>
            <a:ext cx="457200" cy="457200"/>
          </a:xfrm>
          <a:prstGeom prst="star4">
            <a:avLst/>
          </a:prstGeom>
          <a:solidFill>
            <a:srgbClr val="FF6D00">
              <a:alpha val="35000"/>
            </a:srgbClr>
          </a:solidFill>
          <a:ln>
            <a:noFill/>
          </a:ln>
          <a:effectLst>
            <a:glow rad="152400">
              <a:srgbClr val="FF6D00">
                <a:alpha val="55000"/>
              </a:srgbClr>
            </a:glow>
          </a:effectLst>
        </p:spPr>
      </p:sp>
      <p:sp>
        <p:nvSpPr>
          <p:cNvPr id="703" name="d703"/>
          <p:cNvSpPr/>
          <p:nvPr/>
        </p:nvSpPr>
        <p:spPr>
          <a:xfrm>
            <a:off x="8458200" y="4457700"/>
            <a:ext cx="457200" cy="457200"/>
          </a:xfrm>
          <a:prstGeom prst="star4">
            <a:avLst/>
          </a:prstGeom>
          <a:solidFill>
            <a:srgbClr val="FF6D00">
              <a:alpha val="35000"/>
            </a:srgbClr>
          </a:solidFill>
          <a:ln>
            <a:noFill/>
          </a:ln>
          <a:effectLst>
            <a:glow rad="152400">
              <a:srgbClr val="FF6D00">
                <a:alpha val="55000"/>
              </a:srgbClr>
            </a:glow>
          </a:effectLst>
        </p:spPr>
      </p:sp>
      <p:sp>
        <p:nvSpPr>
          <p:cNvPr id="704" name="d704"/>
          <p:cNvSpPr/>
          <p:nvPr/>
        </p:nvSpPr>
        <p:spPr>
          <a:xfrm>
            <a:off x="4114800" y="-152400"/>
            <a:ext cx="914400" cy="914400"/>
          </a:xfrm>
          <a:prstGeom prst="star6">
            <a:avLst/>
          </a:prstGeom>
          <a:solidFill>
            <a:srgbClr val="FFD700">
              <a:alpha val="35000"/>
            </a:srgbClr>
          </a:solidFill>
          <a:ln>
            <a:noFill/>
          </a:ln>
          <a:effectLst>
            <a:glow rad="304800">
              <a:srgbClr val="FFD700">
                <a:alpha val="55000"/>
              </a:srgbClr>
            </a:glow>
          </a:effectLst>
        </p:spPr>
      </p:sp>
      <p:sp>
        <p:nvSpPr>
          <p:cNvPr id="705" name="d705"/>
          <p:cNvSpPr/>
          <p:nvPr/>
        </p:nvSpPr>
        <p:spPr>
          <a:xfrm>
            <a:off x="2057400" y="1057275"/>
            <a:ext cx="457200" cy="457200"/>
          </a:xfrm>
          <a:prstGeom prst="star5">
            <a:avLst/>
          </a:prstGeom>
          <a:solidFill>
            <a:srgbClr val="00BCD4">
              <a:alpha val="35000"/>
            </a:srgbClr>
          </a:solidFill>
          <a:ln>
            <a:noFill/>
          </a:ln>
          <a:effectLst>
            <a:glow rad="152400">
              <a:srgbClr val="00BCD4">
                <a:alpha val="55000"/>
              </a:srgbClr>
            </a:glow>
          </a:effectLst>
        </p:spPr>
      </p:sp>
      <p:sp>
        <p:nvSpPr>
          <p:cNvPr id="706" name="d706"/>
          <p:cNvSpPr/>
          <p:nvPr/>
        </p:nvSpPr>
        <p:spPr>
          <a:xfrm>
            <a:off x="6629400" y="1057275"/>
            <a:ext cx="457200" cy="457200"/>
          </a:xfrm>
          <a:prstGeom prst="star5">
            <a:avLst/>
          </a:prstGeom>
          <a:solidFill>
            <a:srgbClr val="00E676">
              <a:alpha val="35000"/>
            </a:srgbClr>
          </a:solidFill>
          <a:ln>
            <a:noFill/>
          </a:ln>
          <a:effectLst>
            <a:glow rad="152400">
              <a:srgbClr val="00E676">
                <a:alpha val="55000"/>
              </a:srgbClr>
            </a:glow>
          </a:effectLst>
        </p:spPr>
      </p:sp>
      <p:sp>
        <p:nvSpPr>
          <p:cNvPr id="707" name="d707"/>
          <p:cNvSpPr/>
          <p:nvPr/>
        </p:nvSpPr>
        <p:spPr>
          <a:xfrm>
            <a:off x="2133600" y="3705225"/>
            <a:ext cx="304800" cy="304800"/>
          </a:xfrm>
          <a:prstGeom prst="star4">
            <a:avLst/>
          </a:prstGeom>
          <a:solidFill>
            <a:srgbClr val="FF1744">
              <a:alpha val="35000"/>
            </a:srgbClr>
          </a:solidFill>
          <a:ln>
            <a:noFill/>
          </a:ln>
          <a:effectLst>
            <a:glow rad="101600">
              <a:srgbClr val="FF1744">
                <a:alpha val="55000"/>
              </a:srgbClr>
            </a:glow>
          </a:effectLst>
        </p:spPr>
      </p:sp>
      <p:sp>
        <p:nvSpPr>
          <p:cNvPr id="708" name="d708"/>
          <p:cNvSpPr/>
          <p:nvPr/>
        </p:nvSpPr>
        <p:spPr>
          <a:xfrm>
            <a:off x="6705600" y="3705225"/>
            <a:ext cx="304800" cy="304800"/>
          </a:xfrm>
          <a:prstGeom prst="star4">
            <a:avLst/>
          </a:prstGeom>
          <a:solidFill>
            <a:srgbClr val="9C27B0">
              <a:alpha val="35000"/>
            </a:srgbClr>
          </a:solidFill>
          <a:ln>
            <a:noFill/>
          </a:ln>
          <a:effectLst>
            <a:glow rad="101600">
              <a:srgbClr val="9C27B0">
                <a:alpha val="55000"/>
              </a:srgbClr>
            </a:glow>
          </a:effectLst>
        </p:spPr>
      </p:sp>
      <p:sp>
        <p:nvSpPr>
          <p:cNvPr id="709" name="d709"/>
          <p:cNvSpPr/>
          <p:nvPr/>
        </p:nvSpPr>
        <p:spPr>
          <a:xfrm>
            <a:off x="1828800" y="-171450"/>
            <a:ext cx="5486400" cy="5486400"/>
          </a:xfrm>
          <a:prstGeom prst="ellipse">
            <a:avLst/>
          </a:prstGeom>
          <a:solidFill>
            <a:srgbClr val="FFD700">
              <a:alpha val="5000"/>
            </a:srgbClr>
          </a:solidFill>
          <a:ln>
            <a:noFill/>
          </a:ln>
        </p:spPr>
      </p:sp>
      <p:sp>
        <p:nvSpPr>
          <p:cNvPr id="710" name="d710"/>
          <p:cNvSpPr/>
          <p:nvPr/>
        </p:nvSpPr>
        <p:spPr>
          <a:xfrm>
            <a:off x="-914400" y="-914400"/>
            <a:ext cx="2743200" cy="2743200"/>
          </a:xfrm>
          <a:prstGeom prst="ellipse">
            <a:avLst/>
          </a:prstGeom>
          <a:solidFill>
            <a:srgbClr val="FF6D00">
              <a:alpha val="6000"/>
            </a:srgbClr>
          </a:solidFill>
          <a:ln>
            <a:noFill/>
          </a:ln>
        </p:spPr>
      </p:sp>
      <p:sp>
        <p:nvSpPr>
          <p:cNvPr id="711" name="d711"/>
          <p:cNvSpPr/>
          <p:nvPr/>
        </p:nvSpPr>
        <p:spPr>
          <a:xfrm>
            <a:off x="7315200" y="-914400"/>
            <a:ext cx="2743200" cy="2743200"/>
          </a:xfrm>
          <a:prstGeom prst="ellipse">
            <a:avLst/>
          </a:prstGeom>
          <a:solidFill>
            <a:srgbClr val="00BCD4">
              <a:alpha val="6000"/>
            </a:srgbClr>
          </a:solidFill>
          <a:ln>
            <a:noFill/>
          </a:ln>
        </p:spPr>
      </p:sp>
      <p:sp>
        <p:nvSpPr>
          <p:cNvPr id="712" name="d712"/>
          <p:cNvSpPr/>
          <p:nvPr/>
        </p:nvSpPr>
        <p:spPr>
          <a:xfrm>
            <a:off x="2743200" y="3314700"/>
            <a:ext cx="3657600" cy="3657600"/>
          </a:xfrm>
          <a:prstGeom prst="ellipse">
            <a:avLst/>
          </a:prstGeom>
          <a:solidFill>
            <a:srgbClr val="9C27B0">
              <a:alpha val="5000"/>
            </a:srgbClr>
          </a:solidFill>
          <a:ln>
            <a:noFill/>
          </a:ln>
        </p:spPr>
      </p:sp>
      <p:sp>
        <p:nvSpPr>
          <p:cNvPr id="713" name="d713"/>
          <p:cNvSpPr/>
          <p:nvPr/>
        </p:nvSpPr>
        <p:spPr>
          <a:xfrm>
            <a:off x="1828800" y="742950"/>
            <a:ext cx="3657600" cy="3657600"/>
          </a:xfrm>
          <a:prstGeom prst="hexagon">
            <a:avLst/>
          </a:prstGeom>
          <a:noFill/>
          <a:ln w="25400">
            <a:solidFill>
              <a:srgbClr val="FFD700">
                <a:alpha val="12000"/>
              </a:srgbClr>
            </a:solidFill>
          </a:ln>
          <a:effectLst>
            <a:glow rad="300000">
              <a:srgbClr val="FFD700">
                <a:alpha val="32000"/>
              </a:srgbClr>
            </a:glow>
          </a:effectLst>
        </p:spPr>
      </p:sp>
      <p:sp>
        <p:nvSpPr>
          <p:cNvPr id="714" name="d714"/>
          <p:cNvSpPr/>
          <p:nvPr/>
        </p:nvSpPr>
        <p:spPr>
          <a:xfrm>
            <a:off x="0" y="0"/>
            <a:ext cx="1828800" cy="1828800"/>
          </a:xfrm>
          <a:prstGeom prst="hexagon">
            <a:avLst/>
          </a:prstGeom>
          <a:noFill/>
          <a:ln w="25400">
            <a:solidFill>
              <a:srgbClr val="FF6D00">
                <a:alpha val="10000"/>
              </a:srgbClr>
            </a:solidFill>
          </a:ln>
          <a:effectLst>
            <a:glow rad="200000">
              <a:srgbClr val="FF6D00">
                <a:alpha val="30000"/>
              </a:srgbClr>
            </a:glow>
          </a:effectLst>
        </p:spPr>
      </p:sp>
      <p:sp>
        <p:nvSpPr>
          <p:cNvPr id="715" name="d715"/>
          <p:cNvSpPr/>
          <p:nvPr/>
        </p:nvSpPr>
        <p:spPr>
          <a:xfrm>
            <a:off x="7315200" y="3314700"/>
            <a:ext cx="1828800" cy="1828800"/>
          </a:xfrm>
          <a:prstGeom prst="hexagon">
            <a:avLst/>
          </a:prstGeom>
          <a:noFill/>
          <a:ln w="25400">
            <a:solidFill>
              <a:srgbClr val="00BCD4">
                <a:alpha val="10000"/>
              </a:srgbClr>
            </a:solidFill>
          </a:ln>
          <a:effectLst>
            <a:glow rad="200000">
              <a:srgbClr val="00BCD4">
                <a:alpha val="30000"/>
              </a:srgbClr>
            </a:glow>
          </a:effectLst>
        </p:spPr>
      </p:sp>
      <p:sp>
        <p:nvSpPr>
          <p:cNvPr id="716" name="d716"/>
          <p:cNvSpPr/>
          <p:nvPr/>
        </p:nvSpPr>
        <p:spPr>
          <a:xfrm rot="900000">
            <a:off x="914400" y="905400"/>
            <a:ext cx="7315200" cy="18000"/>
          </a:xfrm>
          <a:prstGeom prst="rect">
            <a:avLst/>
          </a:prstGeom>
          <a:solidFill>
            <a:srgbClr val="FFD700">
              <a:alpha val="10000"/>
            </a:srgbClr>
          </a:solidFill>
          <a:ln>
            <a:noFill/>
          </a:ln>
        </p:spPr>
      </p:sp>
      <p:sp>
        <p:nvSpPr>
          <p:cNvPr id="717" name="d717"/>
          <p:cNvSpPr/>
          <p:nvPr/>
        </p:nvSpPr>
        <p:spPr>
          <a:xfrm rot="-900000">
            <a:off x="914400" y="4220100"/>
            <a:ext cx="7315200" cy="18000"/>
          </a:xfrm>
          <a:prstGeom prst="rect">
            <a:avLst/>
          </a:prstGeom>
          <a:solidFill>
            <a:srgbClr val="FFD700">
              <a:alpha val="10000"/>
            </a:srgbClr>
          </a:solidFill>
          <a:ln>
            <a:noFill/>
          </a:ln>
        </p:spPr>
      </p:sp>
      <p:sp>
        <p:nvSpPr>
          <p:cNvPr id="2" name="Shape 0"/>
          <p:cNvSpPr/>
          <p:nvPr/>
        </p:nvSpPr>
        <p:spPr>
          <a:xfrm>
            <a:off x="-914400" y="-914400"/>
            <a:ext cx="3200400" cy="3200400"/>
          </a:xfrm>
          <a:prstGeom prst="ellipse">
            <a:avLst/>
          </a:prstGeom>
          <a:solidFill>
            <a:srgbClr val="FF6D00">
              <a:alpha val="15000"/>
            </a:srgbClr>
          </a:solidFill>
          <a:ln/>
        </p:spPr>
      </p:sp>
      <p:sp>
        <p:nvSpPr>
          <p:cNvPr id="3" name="Shape 1"/>
          <p:cNvSpPr/>
          <p:nvPr/>
        </p:nvSpPr>
        <p:spPr>
          <a:xfrm>
            <a:off x="6585857" y="3167743"/>
            <a:ext cx="3657600" cy="3657600"/>
          </a:xfrm>
          <a:prstGeom prst="ellipse">
            <a:avLst/>
          </a:prstGeom>
          <a:solidFill>
            <a:srgbClr val="2196F3">
              <a:alpha val="15000"/>
            </a:srgbClr>
          </a:solidFill>
          <a:ln/>
        </p:spPr>
      </p:sp>
      <p:sp>
        <p:nvSpPr>
          <p:cNvPr id="4" name="Text 2"/>
          <p:cNvSpPr/>
          <p:nvPr/>
        </p:nvSpPr>
        <p:spPr>
          <a:xfrm>
            <a:off x="457200" y="731520"/>
            <a:ext cx="8229600" cy="1645920"/>
          </a:xfrm>
          <a:prstGeom prst="rect">
            <a:avLst/>
          </a:prstGeom>
          <a:noFill/>
          <a:ln/>
        </p:spPr>
        <p:txBody>
          <a:bodyPr wrap="square" lIns="0" tIns="0" rIns="0" bIns="0" rtlCol="0" anchor="ctr"/>
          <a:lstStyle/>
          <a:p>
            <a:pPr marL="0" indent="0" algn="ctr">
              <a:lnSpc>
                <a:spcPct val="110000"/>
              </a:lnSpc>
              <a:buNone/>
            </a:pPr>
            <a:r>
              <a:rPr lang="en-US" sz="5200" b="1">
                <a:solidFill>
                  <a:srgbClr val="FF6D00"/>
                </a:solidFill>
                <a:latin typeface="Arial" pitchFamily="34" charset="0"/>
                <a:ea typeface="Arial" pitchFamily="34" charset="-122"/>
                <a:cs typeface="Arial" pitchFamily="34" charset="-120"/>
              </a:rPr>
              <a:t>CONGRATS</a:t>
            </a:r>
            <a:endParaRPr lang="en-US" sz="5200"/>
          </a:p>
          <a:p>
            <a:pPr marL="0" indent="0" algn="ctr">
              <a:lnSpc>
                <a:spcPct val="110000"/>
              </a:lnSpc>
              <a:buNone/>
            </a:pPr>
            <a:r>
              <a:rPr lang="en-US" sz="5200" b="1">
                <a:solidFill>
                  <a:srgbClr val="FF6D00"/>
                </a:solidFill>
                <a:latin typeface="Arial"/>
                <a:cs typeface="Arial"/>
              </a:rPr>
              <a:t>!</a:t>
            </a:r>
            <a:endParaRPr lang="en-US" sz="5200"/>
          </a:p>
        </p:txBody>
      </p:sp>
      <p:sp>
        <p:nvSpPr>
          <p:cNvPr id="7" name="Text 5"/>
          <p:cNvSpPr/>
          <p:nvPr/>
        </p:nvSpPr>
        <p:spPr>
          <a:xfrm>
            <a:off x="914400" y="4389120"/>
            <a:ext cx="7315200" cy="365760"/>
          </a:xfrm>
          <a:prstGeom prst="rect">
            <a:avLst/>
          </a:prstGeom>
          <a:noFill/>
          <a:ln/>
        </p:spPr>
        <p:txBody>
          <a:bodyPr wrap="square" lIns="0" tIns="0" rIns="0" bIns="0" rtlCol="0" anchor="ctr"/>
          <a:lstStyle/>
          <a:p>
            <a:pPr marL="0" indent="0" algn="ctr">
              <a:buNone/>
            </a:pPr>
            <a:r>
              <a:rPr lang="en-US" sz="1200">
                <a:solidFill>
                  <a:srgbClr val="B0BEC5"/>
                </a:solidFill>
                <a:latin typeface="Courier New" pitchFamily="34" charset="0"/>
                <a:ea typeface="Courier New" pitchFamily="34" charset="-122"/>
                <a:cs typeface="Courier New" pitchFamily="34" charset="-120"/>
              </a:rPr>
              <a:t>Chat disabled for 3 seconds.</a:t>
            </a:r>
            <a:endParaRPr lang="en-US" sz="1200"/>
          </a:p>
        </p:txBody>
      </p:sp>
      <p:pic>
        <p:nvPicPr>
          <p:cNvPr id="8" name="Picture 7" descr="180+ Funny Rocket League Team Names: Ultimate LOL-Packed List">
            <a:extLst>
              <a:ext uri="{FF2B5EF4-FFF2-40B4-BE49-F238E27FC236}">
                <a16:creationId xmlns:a16="http://schemas.microsoft.com/office/drawing/2014/main" id="{8BCCE818-BE60-A806-4048-47138F54C5AD}"/>
              </a:ext>
            </a:extLst>
          </p:cNvPr>
          <p:cNvPicPr>
            <a:picLocks noChangeAspect="1"/>
          </p:cNvPicPr>
          <p:nvPr/>
        </p:nvPicPr>
        <p:blipFill>
          <a:blip r:embed="rId3"/>
          <a:stretch>
            <a:fillRect/>
          </a:stretch>
        </p:blipFill>
        <p:spPr>
          <a:xfrm rot="19620000">
            <a:off x="4931909" y="969508"/>
            <a:ext cx="4423683" cy="2632983"/>
          </a:xfrm>
          <a:prstGeom prst="rect">
            <a:avLst/>
          </a:prstGeom>
        </p:spPr>
      </p:pic>
      <p:pic>
        <p:nvPicPr>
          <p:cNvPr id="9" name="Picture 8">
            <a:extLst>
              <a:ext uri="{FF2B5EF4-FFF2-40B4-BE49-F238E27FC236}">
                <a16:creationId xmlns:a16="http://schemas.microsoft.com/office/drawing/2014/main" id="{B046E66C-9D86-58C4-3265-EF159339EACB}"/>
              </a:ext>
            </a:extLst>
          </p:cNvPr>
          <p:cNvPicPr>
            <a:picLocks noChangeAspect="1"/>
          </p:cNvPicPr>
          <p:nvPr/>
        </p:nvPicPr>
        <p:blipFill>
          <a:blip r:embed="rId4"/>
          <a:stretch>
            <a:fillRect/>
          </a:stretch>
        </p:blipFill>
        <p:spPr>
          <a:xfrm rot="1920000">
            <a:off x="1457934" y="1480457"/>
            <a:ext cx="1895619" cy="3374572"/>
          </a:xfrm>
          <a:prstGeom prst="rect">
            <a:avLst/>
          </a:prstGeom>
        </p:spPr>
      </p:pic>
      <p:pic>
        <p:nvPicPr>
          <p:cNvPr id="10" name="Picture 9">
            <a:extLst>
              <a:ext uri="{FF2B5EF4-FFF2-40B4-BE49-F238E27FC236}">
                <a16:creationId xmlns:a16="http://schemas.microsoft.com/office/drawing/2014/main" id="{4EA01A8A-1B06-6839-EC9B-A0ABAF03D171}"/>
              </a:ext>
            </a:extLst>
          </p:cNvPr>
          <p:cNvPicPr>
            <a:picLocks noChangeAspect="1"/>
          </p:cNvPicPr>
          <p:nvPr/>
        </p:nvPicPr>
        <p:blipFill>
          <a:blip r:embed="rId5"/>
          <a:stretch>
            <a:fillRect/>
          </a:stretch>
        </p:blipFill>
        <p:spPr>
          <a:xfrm>
            <a:off x="3812041" y="2758848"/>
            <a:ext cx="1051833" cy="1536246"/>
          </a:xfrm>
          <a:prstGeom prst="rect">
            <a:avLst/>
          </a:prstGeom>
        </p:spPr>
      </p:pic>
    </p:spTree>
  </p:cSld>
  <p:clrMapOvr>
    <a:masterClrMapping/>
  </p:clrMapOvr>
  <p:transition spd="slow">
    <p:zoom dir="out"/>
  </p:transition>
  <p:timing>
    <p:tnLst>
      <p:par>
        <p:cTn id="1" dur="indefinite" restart="whenNotActive" nodeType="tmRoot">
          <p:childTnLst>
            <p:par>
              <p:cTn id="2" fill="hold">
                <p:stCondLst>
                  <p:cond delay="500"/>
                </p:stCondLst>
                <p:childTnLst>
                  <p:par>
                    <p:cTn id="10" presetID="10" presetClass="entr" presetSubtype="0" fill="hold" grpId="0" nodeType="withEffect">
                      <p:stCondLst>
                        <p:cond delay="0"/>
                      </p:stCondLst>
                      <p:childTnLst>
                        <p:set>
                          <p:cBhvr>
                            <p:cTn id="11" dur="1" fill="hold"/>
                            <p:tgtEl>
                              <p:spTgt spid="660"/>
                            </p:tgtEl>
                            <p:attrNameLst>
                              <p:attrName>style.visibility</p:attrName>
                            </p:attrNameLst>
                          </p:cBhvr>
                          <p:to>
                            <p:strVal val="visible"/>
                          </p:to>
                        </p:set>
                        <p:animEffect transition="in" filter="zoom(inCenter)">
                          <p:cBhvr>
                            <p:cTn id="12" dur="800"/>
                            <p:tgtEl>
                              <p:spTgt spid="660"/>
                            </p:tgtEl>
                          </p:cBhvr>
                        </p:animEffect>
                      </p:childTnLst>
                    </p:cTn>
                  </p:par>
                  <p:par>
                    <p:cTn id="13" presetID="26" presetClass="emph" presetSubtype="0" fill="hold" grpId="200" nodeType="afterEffect">
                      <p:stCondLst>
                        <p:cond delay="880"/>
                      </p:stCondLst>
                      <p:childTnLst>
                        <p:animScale>
                          <p:by x="112000" y="112000"/>
                          <p:cBhvr autoRev="1">
                            <p:cTn id="14" dur="200" autoRev="1"/>
                            <p:tgtEl>
                              <p:spTgt spid="660"/>
                            </p:tgtEl>
                          </p:cBhvr>
                        </p:animScale>
                      </p:childTnLst>
                    </p:cTn>
                  </p:par>
                  <p:par>
                    <p:cTn id="15" presetID="10" presetClass="entr" presetSubtype="0" fill="hold" grpId="1" nodeType="withEffect">
                      <p:stCondLst>
                        <p:cond delay="150"/>
                      </p:stCondLst>
                      <p:childTnLst>
                        <p:set>
                          <p:cBhvr>
                            <p:cTn id="16" dur="1" fill="hold"/>
                            <p:tgtEl>
                              <p:spTgt spid="661"/>
                            </p:tgtEl>
                            <p:attrNameLst>
                              <p:attrName>style.visibility</p:attrName>
                            </p:attrNameLst>
                          </p:cBhvr>
                          <p:to>
                            <p:strVal val="visible"/>
                          </p:to>
                        </p:set>
                        <p:animEffect transition="in" filter="dissolve">
                          <p:cBhvr>
                            <p:cTn id="17" dur="800"/>
                            <p:tgtEl>
                              <p:spTgt spid="661"/>
                            </p:tgtEl>
                          </p:cBhvr>
                        </p:animEffect>
                      </p:childTnLst>
                    </p:cTn>
                  </p:par>
                  <p:par>
                    <p:cTn id="18" presetID="26" presetClass="emph" presetSubtype="0" fill="hold" grpId="201" nodeType="afterEffect">
                      <p:stCondLst>
                        <p:cond delay="1030"/>
                      </p:stCondLst>
                      <p:childTnLst>
                        <p:animScale>
                          <p:by x="112000" y="112000"/>
                          <p:cBhvr autoRev="1">
                            <p:cTn id="19" dur="200" autoRev="1"/>
                            <p:tgtEl>
                              <p:spTgt spid="661"/>
                            </p:tgtEl>
                          </p:cBhvr>
                        </p:animScale>
                      </p:childTnLst>
                    </p:cTn>
                  </p:par>
                  <p:par>
                    <p:cTn id="20" presetID="10" presetClass="entr" presetSubtype="0" fill="hold" grpId="2" nodeType="withEffect">
                      <p:stCondLst>
                        <p:cond delay="300"/>
                      </p:stCondLst>
                      <p:childTnLst>
                        <p:set>
                          <p:cBhvr>
                            <p:cTn id="21" dur="1" fill="hold"/>
                            <p:tgtEl>
                              <p:spTgt spid="662"/>
                            </p:tgtEl>
                            <p:attrNameLst>
                              <p:attrName>style.visibility</p:attrName>
                            </p:attrNameLst>
                          </p:cBhvr>
                          <p:to>
                            <p:strVal val="visible"/>
                          </p:to>
                        </p:set>
                        <p:animEffect transition="in" filter="zoom(inCenter)">
                          <p:cBhvr>
                            <p:cTn id="22" dur="800"/>
                            <p:tgtEl>
                              <p:spTgt spid="662"/>
                            </p:tgtEl>
                          </p:cBhvr>
                        </p:animEffect>
                      </p:childTnLst>
                    </p:cTn>
                  </p:par>
                  <p:par>
                    <p:cTn id="23" presetID="26" presetClass="emph" presetSubtype="0" fill="hold" grpId="202" nodeType="afterEffect">
                      <p:stCondLst>
                        <p:cond delay="1180"/>
                      </p:stCondLst>
                      <p:childTnLst>
                        <p:animScale>
                          <p:by x="112000" y="112000"/>
                          <p:cBhvr autoRev="1">
                            <p:cTn id="24" dur="200" autoRev="1"/>
                            <p:tgtEl>
                              <p:spTgt spid="662"/>
                            </p:tgtEl>
                          </p:cBhvr>
                        </p:animScale>
                      </p:childTnLst>
                    </p:cTn>
                  </p:par>
                  <p:par>
                    <p:cTn id="25" presetID="10" presetClass="entr" presetSubtype="0" fill="hold" grpId="3" nodeType="withEffect">
                      <p:stCondLst>
                        <p:cond delay="450"/>
                      </p:stCondLst>
                      <p:childTnLst>
                        <p:set>
                          <p:cBhvr>
                            <p:cTn id="26" dur="1" fill="hold"/>
                            <p:tgtEl>
                              <p:spTgt spid="663"/>
                            </p:tgtEl>
                            <p:attrNameLst>
                              <p:attrName>style.visibility</p:attrName>
                            </p:attrNameLst>
                          </p:cBhvr>
                          <p:to>
                            <p:strVal val="visible"/>
                          </p:to>
                        </p:set>
                        <p:animEffect transition="in" filter="dissolve">
                          <p:cBhvr>
                            <p:cTn id="27" dur="800"/>
                            <p:tgtEl>
                              <p:spTgt spid="663"/>
                            </p:tgtEl>
                          </p:cBhvr>
                        </p:animEffect>
                      </p:childTnLst>
                    </p:cTn>
                  </p:par>
                  <p:par>
                    <p:cTn id="28" presetID="10" presetClass="entr" presetSubtype="0" fill="hold" grpId="4" nodeType="withEffect">
                      <p:stCondLst>
                        <p:cond delay="600"/>
                      </p:stCondLst>
                      <p:childTnLst>
                        <p:set>
                          <p:cBhvr>
                            <p:cTn id="29" dur="1" fill="hold"/>
                            <p:tgtEl>
                              <p:spTgt spid="664"/>
                            </p:tgtEl>
                            <p:attrNameLst>
                              <p:attrName>style.visibility</p:attrName>
                            </p:attrNameLst>
                          </p:cBhvr>
                          <p:to>
                            <p:strVal val="visible"/>
                          </p:to>
                        </p:set>
                        <p:animEffect transition="in" filter="zoom(inCenter)">
                          <p:cBhvr>
                            <p:cTn id="30" dur="800"/>
                            <p:tgtEl>
                              <p:spTgt spid="664"/>
                            </p:tgtEl>
                          </p:cBhvr>
                        </p:animEffect>
                      </p:childTnLst>
                    </p:cTn>
                  </p:par>
                  <p:par>
                    <p:cTn id="31" presetID="10" presetClass="entr" presetSubtype="0" fill="hold" grpId="5" nodeType="withEffect">
                      <p:stCondLst>
                        <p:cond delay="750"/>
                      </p:stCondLst>
                      <p:childTnLst>
                        <p:set>
                          <p:cBhvr>
                            <p:cTn id="32" dur="1" fill="hold"/>
                            <p:tgtEl>
                              <p:spTgt spid="665"/>
                            </p:tgtEl>
                            <p:attrNameLst>
                              <p:attrName>style.visibility</p:attrName>
                            </p:attrNameLst>
                          </p:cBhvr>
                          <p:to>
                            <p:strVal val="visible"/>
                          </p:to>
                        </p:set>
                        <p:animEffect transition="in" filter="dissolve">
                          <p:cBhvr>
                            <p:cTn id="33" dur="800"/>
                            <p:tgtEl>
                              <p:spTgt spid="665"/>
                            </p:tgtEl>
                          </p:cBhvr>
                        </p:animEffect>
                      </p:childTnLst>
                    </p:cTn>
                  </p:par>
                  <p:par>
                    <p:cTn id="34" presetID="10" presetClass="entr" presetSubtype="0" fill="hold" grpId="6" nodeType="withEffect">
                      <p:stCondLst>
                        <p:cond delay="900"/>
                      </p:stCondLst>
                      <p:childTnLst>
                        <p:set>
                          <p:cBhvr>
                            <p:cTn id="35" dur="1" fill="hold"/>
                            <p:tgtEl>
                              <p:spTgt spid="666"/>
                            </p:tgtEl>
                            <p:attrNameLst>
                              <p:attrName>style.visibility</p:attrName>
                            </p:attrNameLst>
                          </p:cBhvr>
                          <p:to>
                            <p:strVal val="visible"/>
                          </p:to>
                        </p:set>
                        <p:animEffect transition="in" filter="zoom(inCenter)">
                          <p:cBhvr>
                            <p:cTn id="36" dur="800"/>
                            <p:tgtEl>
                              <p:spTgt spid="666"/>
                            </p:tgtEl>
                          </p:cBhvr>
                        </p:animEffect>
                      </p:childTnLst>
                    </p:cTn>
                  </p:par>
                  <p:par>
                    <p:cTn id="37" presetID="10" presetClass="entr" presetSubtype="0" fill="hold" grpId="7" nodeType="withEffect">
                      <p:stCondLst>
                        <p:cond delay="1050"/>
                      </p:stCondLst>
                      <p:childTnLst>
                        <p:set>
                          <p:cBhvr>
                            <p:cTn id="38" dur="1" fill="hold"/>
                            <p:tgtEl>
                              <p:spTgt spid="667"/>
                            </p:tgtEl>
                            <p:attrNameLst>
                              <p:attrName>style.visibility</p:attrName>
                            </p:attrNameLst>
                          </p:cBhvr>
                          <p:to>
                            <p:strVal val="visible"/>
                          </p:to>
                        </p:set>
                        <p:animEffect transition="in" filter="dissolve">
                          <p:cBhvr>
                            <p:cTn id="39" dur="800"/>
                            <p:tgtEl>
                              <p:spTgt spid="667"/>
                            </p:tgtEl>
                          </p:cBhvr>
                        </p:animEffect>
                      </p:childTnLst>
                    </p:cTn>
                  </p:par>
                  <p:par>
                    <p:cTn id="40" presetID="10" presetClass="entr" presetSubtype="0" fill="hold" grpId="8" nodeType="withEffect">
                      <p:stCondLst>
                        <p:cond delay="1200"/>
                      </p:stCondLst>
                      <p:childTnLst>
                        <p:set>
                          <p:cBhvr>
                            <p:cTn id="41" dur="1" fill="hold"/>
                            <p:tgtEl>
                              <p:spTgt spid="668"/>
                            </p:tgtEl>
                            <p:attrNameLst>
                              <p:attrName>style.visibility</p:attrName>
                            </p:attrNameLst>
                          </p:cBhvr>
                          <p:to>
                            <p:strVal val="visible"/>
                          </p:to>
                        </p:set>
                        <p:animEffect transition="in" filter="zoom(inCenter)">
                          <p:cBhvr>
                            <p:cTn id="42" dur="800"/>
                            <p:tgtEl>
                              <p:spTgt spid="668"/>
                            </p:tgtEl>
                          </p:cBhvr>
                        </p:animEffect>
                      </p:childTnLst>
                    </p:cTn>
                  </p:par>
                  <p:par>
                    <p:cTn id="43" presetID="10" presetClass="entr" presetSubtype="0" fill="hold" grpId="9" nodeType="withEffect">
                      <p:stCondLst>
                        <p:cond delay="1350"/>
                      </p:stCondLst>
                      <p:childTnLst>
                        <p:set>
                          <p:cBhvr>
                            <p:cTn id="44" dur="1" fill="hold"/>
                            <p:tgtEl>
                              <p:spTgt spid="669"/>
                            </p:tgtEl>
                            <p:attrNameLst>
                              <p:attrName>style.visibility</p:attrName>
                            </p:attrNameLst>
                          </p:cBhvr>
                          <p:to>
                            <p:strVal val="visible"/>
                          </p:to>
                        </p:set>
                        <p:animEffect transition="in" filter="dissolve">
                          <p:cBhvr>
                            <p:cTn id="45" dur="800"/>
                            <p:tgtEl>
                              <p:spTgt spid="669"/>
                            </p:tgtEl>
                          </p:cBhvr>
                        </p:animEffect>
                      </p:childTnLst>
                    </p:cTn>
                  </p:par>
                  <p:par>
                    <p:cTn id="46" presetID="10" presetClass="entr" presetSubtype="0" fill="hold" grpId="10" nodeType="withEffect">
                      <p:stCondLst>
                        <p:cond delay="1500"/>
                      </p:stCondLst>
                      <p:childTnLst>
                        <p:set>
                          <p:cBhvr>
                            <p:cTn id="47" dur="1" fill="hold"/>
                            <p:tgtEl>
                              <p:spTgt spid="670"/>
                            </p:tgtEl>
                            <p:attrNameLst>
                              <p:attrName>style.visibility</p:attrName>
                            </p:attrNameLst>
                          </p:cBhvr>
                          <p:to>
                            <p:strVal val="visible"/>
                          </p:to>
                        </p:set>
                        <p:animEffect transition="in" filter="zoom(inCenter)">
                          <p:cBhvr>
                            <p:cTn id="48" dur="800"/>
                            <p:tgtEl>
                              <p:spTgt spid="670"/>
                            </p:tgtEl>
                          </p:cBhvr>
                        </p:animEffect>
                      </p:childTnLst>
                    </p:cTn>
                  </p:par>
                  <p:par>
                    <p:cTn id="49" presetID="10" presetClass="entr" presetSubtype="0" fill="hold" grpId="11" nodeType="withEffect">
                      <p:stCondLst>
                        <p:cond delay="1650"/>
                      </p:stCondLst>
                      <p:childTnLst>
                        <p:set>
                          <p:cBhvr>
                            <p:cTn id="50" dur="1" fill="hold"/>
                            <p:tgtEl>
                              <p:spTgt spid="671"/>
                            </p:tgtEl>
                            <p:attrNameLst>
                              <p:attrName>style.visibility</p:attrName>
                            </p:attrNameLst>
                          </p:cBhvr>
                          <p:to>
                            <p:strVal val="visible"/>
                          </p:to>
                        </p:set>
                        <p:animEffect transition="in" filter="dissolve">
                          <p:cBhvr>
                            <p:cTn id="51" dur="800"/>
                            <p:tgtEl>
                              <p:spTgt spid="671"/>
                            </p:tgtEl>
                          </p:cBhvr>
                        </p:animEffect>
                      </p:childTnLst>
                    </p:cTn>
                  </p:par>
                  <p:par>
                    <p:cTn id="52" presetID="10" presetClass="entr" presetSubtype="0" fill="hold" grpId="12" nodeType="withEffect">
                      <p:stCondLst>
                        <p:cond delay="1800"/>
                      </p:stCondLst>
                      <p:childTnLst>
                        <p:set>
                          <p:cBhvr>
                            <p:cTn id="53" dur="1" fill="hold"/>
                            <p:tgtEl>
                              <p:spTgt spid="672"/>
                            </p:tgtEl>
                            <p:attrNameLst>
                              <p:attrName>style.visibility</p:attrName>
                            </p:attrNameLst>
                          </p:cBhvr>
                          <p:to>
                            <p:strVal val="visible"/>
                          </p:to>
                        </p:set>
                        <p:animEffect transition="in" filter="zoom(inCenter)">
                          <p:cBhvr>
                            <p:cTn id="54" dur="800"/>
                            <p:tgtEl>
                              <p:spTgt spid="672"/>
                            </p:tgtEl>
                          </p:cBhvr>
                        </p:animEffect>
                      </p:childTnLst>
                    </p:cTn>
                  </p:par>
                  <p:par>
                    <p:cTn id="55" presetID="10" presetClass="entr" presetSubtype="0" fill="hold" grpId="13" nodeType="withEffect">
                      <p:stCondLst>
                        <p:cond delay="1950"/>
                      </p:stCondLst>
                      <p:childTnLst>
                        <p:set>
                          <p:cBhvr>
                            <p:cTn id="56" dur="1" fill="hold"/>
                            <p:tgtEl>
                              <p:spTgt spid="673"/>
                            </p:tgtEl>
                            <p:attrNameLst>
                              <p:attrName>style.visibility</p:attrName>
                            </p:attrNameLst>
                          </p:cBhvr>
                          <p:to>
                            <p:strVal val="visible"/>
                          </p:to>
                        </p:set>
                        <p:animEffect transition="in" filter="dissolve">
                          <p:cBhvr>
                            <p:cTn id="57" dur="800"/>
                            <p:tgtEl>
                              <p:spTgt spid="673"/>
                            </p:tgtEl>
                          </p:cBhvr>
                        </p:animEffect>
                      </p:childTnLst>
                    </p:cTn>
                  </p:par>
                  <p:par>
                    <p:cTn id="58" presetID="10" presetClass="entr" presetSubtype="0" fill="hold" grpId="14" nodeType="withEffect">
                      <p:stCondLst>
                        <p:cond delay="2100"/>
                      </p:stCondLst>
                      <p:childTnLst>
                        <p:set>
                          <p:cBhvr>
                            <p:cTn id="59" dur="1" fill="hold"/>
                            <p:tgtEl>
                              <p:spTgt spid="674"/>
                            </p:tgtEl>
                            <p:attrNameLst>
                              <p:attrName>style.visibility</p:attrName>
                            </p:attrNameLst>
                          </p:cBhvr>
                          <p:to>
                            <p:strVal val="visible"/>
                          </p:to>
                        </p:set>
                        <p:animEffect transition="in" filter="zoom(inCenter)">
                          <p:cBhvr>
                            <p:cTn id="60" dur="800"/>
                            <p:tgtEl>
                              <p:spTgt spid="674"/>
                            </p:tgtEl>
                          </p:cBhvr>
                        </p:animEffect>
                      </p:childTnLst>
                    </p:cTn>
                  </p:par>
                  <p:par>
                    <p:cTn id="61" presetID="10" presetClass="entr" presetSubtype="0" fill="hold" grpId="15" nodeType="withEffect">
                      <p:stCondLst>
                        <p:cond delay="2250"/>
                      </p:stCondLst>
                      <p:childTnLst>
                        <p:set>
                          <p:cBhvr>
                            <p:cTn id="62" dur="1" fill="hold"/>
                            <p:tgtEl>
                              <p:spTgt spid="675"/>
                            </p:tgtEl>
                            <p:attrNameLst>
                              <p:attrName>style.visibility</p:attrName>
                            </p:attrNameLst>
                          </p:cBhvr>
                          <p:to>
                            <p:strVal val="visible"/>
                          </p:to>
                        </p:set>
                        <p:animEffect transition="in" filter="dissolve">
                          <p:cBhvr>
                            <p:cTn id="63" dur="800"/>
                            <p:tgtEl>
                              <p:spTgt spid="675"/>
                            </p:tgtEl>
                          </p:cBhvr>
                        </p:animEffect>
                      </p:childTnLst>
                    </p:cTn>
                  </p:par>
                  <p:par>
                    <p:cTn id="64" presetID="10" presetClass="entr" presetSubtype="0" fill="hold" grpId="16" nodeType="withEffect">
                      <p:stCondLst>
                        <p:cond delay="2400"/>
                      </p:stCondLst>
                      <p:childTnLst>
                        <p:set>
                          <p:cBhvr>
                            <p:cTn id="65" dur="1" fill="hold"/>
                            <p:tgtEl>
                              <p:spTgt spid="676"/>
                            </p:tgtEl>
                            <p:attrNameLst>
                              <p:attrName>style.visibility</p:attrName>
                            </p:attrNameLst>
                          </p:cBhvr>
                          <p:to>
                            <p:strVal val="visible"/>
                          </p:to>
                        </p:set>
                        <p:animEffect transition="in" filter="zoom(inCenter)">
                          <p:cBhvr>
                            <p:cTn id="66" dur="800"/>
                            <p:tgtEl>
                              <p:spTgt spid="676"/>
                            </p:tgtEl>
                          </p:cBhvr>
                        </p:animEffect>
                      </p:childTnLst>
                    </p:cTn>
                  </p:par>
                  <p:par>
                    <p:cTn id="67" presetID="10" presetClass="entr" presetSubtype="0" fill="hold" grpId="17" nodeType="withEffect">
                      <p:stCondLst>
                        <p:cond delay="2550"/>
                      </p:stCondLst>
                      <p:childTnLst>
                        <p:set>
                          <p:cBhvr>
                            <p:cTn id="68" dur="1" fill="hold"/>
                            <p:tgtEl>
                              <p:spTgt spid="677"/>
                            </p:tgtEl>
                            <p:attrNameLst>
                              <p:attrName>style.visibility</p:attrName>
                            </p:attrNameLst>
                          </p:cBhvr>
                          <p:to>
                            <p:strVal val="visible"/>
                          </p:to>
                        </p:set>
                        <p:animEffect transition="in" filter="dissolve">
                          <p:cBhvr>
                            <p:cTn id="69" dur="800"/>
                            <p:tgtEl>
                              <p:spTgt spid="677"/>
                            </p:tgtEl>
                          </p:cBhvr>
                        </p:animEffect>
                      </p:childTnLst>
                    </p:cTn>
                  </p:par>
                  <p:par>
                    <p:cTn id="70" presetID="10" presetClass="entr" presetSubtype="0" fill="hold" grpId="18" nodeType="withEffect">
                      <p:stCondLst>
                        <p:cond delay="2700"/>
                      </p:stCondLst>
                      <p:childTnLst>
                        <p:set>
                          <p:cBhvr>
                            <p:cTn id="71" dur="1" fill="hold"/>
                            <p:tgtEl>
                              <p:spTgt spid="678"/>
                            </p:tgtEl>
                            <p:attrNameLst>
                              <p:attrName>style.visibility</p:attrName>
                            </p:attrNameLst>
                          </p:cBhvr>
                          <p:to>
                            <p:strVal val="visible"/>
                          </p:to>
                        </p:set>
                        <p:animEffect transition="in" filter="zoom(inCenter)">
                          <p:cBhvr>
                            <p:cTn id="72" dur="800"/>
                            <p:tgtEl>
                              <p:spTgt spid="678"/>
                            </p:tgtEl>
                          </p:cBhvr>
                        </p:animEffect>
                      </p:childTnLst>
                    </p:cTn>
                  </p:par>
                  <p:par>
                    <p:cTn id="73" presetID="10" presetClass="entr" presetSubtype="0" fill="hold" grpId="19" nodeType="withEffect">
                      <p:stCondLst>
                        <p:cond delay="2850"/>
                      </p:stCondLst>
                      <p:childTnLst>
                        <p:set>
                          <p:cBhvr>
                            <p:cTn id="74" dur="1" fill="hold"/>
                            <p:tgtEl>
                              <p:spTgt spid="679"/>
                            </p:tgtEl>
                            <p:attrNameLst>
                              <p:attrName>style.visibility</p:attrName>
                            </p:attrNameLst>
                          </p:cBhvr>
                          <p:to>
                            <p:strVal val="visible"/>
                          </p:to>
                        </p:set>
                        <p:animEffect transition="in" filter="dissolve">
                          <p:cBhvr>
                            <p:cTn id="75" dur="800"/>
                            <p:tgtEl>
                              <p:spTgt spid="679"/>
                            </p:tgtEl>
                          </p:cBhvr>
                        </p:animEffect>
                      </p:childTnLst>
                    </p:cTn>
                  </p:par>
                  <p:par>
                    <p:cTn id="76" presetID="10" presetClass="entr" presetSubtype="0" fill="hold" grpId="20" nodeType="withEffect">
                      <p:stCondLst>
                        <p:cond delay="3000"/>
                      </p:stCondLst>
                      <p:childTnLst>
                        <p:set>
                          <p:cBhvr>
                            <p:cTn id="77" dur="1" fill="hold"/>
                            <p:tgtEl>
                              <p:spTgt spid="680"/>
                            </p:tgtEl>
                            <p:attrNameLst>
                              <p:attrName>style.visibility</p:attrName>
                            </p:attrNameLst>
                          </p:cBhvr>
                          <p:to>
                            <p:strVal val="visible"/>
                          </p:to>
                        </p:set>
                        <p:animEffect transition="in" filter="zoom(inCenter)">
                          <p:cBhvr>
                            <p:cTn id="78" dur="800"/>
                            <p:tgtEl>
                              <p:spTgt spid="680"/>
                            </p:tgtEl>
                          </p:cBhvr>
                        </p:animEffect>
                      </p:childTnLst>
                    </p:cTn>
                  </p:par>
                  <p:par>
                    <p:cTn id="79" presetID="10" presetClass="entr" presetSubtype="0" fill="hold" grpId="21" nodeType="withEffect">
                      <p:stCondLst>
                        <p:cond delay="3150"/>
                      </p:stCondLst>
                      <p:childTnLst>
                        <p:set>
                          <p:cBhvr>
                            <p:cTn id="80" dur="1" fill="hold"/>
                            <p:tgtEl>
                              <p:spTgt spid="681"/>
                            </p:tgtEl>
                            <p:attrNameLst>
                              <p:attrName>style.visibility</p:attrName>
                            </p:attrNameLst>
                          </p:cBhvr>
                          <p:to>
                            <p:strVal val="visible"/>
                          </p:to>
                        </p:set>
                        <p:animEffect transition="in" filter="dissolve">
                          <p:cBhvr>
                            <p:cTn id="81" dur="800"/>
                            <p:tgtEl>
                              <p:spTgt spid="681"/>
                            </p:tgtEl>
                          </p:cBhvr>
                        </p:animEffect>
                      </p:childTnLst>
                    </p:cTn>
                  </p:par>
                  <p:par>
                    <p:cTn id="82" presetID="10" presetClass="entr" presetSubtype="0" fill="hold" grpId="22" nodeType="withEffect">
                      <p:stCondLst>
                        <p:cond delay="3300"/>
                      </p:stCondLst>
                      <p:childTnLst>
                        <p:set>
                          <p:cBhvr>
                            <p:cTn id="83" dur="1" fill="hold"/>
                            <p:tgtEl>
                              <p:spTgt spid="682"/>
                            </p:tgtEl>
                            <p:attrNameLst>
                              <p:attrName>style.visibility</p:attrName>
                            </p:attrNameLst>
                          </p:cBhvr>
                          <p:to>
                            <p:strVal val="visible"/>
                          </p:to>
                        </p:set>
                        <p:animEffect transition="in" filter="zoom(inCenter)">
                          <p:cBhvr>
                            <p:cTn id="84" dur="800"/>
                            <p:tgtEl>
                              <p:spTgt spid="682"/>
                            </p:tgtEl>
                          </p:cBhvr>
                        </p:animEffect>
                      </p:childTnLst>
                    </p:cTn>
                  </p:par>
                  <p:par>
                    <p:cTn id="85" presetID="10" presetClass="entr" presetSubtype="0" fill="hold" grpId="23" nodeType="withEffect">
                      <p:stCondLst>
                        <p:cond delay="3450"/>
                      </p:stCondLst>
                      <p:childTnLst>
                        <p:set>
                          <p:cBhvr>
                            <p:cTn id="86" dur="1" fill="hold"/>
                            <p:tgtEl>
                              <p:spTgt spid="683"/>
                            </p:tgtEl>
                            <p:attrNameLst>
                              <p:attrName>style.visibility</p:attrName>
                            </p:attrNameLst>
                          </p:cBhvr>
                          <p:to>
                            <p:strVal val="visible"/>
                          </p:to>
                        </p:set>
                        <p:animEffect transition="in" filter="dissolve">
                          <p:cBhvr>
                            <p:cTn id="87" dur="800"/>
                            <p:tgtEl>
                              <p:spTgt spid="683"/>
                            </p:tgtEl>
                          </p:cBhvr>
                        </p:animEffect>
                      </p:childTnLst>
                    </p:cTn>
                  </p:par>
                  <p:par>
                    <p:cTn id="88" presetID="10" presetClass="entr" presetSubtype="0" fill="hold" grpId="24" nodeType="withEffect">
                      <p:stCondLst>
                        <p:cond delay="3600"/>
                      </p:stCondLst>
                      <p:childTnLst>
                        <p:set>
                          <p:cBhvr>
                            <p:cTn id="89" dur="1" fill="hold"/>
                            <p:tgtEl>
                              <p:spTgt spid="684"/>
                            </p:tgtEl>
                            <p:attrNameLst>
                              <p:attrName>style.visibility</p:attrName>
                            </p:attrNameLst>
                          </p:cBhvr>
                          <p:to>
                            <p:strVal val="visible"/>
                          </p:to>
                        </p:set>
                        <p:animEffect transition="in" filter="zoom(inCenter)">
                          <p:cBhvr>
                            <p:cTn id="90" dur="800"/>
                            <p:tgtEl>
                              <p:spTgt spid="684"/>
                            </p:tgtEl>
                          </p:cBhvr>
                        </p:animEffect>
                      </p:childTnLst>
                    </p:cTn>
                  </p:par>
                  <p:par>
                    <p:cTn id="91" presetID="10" presetClass="entr" presetSubtype="0" fill="hold" grpId="25" nodeType="withEffect">
                      <p:stCondLst>
                        <p:cond delay="3750"/>
                      </p:stCondLst>
                      <p:childTnLst>
                        <p:set>
                          <p:cBhvr>
                            <p:cTn id="92" dur="1" fill="hold"/>
                            <p:tgtEl>
                              <p:spTgt spid="685"/>
                            </p:tgtEl>
                            <p:attrNameLst>
                              <p:attrName>style.visibility</p:attrName>
                            </p:attrNameLst>
                          </p:cBhvr>
                          <p:to>
                            <p:strVal val="visible"/>
                          </p:to>
                        </p:set>
                        <p:animEffect transition="in" filter="dissolve">
                          <p:cBhvr>
                            <p:cTn id="93" dur="800"/>
                            <p:tgtEl>
                              <p:spTgt spid="685"/>
                            </p:tgtEl>
                          </p:cBhvr>
                        </p:animEffect>
                      </p:childTnLst>
                    </p:cTn>
                  </p:par>
                  <p:par>
                    <p:cTn id="94" presetID="10" presetClass="entr" presetSubtype="0" fill="hold" grpId="26" nodeType="withEffect">
                      <p:stCondLst>
                        <p:cond delay="3900"/>
                      </p:stCondLst>
                      <p:childTnLst>
                        <p:set>
                          <p:cBhvr>
                            <p:cTn id="95" dur="1" fill="hold"/>
                            <p:tgtEl>
                              <p:spTgt spid="686"/>
                            </p:tgtEl>
                            <p:attrNameLst>
                              <p:attrName>style.visibility</p:attrName>
                            </p:attrNameLst>
                          </p:cBhvr>
                          <p:to>
                            <p:strVal val="visible"/>
                          </p:to>
                        </p:set>
                        <p:animEffect transition="in" filter="zoom(inCenter)">
                          <p:cBhvr>
                            <p:cTn id="96" dur="800"/>
                            <p:tgtEl>
                              <p:spTgt spid="686"/>
                            </p:tgtEl>
                          </p:cBhvr>
                        </p:animEffect>
                      </p:childTnLst>
                    </p:cTn>
                  </p:par>
                  <p:par>
                    <p:cTn id="97" presetID="10" presetClass="entr" presetSubtype="0" fill="hold" grpId="27" nodeType="withEffect">
                      <p:stCondLst>
                        <p:cond delay="4050"/>
                      </p:stCondLst>
                      <p:childTnLst>
                        <p:set>
                          <p:cBhvr>
                            <p:cTn id="98" dur="1" fill="hold"/>
                            <p:tgtEl>
                              <p:spTgt spid="687"/>
                            </p:tgtEl>
                            <p:attrNameLst>
                              <p:attrName>style.visibility</p:attrName>
                            </p:attrNameLst>
                          </p:cBhvr>
                          <p:to>
                            <p:strVal val="visible"/>
                          </p:to>
                        </p:set>
                        <p:animEffect transition="in" filter="dissolve">
                          <p:cBhvr>
                            <p:cTn id="99" dur="800"/>
                            <p:tgtEl>
                              <p:spTgt spid="687"/>
                            </p:tgtEl>
                          </p:cBhvr>
                        </p:animEffect>
                      </p:childTnLst>
                    </p:cTn>
                  </p:par>
                  <p:par>
                    <p:cTn id="100" presetID="10" presetClass="entr" presetSubtype="0" fill="hold" grpId="28" nodeType="withEffect">
                      <p:stCondLst>
                        <p:cond delay="4200"/>
                      </p:stCondLst>
                      <p:childTnLst>
                        <p:set>
                          <p:cBhvr>
                            <p:cTn id="101" dur="1" fill="hold"/>
                            <p:tgtEl>
                              <p:spTgt spid="688"/>
                            </p:tgtEl>
                            <p:attrNameLst>
                              <p:attrName>style.visibility</p:attrName>
                            </p:attrNameLst>
                          </p:cBhvr>
                          <p:to>
                            <p:strVal val="visible"/>
                          </p:to>
                        </p:set>
                        <p:animEffect transition="in" filter="zoom(inCenter)">
                          <p:cBhvr>
                            <p:cTn id="102" dur="800"/>
                            <p:tgtEl>
                              <p:spTgt spid="688"/>
                            </p:tgtEl>
                          </p:cBhvr>
                        </p:animEffect>
                      </p:childTnLst>
                    </p:cTn>
                  </p:par>
                  <p:par>
                    <p:cTn id="103" presetID="10" presetClass="entr" presetSubtype="0" fill="hold" grpId="29" nodeType="withEffect">
                      <p:stCondLst>
                        <p:cond delay="4350"/>
                      </p:stCondLst>
                      <p:childTnLst>
                        <p:set>
                          <p:cBhvr>
                            <p:cTn id="104" dur="1" fill="hold"/>
                            <p:tgtEl>
                              <p:spTgt spid="689"/>
                            </p:tgtEl>
                            <p:attrNameLst>
                              <p:attrName>style.visibility</p:attrName>
                            </p:attrNameLst>
                          </p:cBhvr>
                          <p:to>
                            <p:strVal val="visible"/>
                          </p:to>
                        </p:set>
                        <p:animEffect transition="in" filter="dissolve">
                          <p:cBhvr>
                            <p:cTn id="105" dur="800"/>
                            <p:tgtEl>
                              <p:spTgt spid="689"/>
                            </p:tgtEl>
                          </p:cBhvr>
                        </p:animEffect>
                      </p:childTnLst>
                    </p:cTn>
                  </p:par>
                  <p:par>
                    <p:cTn id="106" presetID="10" presetClass="entr" presetSubtype="0" fill="hold" grpId="30" nodeType="withEffect">
                      <p:stCondLst>
                        <p:cond delay="4500"/>
                      </p:stCondLst>
                      <p:childTnLst>
                        <p:set>
                          <p:cBhvr>
                            <p:cTn id="107" dur="1" fill="hold"/>
                            <p:tgtEl>
                              <p:spTgt spid="690"/>
                            </p:tgtEl>
                            <p:attrNameLst>
                              <p:attrName>style.visibility</p:attrName>
                            </p:attrNameLst>
                          </p:cBhvr>
                          <p:to>
                            <p:strVal val="visible"/>
                          </p:to>
                        </p:set>
                        <p:animEffect transition="in" filter="zoom(inCenter)">
                          <p:cBhvr>
                            <p:cTn id="108" dur="800"/>
                            <p:tgtEl>
                              <p:spTgt spid="690"/>
                            </p:tgtEl>
                          </p:cBhvr>
                        </p:animEffect>
                      </p:childTnLst>
                    </p:cTn>
                  </p:par>
                  <p:par>
                    <p:cTn id="109" presetID="10" presetClass="entr" presetSubtype="0" fill="hold" grpId="31" nodeType="withEffect">
                      <p:stCondLst>
                        <p:cond delay="4650"/>
                      </p:stCondLst>
                      <p:childTnLst>
                        <p:set>
                          <p:cBhvr>
                            <p:cTn id="110" dur="1" fill="hold"/>
                            <p:tgtEl>
                              <p:spTgt spid="691"/>
                            </p:tgtEl>
                            <p:attrNameLst>
                              <p:attrName>style.visibility</p:attrName>
                            </p:attrNameLst>
                          </p:cBhvr>
                          <p:to>
                            <p:strVal val="visible"/>
                          </p:to>
                        </p:set>
                        <p:animEffect transition="in" filter="dissolve">
                          <p:cBhvr>
                            <p:cTn id="111" dur="800"/>
                            <p:tgtEl>
                              <p:spTgt spid="691"/>
                            </p:tgtEl>
                          </p:cBhvr>
                        </p:animEffect>
                      </p:childTnLst>
                    </p:cTn>
                  </p:par>
                  <p:par>
                    <p:cTn id="112" presetID="10" presetClass="entr" presetSubtype="0" fill="hold" grpId="32" nodeType="withEffect">
                      <p:stCondLst>
                        <p:cond delay="4800"/>
                      </p:stCondLst>
                      <p:childTnLst>
                        <p:set>
                          <p:cBhvr>
                            <p:cTn id="113" dur="1" fill="hold"/>
                            <p:tgtEl>
                              <p:spTgt spid="692"/>
                            </p:tgtEl>
                            <p:attrNameLst>
                              <p:attrName>style.visibility</p:attrName>
                            </p:attrNameLst>
                          </p:cBhvr>
                          <p:to>
                            <p:strVal val="visible"/>
                          </p:to>
                        </p:set>
                        <p:animEffect transition="in" filter="zoom(inCenter)">
                          <p:cBhvr>
                            <p:cTn id="114" dur="800"/>
                            <p:tgtEl>
                              <p:spTgt spid="692"/>
                            </p:tgtEl>
                          </p:cBhvr>
                        </p:animEffect>
                      </p:childTnLst>
                    </p:cTn>
                  </p:par>
                  <p:par>
                    <p:cTn id="115" presetID="10" presetClass="entr" presetSubtype="0" fill="hold" grpId="33" nodeType="withEffect">
                      <p:stCondLst>
                        <p:cond delay="4950"/>
                      </p:stCondLst>
                      <p:childTnLst>
                        <p:set>
                          <p:cBhvr>
                            <p:cTn id="116" dur="1" fill="hold"/>
                            <p:tgtEl>
                              <p:spTgt spid="693"/>
                            </p:tgtEl>
                            <p:attrNameLst>
                              <p:attrName>style.visibility</p:attrName>
                            </p:attrNameLst>
                          </p:cBhvr>
                          <p:to>
                            <p:strVal val="visible"/>
                          </p:to>
                        </p:set>
                        <p:animEffect transition="in" filter="dissolve">
                          <p:cBhvr>
                            <p:cTn id="117" dur="800"/>
                            <p:tgtEl>
                              <p:spTgt spid="693"/>
                            </p:tgtEl>
                          </p:cBhvr>
                        </p:animEffect>
                      </p:childTnLst>
                    </p:cTn>
                  </p:par>
                  <p:par>
                    <p:cTn id="118" presetID="10" presetClass="entr" presetSubtype="0" fill="hold" grpId="34" nodeType="withEffect">
                      <p:stCondLst>
                        <p:cond delay="5100"/>
                      </p:stCondLst>
                      <p:childTnLst>
                        <p:set>
                          <p:cBhvr>
                            <p:cTn id="119" dur="1" fill="hold"/>
                            <p:tgtEl>
                              <p:spTgt spid="694"/>
                            </p:tgtEl>
                            <p:attrNameLst>
                              <p:attrName>style.visibility</p:attrName>
                            </p:attrNameLst>
                          </p:cBhvr>
                          <p:to>
                            <p:strVal val="visible"/>
                          </p:to>
                        </p:set>
                        <p:animEffect transition="in" filter="zoom(inCenter)">
                          <p:cBhvr>
                            <p:cTn id="120" dur="800"/>
                            <p:tgtEl>
                              <p:spTgt spid="694"/>
                            </p:tgtEl>
                          </p:cBhvr>
                        </p:animEffect>
                      </p:childTnLst>
                    </p:cTn>
                  </p:par>
                  <p:par>
                    <p:cTn id="121" presetID="10" presetClass="entr" presetSubtype="0" fill="hold" grpId="35" nodeType="withEffect">
                      <p:stCondLst>
                        <p:cond delay="5250"/>
                      </p:stCondLst>
                      <p:childTnLst>
                        <p:set>
                          <p:cBhvr>
                            <p:cTn id="122" dur="1" fill="hold"/>
                            <p:tgtEl>
                              <p:spTgt spid="695"/>
                            </p:tgtEl>
                            <p:attrNameLst>
                              <p:attrName>style.visibility</p:attrName>
                            </p:attrNameLst>
                          </p:cBhvr>
                          <p:to>
                            <p:strVal val="visible"/>
                          </p:to>
                        </p:set>
                        <p:animEffect transition="in" filter="dissolve">
                          <p:cBhvr>
                            <p:cTn id="123" dur="800"/>
                            <p:tgtEl>
                              <p:spTgt spid="695"/>
                            </p:tgtEl>
                          </p:cBhvr>
                        </p:animEffect>
                      </p:childTnLst>
                    </p:cTn>
                  </p:par>
                  <p:par>
                    <p:cTn id="124" presetID="10" presetClass="entr" presetSubtype="0" fill="hold" grpId="36" nodeType="withEffect">
                      <p:stCondLst>
                        <p:cond delay="5400"/>
                      </p:stCondLst>
                      <p:childTnLst>
                        <p:set>
                          <p:cBhvr>
                            <p:cTn id="125" dur="1" fill="hold"/>
                            <p:tgtEl>
                              <p:spTgt spid="696"/>
                            </p:tgtEl>
                            <p:attrNameLst>
                              <p:attrName>style.visibility</p:attrName>
                            </p:attrNameLst>
                          </p:cBhvr>
                          <p:to>
                            <p:strVal val="visible"/>
                          </p:to>
                        </p:set>
                        <p:animEffect transition="in" filter="zoom(inCenter)">
                          <p:cBhvr>
                            <p:cTn id="126" dur="800"/>
                            <p:tgtEl>
                              <p:spTgt spid="696"/>
                            </p:tgtEl>
                          </p:cBhvr>
                        </p:animEffect>
                      </p:childTnLst>
                    </p:cTn>
                  </p:par>
                  <p:par>
                    <p:cTn id="127" presetID="10" presetClass="entr" presetSubtype="0" fill="hold" grpId="37" nodeType="withEffect">
                      <p:stCondLst>
                        <p:cond delay="5550"/>
                      </p:stCondLst>
                      <p:childTnLst>
                        <p:set>
                          <p:cBhvr>
                            <p:cTn id="128" dur="1" fill="hold"/>
                            <p:tgtEl>
                              <p:spTgt spid="697"/>
                            </p:tgtEl>
                            <p:attrNameLst>
                              <p:attrName>style.visibility</p:attrName>
                            </p:attrNameLst>
                          </p:cBhvr>
                          <p:to>
                            <p:strVal val="visible"/>
                          </p:to>
                        </p:set>
                        <p:animEffect transition="in" filter="dissolve">
                          <p:cBhvr>
                            <p:cTn id="129" dur="800"/>
                            <p:tgtEl>
                              <p:spTgt spid="697"/>
                            </p:tgtEl>
                          </p:cBhvr>
                        </p:animEffect>
                      </p:childTnLst>
                    </p:cTn>
                  </p:par>
                  <p:par>
                    <p:cTn id="130" presetID="10" presetClass="entr" presetSubtype="0" fill="hold" grpId="38" nodeType="withEffect">
                      <p:stCondLst>
                        <p:cond delay="5700"/>
                      </p:stCondLst>
                      <p:childTnLst>
                        <p:set>
                          <p:cBhvr>
                            <p:cTn id="131" dur="1" fill="hold"/>
                            <p:tgtEl>
                              <p:spTgt spid="698"/>
                            </p:tgtEl>
                            <p:attrNameLst>
                              <p:attrName>style.visibility</p:attrName>
                            </p:attrNameLst>
                          </p:cBhvr>
                          <p:to>
                            <p:strVal val="visible"/>
                          </p:to>
                        </p:set>
                        <p:animEffect transition="in" filter="zoom(inCenter)">
                          <p:cBhvr>
                            <p:cTn id="132" dur="800"/>
                            <p:tgtEl>
                              <p:spTgt spid="698"/>
                            </p:tgtEl>
                          </p:cBhvr>
                        </p:animEffect>
                      </p:childTnLst>
                    </p:cTn>
                  </p:par>
                  <p:par>
                    <p:cTn id="133" presetID="10" presetClass="entr" presetSubtype="0" fill="hold" grpId="39" nodeType="withEffect">
                      <p:stCondLst>
                        <p:cond delay="5850"/>
                      </p:stCondLst>
                      <p:childTnLst>
                        <p:set>
                          <p:cBhvr>
                            <p:cTn id="134" dur="1" fill="hold"/>
                            <p:tgtEl>
                              <p:spTgt spid="699"/>
                            </p:tgtEl>
                            <p:attrNameLst>
                              <p:attrName>style.visibility</p:attrName>
                            </p:attrNameLst>
                          </p:cBhvr>
                          <p:to>
                            <p:strVal val="visible"/>
                          </p:to>
                        </p:set>
                        <p:animEffect transition="in" filter="dissolve">
                          <p:cBhvr>
                            <p:cTn id="135" dur="800"/>
                            <p:tgtEl>
                              <p:spTgt spid="699"/>
                            </p:tgtEl>
                          </p:cBhvr>
                        </p:animEffect>
                      </p:childTnLst>
                    </p:cTn>
                  </p:par>
                  <p:par>
                    <p:cTn id="136" presetID="10" presetClass="entr" presetSubtype="0" fill="hold" grpId="40" nodeType="withEffect">
                      <p:stCondLst>
                        <p:cond delay="6000"/>
                      </p:stCondLst>
                      <p:childTnLst>
                        <p:set>
                          <p:cBhvr>
                            <p:cTn id="137" dur="1" fill="hold"/>
                            <p:tgtEl>
                              <p:spTgt spid="700"/>
                            </p:tgtEl>
                            <p:attrNameLst>
                              <p:attrName>style.visibility</p:attrName>
                            </p:attrNameLst>
                          </p:cBhvr>
                          <p:to>
                            <p:strVal val="visible"/>
                          </p:to>
                        </p:set>
                        <p:animEffect transition="in" filter="zoom(inCenter)">
                          <p:cBhvr>
                            <p:cTn id="138" dur="800"/>
                            <p:tgtEl>
                              <p:spTgt spid="700"/>
                            </p:tgtEl>
                          </p:cBhvr>
                        </p:animEffect>
                      </p:childTnLst>
                    </p:cTn>
                  </p:par>
                  <p:par>
                    <p:cTn id="139" presetID="10" presetClass="entr" presetSubtype="0" fill="hold" grpId="41" nodeType="withEffect">
                      <p:stCondLst>
                        <p:cond delay="6150"/>
                      </p:stCondLst>
                      <p:childTnLst>
                        <p:set>
                          <p:cBhvr>
                            <p:cTn id="140" dur="1" fill="hold"/>
                            <p:tgtEl>
                              <p:spTgt spid="701"/>
                            </p:tgtEl>
                            <p:attrNameLst>
                              <p:attrName>style.visibility</p:attrName>
                            </p:attrNameLst>
                          </p:cBhvr>
                          <p:to>
                            <p:strVal val="visible"/>
                          </p:to>
                        </p:set>
                        <p:animEffect transition="in" filter="dissolve">
                          <p:cBhvr>
                            <p:cTn id="141" dur="800"/>
                            <p:tgtEl>
                              <p:spTgt spid="701"/>
                            </p:tgtEl>
                          </p:cBhvr>
                        </p:animEffect>
                      </p:childTnLst>
                    </p:cTn>
                  </p:par>
                  <p:par>
                    <p:cTn id="142" presetID="10" presetClass="entr" presetSubtype="0" fill="hold" grpId="42" nodeType="withEffect">
                      <p:stCondLst>
                        <p:cond delay="6300"/>
                      </p:stCondLst>
                      <p:childTnLst>
                        <p:set>
                          <p:cBhvr>
                            <p:cTn id="143" dur="1" fill="hold"/>
                            <p:tgtEl>
                              <p:spTgt spid="702"/>
                            </p:tgtEl>
                            <p:attrNameLst>
                              <p:attrName>style.visibility</p:attrName>
                            </p:attrNameLst>
                          </p:cBhvr>
                          <p:to>
                            <p:strVal val="visible"/>
                          </p:to>
                        </p:set>
                        <p:animEffect transition="in" filter="zoom(inCenter)">
                          <p:cBhvr>
                            <p:cTn id="144" dur="800"/>
                            <p:tgtEl>
                              <p:spTgt spid="702"/>
                            </p:tgtEl>
                          </p:cBhvr>
                        </p:animEffect>
                      </p:childTnLst>
                    </p:cTn>
                  </p:par>
                  <p:par>
                    <p:cTn id="145" presetID="10" presetClass="entr" presetSubtype="0" fill="hold" grpId="43" nodeType="withEffect">
                      <p:stCondLst>
                        <p:cond delay="6450"/>
                      </p:stCondLst>
                      <p:childTnLst>
                        <p:set>
                          <p:cBhvr>
                            <p:cTn id="146" dur="1" fill="hold"/>
                            <p:tgtEl>
                              <p:spTgt spid="703"/>
                            </p:tgtEl>
                            <p:attrNameLst>
                              <p:attrName>style.visibility</p:attrName>
                            </p:attrNameLst>
                          </p:cBhvr>
                          <p:to>
                            <p:strVal val="visible"/>
                          </p:to>
                        </p:set>
                        <p:animEffect transition="in" filter="dissolve">
                          <p:cBhvr>
                            <p:cTn id="147" dur="800"/>
                            <p:tgtEl>
                              <p:spTgt spid="703"/>
                            </p:tgtEl>
                          </p:cBhvr>
                        </p:animEffect>
                      </p:childTnLst>
                    </p:cTn>
                  </p:par>
                  <p:par>
                    <p:cTn id="148" presetID="10" presetClass="entr" presetSubtype="0" fill="hold" grpId="44" nodeType="withEffect">
                      <p:stCondLst>
                        <p:cond delay="6600"/>
                      </p:stCondLst>
                      <p:childTnLst>
                        <p:set>
                          <p:cBhvr>
                            <p:cTn id="149" dur="1" fill="hold"/>
                            <p:tgtEl>
                              <p:spTgt spid="704"/>
                            </p:tgtEl>
                            <p:attrNameLst>
                              <p:attrName>style.visibility</p:attrName>
                            </p:attrNameLst>
                          </p:cBhvr>
                          <p:to>
                            <p:strVal val="visible"/>
                          </p:to>
                        </p:set>
                        <p:animEffect transition="in" filter="zoom(inCenter)">
                          <p:cBhvr>
                            <p:cTn id="150" dur="800"/>
                            <p:tgtEl>
                              <p:spTgt spid="704"/>
                            </p:tgtEl>
                          </p:cBhvr>
                        </p:animEffect>
                      </p:childTnLst>
                    </p:cTn>
                  </p:par>
                  <p:par>
                    <p:cTn id="151" presetID="10" presetClass="entr" presetSubtype="0" fill="hold" grpId="45" nodeType="withEffect">
                      <p:stCondLst>
                        <p:cond delay="6750"/>
                      </p:stCondLst>
                      <p:childTnLst>
                        <p:set>
                          <p:cBhvr>
                            <p:cTn id="152" dur="1" fill="hold"/>
                            <p:tgtEl>
                              <p:spTgt spid="705"/>
                            </p:tgtEl>
                            <p:attrNameLst>
                              <p:attrName>style.visibility</p:attrName>
                            </p:attrNameLst>
                          </p:cBhvr>
                          <p:to>
                            <p:strVal val="visible"/>
                          </p:to>
                        </p:set>
                        <p:animEffect transition="in" filter="dissolve">
                          <p:cBhvr>
                            <p:cTn id="153" dur="800"/>
                            <p:tgtEl>
                              <p:spTgt spid="705"/>
                            </p:tgtEl>
                          </p:cBhvr>
                        </p:animEffect>
                      </p:childTnLst>
                    </p:cTn>
                  </p:par>
                  <p:par>
                    <p:cTn id="154" presetID="10" presetClass="entr" presetSubtype="0" fill="hold" grpId="46" nodeType="withEffect">
                      <p:stCondLst>
                        <p:cond delay="6900"/>
                      </p:stCondLst>
                      <p:childTnLst>
                        <p:set>
                          <p:cBhvr>
                            <p:cTn id="155" dur="1" fill="hold"/>
                            <p:tgtEl>
                              <p:spTgt spid="706"/>
                            </p:tgtEl>
                            <p:attrNameLst>
                              <p:attrName>style.visibility</p:attrName>
                            </p:attrNameLst>
                          </p:cBhvr>
                          <p:to>
                            <p:strVal val="visible"/>
                          </p:to>
                        </p:set>
                        <p:animEffect transition="in" filter="zoom(inCenter)">
                          <p:cBhvr>
                            <p:cTn id="156" dur="800"/>
                            <p:tgtEl>
                              <p:spTgt spid="706"/>
                            </p:tgtEl>
                          </p:cBhvr>
                        </p:animEffect>
                      </p:childTnLst>
                    </p:cTn>
                  </p:par>
                  <p:par>
                    <p:cTn id="157" presetID="10" presetClass="entr" presetSubtype="0" fill="hold" grpId="47" nodeType="withEffect">
                      <p:stCondLst>
                        <p:cond delay="7050"/>
                      </p:stCondLst>
                      <p:childTnLst>
                        <p:set>
                          <p:cBhvr>
                            <p:cTn id="158" dur="1" fill="hold"/>
                            <p:tgtEl>
                              <p:spTgt spid="707"/>
                            </p:tgtEl>
                            <p:attrNameLst>
                              <p:attrName>style.visibility</p:attrName>
                            </p:attrNameLst>
                          </p:cBhvr>
                          <p:to>
                            <p:strVal val="visible"/>
                          </p:to>
                        </p:set>
                        <p:animEffect transition="in" filter="dissolve">
                          <p:cBhvr>
                            <p:cTn id="159" dur="800"/>
                            <p:tgtEl>
                              <p:spTgt spid="707"/>
                            </p:tgtEl>
                          </p:cBhvr>
                        </p:animEffect>
                      </p:childTnLst>
                    </p:cTn>
                  </p:par>
                  <p:par>
                    <p:cTn id="160" presetID="10" presetClass="entr" presetSubtype="0" fill="hold" grpId="48" nodeType="withEffect">
                      <p:stCondLst>
                        <p:cond delay="7200"/>
                      </p:stCondLst>
                      <p:childTnLst>
                        <p:set>
                          <p:cBhvr>
                            <p:cTn id="161" dur="1" fill="hold"/>
                            <p:tgtEl>
                              <p:spTgt spid="708"/>
                            </p:tgtEl>
                            <p:attrNameLst>
                              <p:attrName>style.visibility</p:attrName>
                            </p:attrNameLst>
                          </p:cBhvr>
                          <p:to>
                            <p:strVal val="visible"/>
                          </p:to>
                        </p:set>
                        <p:animEffect transition="in" filter="zoom(inCenter)">
                          <p:cBhvr>
                            <p:cTn id="162" dur="800"/>
                            <p:tgtEl>
                              <p:spTgt spid="708"/>
                            </p:tgtEl>
                          </p:cBhvr>
                        </p:animEffect>
                      </p:childTnLst>
                    </p:cTn>
                  </p:par>
                  <p:par>
                    <p:cTn id="163" presetID="10" presetClass="entr" presetSubtype="0" fill="hold" grpId="49" nodeType="withEffect">
                      <p:stCondLst>
                        <p:cond delay="7350"/>
                      </p:stCondLst>
                      <p:childTnLst>
                        <p:set>
                          <p:cBhvr>
                            <p:cTn id="164" dur="1" fill="hold"/>
                            <p:tgtEl>
                              <p:spTgt spid="709"/>
                            </p:tgtEl>
                            <p:attrNameLst>
                              <p:attrName>style.visibility</p:attrName>
                            </p:attrNameLst>
                          </p:cBhvr>
                          <p:to>
                            <p:strVal val="visible"/>
                          </p:to>
                        </p:set>
                        <p:animEffect transition="in" filter="dissolve">
                          <p:cBhvr>
                            <p:cTn id="165" dur="800"/>
                            <p:tgtEl>
                              <p:spTgt spid="709"/>
                            </p:tgtEl>
                          </p:cBhvr>
                        </p:animEffect>
                      </p:childTnLst>
                    </p:cTn>
                  </p:par>
                  <p:par>
                    <p:cTn id="166" presetID="10" presetClass="entr" presetSubtype="0" fill="hold" grpId="50" nodeType="withEffect">
                      <p:stCondLst>
                        <p:cond delay="7500"/>
                      </p:stCondLst>
                      <p:childTnLst>
                        <p:set>
                          <p:cBhvr>
                            <p:cTn id="167" dur="1" fill="hold"/>
                            <p:tgtEl>
                              <p:spTgt spid="710"/>
                            </p:tgtEl>
                            <p:attrNameLst>
                              <p:attrName>style.visibility</p:attrName>
                            </p:attrNameLst>
                          </p:cBhvr>
                          <p:to>
                            <p:strVal val="visible"/>
                          </p:to>
                        </p:set>
                        <p:animEffect transition="in" filter="zoom(inCenter)">
                          <p:cBhvr>
                            <p:cTn id="168" dur="800"/>
                            <p:tgtEl>
                              <p:spTgt spid="710"/>
                            </p:tgtEl>
                          </p:cBhvr>
                        </p:animEffect>
                      </p:childTnLst>
                    </p:cTn>
                  </p:par>
                  <p:par>
                    <p:cTn id="169" presetID="10" presetClass="entr" presetSubtype="0" fill="hold" grpId="51" nodeType="withEffect">
                      <p:stCondLst>
                        <p:cond delay="7650"/>
                      </p:stCondLst>
                      <p:childTnLst>
                        <p:set>
                          <p:cBhvr>
                            <p:cTn id="170" dur="1" fill="hold"/>
                            <p:tgtEl>
                              <p:spTgt spid="711"/>
                            </p:tgtEl>
                            <p:attrNameLst>
                              <p:attrName>style.visibility</p:attrName>
                            </p:attrNameLst>
                          </p:cBhvr>
                          <p:to>
                            <p:strVal val="visible"/>
                          </p:to>
                        </p:set>
                        <p:animEffect transition="in" filter="dissolve">
                          <p:cBhvr>
                            <p:cTn id="171" dur="800"/>
                            <p:tgtEl>
                              <p:spTgt spid="711"/>
                            </p:tgtEl>
                          </p:cBhvr>
                        </p:animEffect>
                      </p:childTnLst>
                    </p:cTn>
                  </p:par>
                  <p:par>
                    <p:cTn id="172" presetID="10" presetClass="entr" presetSubtype="0" fill="hold" grpId="52" nodeType="withEffect">
                      <p:stCondLst>
                        <p:cond delay="7800"/>
                      </p:stCondLst>
                      <p:childTnLst>
                        <p:set>
                          <p:cBhvr>
                            <p:cTn id="173" dur="1" fill="hold"/>
                            <p:tgtEl>
                              <p:spTgt spid="712"/>
                            </p:tgtEl>
                            <p:attrNameLst>
                              <p:attrName>style.visibility</p:attrName>
                            </p:attrNameLst>
                          </p:cBhvr>
                          <p:to>
                            <p:strVal val="visible"/>
                          </p:to>
                        </p:set>
                        <p:animEffect transition="in" filter="zoom(inCenter)">
                          <p:cBhvr>
                            <p:cTn id="174" dur="800"/>
                            <p:tgtEl>
                              <p:spTgt spid="712"/>
                            </p:tgtEl>
                          </p:cBhvr>
                        </p:animEffect>
                      </p:childTnLst>
                    </p:cTn>
                  </p:par>
                  <p:par>
                    <p:cTn id="175" presetID="10" presetClass="entr" presetSubtype="0" fill="hold" grpId="53" nodeType="withEffect">
                      <p:stCondLst>
                        <p:cond delay="7950"/>
                      </p:stCondLst>
                      <p:childTnLst>
                        <p:set>
                          <p:cBhvr>
                            <p:cTn id="176" dur="1" fill="hold"/>
                            <p:tgtEl>
                              <p:spTgt spid="713"/>
                            </p:tgtEl>
                            <p:attrNameLst>
                              <p:attrName>style.visibility</p:attrName>
                            </p:attrNameLst>
                          </p:cBhvr>
                          <p:to>
                            <p:strVal val="visible"/>
                          </p:to>
                        </p:set>
                        <p:animEffect transition="in" filter="dissolve">
                          <p:cBhvr>
                            <p:cTn id="177" dur="800"/>
                            <p:tgtEl>
                              <p:spTgt spid="713"/>
                            </p:tgtEl>
                          </p:cBhvr>
                        </p:animEffect>
                      </p:childTnLst>
                    </p:cTn>
                  </p:par>
                  <p:par>
                    <p:cTn id="178" presetID="10" presetClass="entr" presetSubtype="0" fill="hold" grpId="54" nodeType="withEffect">
                      <p:stCondLst>
                        <p:cond delay="8100"/>
                      </p:stCondLst>
                      <p:childTnLst>
                        <p:set>
                          <p:cBhvr>
                            <p:cTn id="179" dur="1" fill="hold"/>
                            <p:tgtEl>
                              <p:spTgt spid="714"/>
                            </p:tgtEl>
                            <p:attrNameLst>
                              <p:attrName>style.visibility</p:attrName>
                            </p:attrNameLst>
                          </p:cBhvr>
                          <p:to>
                            <p:strVal val="visible"/>
                          </p:to>
                        </p:set>
                        <p:animEffect transition="in" filter="zoom(inCenter)">
                          <p:cBhvr>
                            <p:cTn id="180" dur="800"/>
                            <p:tgtEl>
                              <p:spTgt spid="714"/>
                            </p:tgtEl>
                          </p:cBhvr>
                        </p:animEffect>
                      </p:childTnLst>
                    </p:cTn>
                  </p:par>
                  <p:par>
                    <p:cTn id="181" presetID="10" presetClass="entr" presetSubtype="0" fill="hold" grpId="55" nodeType="withEffect">
                      <p:stCondLst>
                        <p:cond delay="8250"/>
                      </p:stCondLst>
                      <p:childTnLst>
                        <p:set>
                          <p:cBhvr>
                            <p:cTn id="182" dur="1" fill="hold"/>
                            <p:tgtEl>
                              <p:spTgt spid="715"/>
                            </p:tgtEl>
                            <p:attrNameLst>
                              <p:attrName>style.visibility</p:attrName>
                            </p:attrNameLst>
                          </p:cBhvr>
                          <p:to>
                            <p:strVal val="visible"/>
                          </p:to>
                        </p:set>
                        <p:animEffect transition="in" filter="dissolve">
                          <p:cBhvr>
                            <p:cTn id="183" dur="800"/>
                            <p:tgtEl>
                              <p:spTgt spid="715"/>
                            </p:tgtEl>
                          </p:cBhvr>
                        </p:animEffect>
                      </p:childTnLst>
                    </p:cTn>
                  </p:par>
                  <p:par>
                    <p:cTn id="184" presetID="10" presetClass="entr" presetSubtype="0" fill="hold" grpId="56" nodeType="withEffect">
                      <p:stCondLst>
                        <p:cond delay="8400"/>
                      </p:stCondLst>
                      <p:childTnLst>
                        <p:set>
                          <p:cBhvr>
                            <p:cTn id="185" dur="1" fill="hold"/>
                            <p:tgtEl>
                              <p:spTgt spid="716"/>
                            </p:tgtEl>
                            <p:attrNameLst>
                              <p:attrName>style.visibility</p:attrName>
                            </p:attrNameLst>
                          </p:cBhvr>
                          <p:to>
                            <p:strVal val="visible"/>
                          </p:to>
                        </p:set>
                        <p:animEffect transition="in" filter="zoom(inCenter)">
                          <p:cBhvr>
                            <p:cTn id="186" dur="800"/>
                            <p:tgtEl>
                              <p:spTgt spid="716"/>
                            </p:tgtEl>
                          </p:cBhvr>
                        </p:animEffect>
                      </p:childTnLst>
                    </p:cTn>
                  </p:par>
                  <p:par>
                    <p:cTn id="187" presetID="10" presetClass="entr" presetSubtype="0" fill="hold" grpId="57" nodeType="withEffect">
                      <p:stCondLst>
                        <p:cond delay="8550"/>
                      </p:stCondLst>
                      <p:childTnLst>
                        <p:set>
                          <p:cBhvr>
                            <p:cTn id="188" dur="1" fill="hold"/>
                            <p:tgtEl>
                              <p:spTgt spid="717"/>
                            </p:tgtEl>
                            <p:attrNameLst>
                              <p:attrName>style.visibility</p:attrName>
                            </p:attrNameLst>
                          </p:cBhvr>
                          <p:to>
                            <p:strVal val="visible"/>
                          </p:to>
                        </p:set>
                        <p:animEffect transition="in" filter="dissolve">
                          <p:cBhvr>
                            <p:cTn id="189" dur="800"/>
                            <p:tgtEl>
                              <p:spTgt spid="717"/>
                            </p:tgtEl>
                          </p:cBhvr>
                        </p:animEffect>
                      </p:childTnLst>
                    </p:cTn>
                  </p:par>
                  <p:par>
                    <p:cTn id="190" presetID="10" presetClass="entr" presetSubtype="0" fill="hold" grpId="58" nodeType="withEffect">
                      <p:stCondLst>
                        <p:cond delay="8700"/>
                      </p:stCondLst>
                      <p:childTnLst>
                        <p:set>
                          <p:cBhvr>
                            <p:cTn id="191" dur="1" fill="hold"/>
                            <p:tgtEl>
                              <p:spTgt spid="2"/>
                            </p:tgtEl>
                            <p:attrNameLst>
                              <p:attrName>style.visibility</p:attrName>
                            </p:attrNameLst>
                          </p:cBhvr>
                          <p:to>
                            <p:strVal val="visible"/>
                          </p:to>
                        </p:set>
                        <p:animEffect transition="in" filter="zoom(inCenter)">
                          <p:cBhvr>
                            <p:cTn id="192" dur="800"/>
                            <p:tgtEl>
                              <p:spTgt spid="2"/>
                            </p:tgtEl>
                          </p:cBhvr>
                        </p:animEffect>
                      </p:childTnLst>
                    </p:cTn>
                  </p:par>
                  <p:par>
                    <p:cTn id="193" presetID="10" presetClass="entr" presetSubtype="0" fill="hold" grpId="59" nodeType="withEffect">
                      <p:stCondLst>
                        <p:cond delay="8850"/>
                      </p:stCondLst>
                      <p:childTnLst>
                        <p:set>
                          <p:cBhvr>
                            <p:cTn id="194" dur="1" fill="hold"/>
                            <p:tgtEl>
                              <p:spTgt spid="3"/>
                            </p:tgtEl>
                            <p:attrNameLst>
                              <p:attrName>style.visibility</p:attrName>
                            </p:attrNameLst>
                          </p:cBhvr>
                          <p:to>
                            <p:strVal val="visible"/>
                          </p:to>
                        </p:set>
                        <p:animEffect transition="in" filter="dissolve">
                          <p:cBhvr>
                            <p:cTn id="195" dur="800"/>
                            <p:tgtEl>
                              <p:spTgt spid="3"/>
                            </p:tgtEl>
                          </p:cBhvr>
                        </p:animEffect>
                      </p:childTnLst>
                    </p:cTn>
                  </p:par>
                  <p:par>
                    <p:cTn id="196" presetID="10" presetClass="entr" presetSubtype="0" fill="hold" grpId="60" nodeType="withEffect">
                      <p:stCondLst>
                        <p:cond delay="9000"/>
                      </p:stCondLst>
                      <p:childTnLst>
                        <p:set>
                          <p:cBhvr>
                            <p:cTn id="197" dur="1" fill="hold"/>
                            <p:tgtEl>
                              <p:spTgt spid="4"/>
                            </p:tgtEl>
                            <p:attrNameLst>
                              <p:attrName>style.visibility</p:attrName>
                            </p:attrNameLst>
                          </p:cBhvr>
                          <p:to>
                            <p:strVal val="visible"/>
                          </p:to>
                        </p:set>
                        <p:animEffect transition="in" filter="zoom(inCenter)">
                          <p:cBhvr>
                            <p:cTn id="198" dur="800"/>
                            <p:tgtEl>
                              <p:spTgt spid="4"/>
                            </p:tgtEl>
                          </p:cBhvr>
                        </p:animEffect>
                      </p:childTnLst>
                    </p:cTn>
                  </p:par>
                  <p:par>
                    <p:cTn id="199" presetID="10" presetClass="entr" presetSubtype="0" fill="hold" grpId="61" nodeType="withEffect">
                      <p:stCondLst>
                        <p:cond delay="9150"/>
                      </p:stCondLst>
                      <p:childTnLst>
                        <p:set>
                          <p:cBhvr>
                            <p:cTn id="200" dur="1" fill="hold"/>
                            <p:tgtEl>
                              <p:spTgt spid="7"/>
                            </p:tgtEl>
                            <p:attrNameLst>
                              <p:attrName>style.visibility</p:attrName>
                            </p:attrNameLst>
                          </p:cBhvr>
                          <p:to>
                            <p:strVal val="visible"/>
                          </p:to>
                        </p:set>
                        <p:animEffect transition="in" filter="dissolve">
                          <p:cBhvr>
                            <p:cTn id="201" dur="800"/>
                            <p:tgtEl>
                              <p:spTgt spid="7"/>
                            </p:tgtEl>
                          </p:cBhvr>
                        </p:animEffect>
                      </p:childTnLst>
                    </p:cTn>
                  </p:par>
                  <p:par>
                    <p:cTn id="202" presetID="10" presetClass="entr" presetSubtype="0" fill="hold" grpId="62" nodeType="withEffect">
                      <p:stCondLst>
                        <p:cond delay="9300"/>
                      </p:stCondLst>
                      <p:childTnLst>
                        <p:set>
                          <p:cBhvr>
                            <p:cTn id="203" dur="1" fill="hold"/>
                            <p:tgtEl>
                              <p:spTgt spid="8"/>
                            </p:tgtEl>
                            <p:attrNameLst>
                              <p:attrName>style.visibility</p:attrName>
                            </p:attrNameLst>
                          </p:cBhvr>
                          <p:to>
                            <p:strVal val="visible"/>
                          </p:to>
                        </p:set>
                        <p:animEffect transition="in" filter="zoom(inCenter)">
                          <p:cBhvr>
                            <p:cTn id="204" dur="800"/>
                            <p:tgtEl>
                              <p:spTgt spid="8"/>
                            </p:tgtEl>
                          </p:cBhvr>
                        </p:animEffect>
                      </p:childTnLst>
                    </p:cTn>
                  </p:par>
                  <p:par>
                    <p:cTn id="205" presetID="10" presetClass="entr" presetSubtype="0" fill="hold" grpId="63" nodeType="withEffect">
                      <p:stCondLst>
                        <p:cond delay="9450"/>
                      </p:stCondLst>
                      <p:childTnLst>
                        <p:set>
                          <p:cBhvr>
                            <p:cTn id="206" dur="1" fill="hold"/>
                            <p:tgtEl>
                              <p:spTgt spid="9"/>
                            </p:tgtEl>
                            <p:attrNameLst>
                              <p:attrName>style.visibility</p:attrName>
                            </p:attrNameLst>
                          </p:cBhvr>
                          <p:to>
                            <p:strVal val="visible"/>
                          </p:to>
                        </p:set>
                        <p:animEffect transition="in" filter="dissolve">
                          <p:cBhvr>
                            <p:cTn id="207" dur="800"/>
                            <p:tgtEl>
                              <p:spTgt spid="9"/>
                            </p:tgtEl>
                          </p:cBhvr>
                        </p:animEffect>
                      </p:childTnLst>
                    </p:cTn>
                  </p:par>
                  <p:par>
                    <p:cTn id="208" presetID="10" presetClass="entr" presetSubtype="0" fill="hold" grpId="64" nodeType="withEffect">
                      <p:stCondLst>
                        <p:cond delay="9600"/>
                      </p:stCondLst>
                      <p:childTnLst>
                        <p:set>
                          <p:cBhvr>
                            <p:cTn id="209" dur="1" fill="hold"/>
                            <p:tgtEl>
                              <p:spTgt spid="10"/>
                            </p:tgtEl>
                            <p:attrNameLst>
                              <p:attrName>style.visibility</p:attrName>
                            </p:attrNameLst>
                          </p:cBhvr>
                          <p:to>
                            <p:strVal val="visible"/>
                          </p:to>
                        </p:set>
                        <p:animEffect transition="in" filter="zoom(inCenter)">
                          <p:cBhvr>
                            <p:cTn id="210" dur="800"/>
                            <p:tgtEl>
                              <p:spTgt spid="10"/>
                            </p:tgtEl>
                          </p:cBhvr>
                        </p:animEffect>
                      </p:childTnLst>
                    </p:cTn>
                  </p:par>
                </p:childTnLst>
              </p:cTn>
            </p:par>
          </p:childTnLst>
        </p:cTn>
      </p:par>
    </p:tnLst>
    <p:bldLst>
      <p:bldP spid="660" grpId="0" uiExpand="1" build="p"/>
      <p:bldP spid="661" grpId="1" uiExpand="1" build="p"/>
      <p:bldP spid="662" grpId="2" uiExpand="1" build="p"/>
      <p:bldP spid="663" grpId="3" uiExpand="1" build="p"/>
      <p:bldP spid="664" grpId="4" uiExpand="1" build="p"/>
      <p:bldP spid="665" grpId="5" uiExpand="1" build="p"/>
      <p:bldP spid="666" grpId="6" uiExpand="1" build="p"/>
      <p:bldP spid="667" grpId="7" uiExpand="1" build="p"/>
      <p:bldP spid="668" grpId="8" uiExpand="1" build="p"/>
      <p:bldP spid="669" grpId="9" uiExpand="1" build="p"/>
      <p:bldP spid="670" grpId="10" uiExpand="1" build="p"/>
      <p:bldP spid="671" grpId="11" uiExpand="1" build="p"/>
      <p:bldP spid="672" grpId="12" uiExpand="1" build="p"/>
      <p:bldP spid="673" grpId="13" uiExpand="1" build="p"/>
      <p:bldP spid="674" grpId="14" uiExpand="1" build="p"/>
      <p:bldP spid="675" grpId="15" uiExpand="1" build="p"/>
      <p:bldP spid="676" grpId="16" uiExpand="1" build="p"/>
      <p:bldP spid="677" grpId="17" uiExpand="1" build="p"/>
      <p:bldP spid="678" grpId="18" uiExpand="1" build="p"/>
      <p:bldP spid="679" grpId="19" uiExpand="1" build="p"/>
      <p:bldP spid="680" grpId="20" uiExpand="1" build="p"/>
      <p:bldP spid="681" grpId="21" uiExpand="1" build="p"/>
      <p:bldP spid="682" grpId="22" uiExpand="1" build="p"/>
      <p:bldP spid="683" grpId="23" uiExpand="1" build="p"/>
      <p:bldP spid="684" grpId="24" uiExpand="1" build="p"/>
      <p:bldP spid="685" grpId="25" uiExpand="1" build="p"/>
      <p:bldP spid="686" grpId="26" uiExpand="1" build="p"/>
      <p:bldP spid="687" grpId="27" uiExpand="1" build="p"/>
      <p:bldP spid="688" grpId="28" uiExpand="1" build="p"/>
      <p:bldP spid="689" grpId="29" uiExpand="1" build="p"/>
      <p:bldP spid="690" grpId="30" uiExpand="1" build="p"/>
      <p:bldP spid="691" grpId="31" uiExpand="1" build="p"/>
      <p:bldP spid="692" grpId="32" uiExpand="1" build="p"/>
      <p:bldP spid="693" grpId="33" uiExpand="1" build="p"/>
      <p:bldP spid="694" grpId="34" uiExpand="1" build="p"/>
      <p:bldP spid="695" grpId="35" uiExpand="1" build="p"/>
      <p:bldP spid="696" grpId="36" uiExpand="1" build="p"/>
      <p:bldP spid="697" grpId="37" uiExpand="1" build="p"/>
      <p:bldP spid="698" grpId="38" uiExpand="1" build="p"/>
      <p:bldP spid="699" grpId="39" uiExpand="1" build="p"/>
      <p:bldP spid="700" grpId="40" uiExpand="1" build="p"/>
      <p:bldP spid="701" grpId="41" uiExpand="1" build="p"/>
      <p:bldP spid="702" grpId="42" uiExpand="1" build="p"/>
      <p:bldP spid="703" grpId="43" uiExpand="1" build="p"/>
      <p:bldP spid="704" grpId="44" uiExpand="1" build="p"/>
      <p:bldP spid="705" grpId="45" uiExpand="1" build="p"/>
      <p:bldP spid="706" grpId="46" uiExpand="1" build="p"/>
      <p:bldP spid="707" grpId="47" uiExpand="1" build="p"/>
      <p:bldP spid="708" grpId="48" uiExpand="1" build="p"/>
      <p:bldP spid="709" grpId="49" uiExpand="1" build="p"/>
      <p:bldP spid="710" grpId="50" uiExpand="1" build="p"/>
      <p:bldP spid="711" grpId="51" uiExpand="1" build="p"/>
      <p:bldP spid="712" grpId="52" uiExpand="1" build="p"/>
      <p:bldP spid="713" grpId="53" uiExpand="1" build="p"/>
      <p:bldP spid="714" grpId="54" uiExpand="1" build="p"/>
      <p:bldP spid="715" grpId="55" uiExpand="1" build="p"/>
      <p:bldP spid="716" grpId="56" uiExpand="1" build="p"/>
      <p:bldP spid="717" grpId="57" uiExpand="1" build="p"/>
      <p:bldP spid="2" grpId="58" uiExpand="1" build="p"/>
      <p:bldP spid="3" grpId="59" uiExpand="1" build="p"/>
      <p:bldP spid="4" grpId="60" uiExpand="1" build="p"/>
      <p:bldP spid="7" grpId="61" uiExpand="1" build="p"/>
      <p:bldP spid="8" grpId="62" uiExpand="1" build="p"/>
      <p:bldP spid="9" grpId="63" uiExpand="1" build="p"/>
      <p:bldP spid="10" grpId="64"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9</Slides>
  <Notes>8</Notes>
  <HiddenSlides>0</HiddenSlide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Coen Heinrich</cp:lastModifiedBy>
  <cp:revision>2</cp:revision>
  <dcterms:created xsi:type="dcterms:W3CDTF">2026-07-22T15:34:09Z</dcterms:created>
  <dcterms:modified xsi:type="dcterms:W3CDTF">2026-07-24T02:16:45Z</dcterms:modified>
</cp:coreProperties>
</file>