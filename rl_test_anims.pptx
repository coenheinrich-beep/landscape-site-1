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transition spd="med">
    <p:zoom dir="in"/>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60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170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180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190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0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10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par>
                    <p:cTn id="69" presetID="10" presetClass="entr" presetSubtype="0" fill="hold" grpId="22" nodeType="withEffect">
                      <p:stCondLst>
                        <p:cond delay="2200"/>
                      </p:stCondLst>
                      <p:childTnLst>
                        <p:set>
                          <p:cBhvr>
                            <p:cTn id="70" dur="1" fill="hold"/>
                            <p:tgtEl>
                              <p:spTgt spid="8"/>
                            </p:tgtEl>
                            <p:attrNameLst>
                              <p:attrName>style.visibility</p:attrName>
                            </p:attrNameLst>
                          </p:cBhvr>
                          <p:to>
                            <p:strVal val="visible"/>
                          </p:to>
                        </p:set>
                        <p:animEffect transition="in" filter="fade">
                          <p:cBhvr>
                            <p:cTn id="71" dur="600"/>
                            <p:tgtEl>
                              <p:spTgt spid="8"/>
                            </p:tgtEl>
                          </p:cBhvr>
                        </p:animEffect>
                      </p:childTnLst>
                    </p:cTn>
                  </p:par>
                  <p:par>
                    <p:cTn id="72" presetID="10" presetClass="entr" presetSubtype="0" fill="hold" grpId="23" nodeType="withEffect">
                      <p:stCondLst>
                        <p:cond delay="2300"/>
                      </p:stCondLst>
                      <p:childTnLst>
                        <p:set>
                          <p:cBhvr>
                            <p:cTn id="73" dur="1" fill="hold"/>
                            <p:tgtEl>
                              <p:spTgt spid="9"/>
                            </p:tgtEl>
                            <p:attrNameLst>
                              <p:attrName>style.visibility</p:attrName>
                            </p:attrNameLst>
                          </p:cBhvr>
                          <p:to>
                            <p:strVal val="visible"/>
                          </p:to>
                        </p:set>
                        <p:animEffect transition="in" filter="fade">
                          <p:cBhvr>
                            <p:cTn id="74" dur="600"/>
                            <p:tgtEl>
                              <p:spTgt spid="9"/>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0D1117"/>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transition spd="fast">
    <p:push dir="u"/>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5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5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5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5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5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5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5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5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5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5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5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5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5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5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5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500"/>
                            <p:tgtEl>
                              <p:spTgt spid="515"/>
                            </p:tgtEl>
                          </p:cBhvr>
                        </p:animEffect>
                      </p:childTnLst>
                    </p:cTn>
                  </p:par>
                  <p:par>
                    <p:cTn id="51" presetID="10" presetClass="entr" presetSubtype="0" fill="hold" grpId="16" nodeType="withEffect">
                      <p:stCondLst>
                        <p:cond delay="1600"/>
                      </p:stCondLst>
                      <p:childTnLst>
                        <p:set>
                          <p:cBhvr>
                            <p:cTn id="52" dur="1" fill="hold"/>
                            <p:tgtEl>
                              <p:spTgt spid="2"/>
                            </p:tgtEl>
                            <p:attrNameLst>
                              <p:attrName>style.visibility</p:attrName>
                            </p:attrNameLst>
                          </p:cBhvr>
                          <p:to>
                            <p:strVal val="visible"/>
                          </p:to>
                        </p:set>
                        <p:animEffect transition="in" filter="fade">
                          <p:cBhvr>
                            <p:cTn id="53" dur="500"/>
                            <p:tgtEl>
                              <p:spTgt spid="2"/>
                            </p:tgtEl>
                          </p:cBhvr>
                        </p:animEffect>
                      </p:childTnLst>
                    </p:cTn>
                  </p:par>
                  <p:par>
                    <p:cTn id="54" presetID="10" presetClass="entr" presetSubtype="0" fill="hold" grpId="17" nodeType="withEffect">
                      <p:stCondLst>
                        <p:cond delay="1700"/>
                      </p:stCondLst>
                      <p:childTnLst>
                        <p:set>
                          <p:cBhvr>
                            <p:cTn id="55" dur="1" fill="hold"/>
                            <p:tgtEl>
                              <p:spTgt spid="3"/>
                            </p:tgtEl>
                            <p:attrNameLst>
                              <p:attrName>style.visibility</p:attrName>
                            </p:attrNameLst>
                          </p:cBhvr>
                          <p:to>
                            <p:strVal val="visible"/>
                          </p:to>
                        </p:set>
                        <p:animEffect transition="in" filter="fade">
                          <p:cBhvr>
                            <p:cTn id="56" dur="500"/>
                            <p:tgtEl>
                              <p:spTgt spid="3"/>
                            </p:tgtEl>
                          </p:cBhvr>
                        </p:animEffect>
                      </p:childTnLst>
                    </p:cTn>
                  </p:par>
                  <p:par>
                    <p:cTn id="57" presetID="10" presetClass="entr" presetSubtype="0" fill="hold" grpId="18" nodeType="withEffect">
                      <p:stCondLst>
                        <p:cond delay="1800"/>
                      </p:stCondLst>
                      <p:childTnLst>
                        <p:set>
                          <p:cBhvr>
                            <p:cTn id="58" dur="1" fill="hold"/>
                            <p:tgtEl>
                              <p:spTgt spid="4"/>
                            </p:tgtEl>
                            <p:attrNameLst>
                              <p:attrName>style.visibility</p:attrName>
                            </p:attrNameLst>
                          </p:cBhvr>
                          <p:to>
                            <p:strVal val="visible"/>
                          </p:to>
                        </p:set>
                        <p:animEffect transition="in" filter="fade">
                          <p:cBhvr>
                            <p:cTn id="59" dur="500"/>
                            <p:tgtEl>
                              <p:spTgt spid="4"/>
                            </p:tgtEl>
                          </p:cBhvr>
                        </p:animEffect>
                      </p:childTnLst>
                    </p:cTn>
                  </p:par>
                  <p:par>
                    <p:cTn id="60" presetID="10" presetClass="entr" presetSubtype="0" fill="hold" grpId="19" nodeType="withEffect">
                      <p:stCondLst>
                        <p:cond delay="1900"/>
                      </p:stCondLst>
                      <p:childTnLst>
                        <p:set>
                          <p:cBhvr>
                            <p:cTn id="61" dur="1" fill="hold"/>
                            <p:tgtEl>
                              <p:spTgt spid="5"/>
                            </p:tgtEl>
                            <p:attrNameLst>
                              <p:attrName>style.visibility</p:attrName>
                            </p:attrNameLst>
                          </p:cBhvr>
                          <p:to>
                            <p:strVal val="visible"/>
                          </p:to>
                        </p:set>
                        <p:animEffect transition="in" filter="fade">
                          <p:cBhvr>
                            <p:cTn id="62" dur="500"/>
                            <p:tgtEl>
                              <p:spTgt spid="5"/>
                            </p:tgtEl>
                          </p:cBhvr>
                        </p:animEffect>
                      </p:childTnLst>
                    </p:cTn>
                  </p:par>
                  <p:par>
                    <p:cTn id="63" presetID="10" presetClass="entr" presetSubtype="0" fill="hold" grpId="20" nodeType="withEffect">
                      <p:stCondLst>
                        <p:cond delay="2000"/>
                      </p:stCondLst>
                      <p:childTnLst>
                        <p:set>
                          <p:cBhvr>
                            <p:cTn id="64" dur="1" fill="hold"/>
                            <p:tgtEl>
                              <p:spTgt spid="6"/>
                            </p:tgtEl>
                            <p:attrNameLst>
                              <p:attrName>style.visibility</p:attrName>
                            </p:attrNameLst>
                          </p:cBhvr>
                          <p:to>
                            <p:strVal val="visible"/>
                          </p:to>
                        </p:set>
                        <p:animEffect transition="in" filter="fade">
                          <p:cBhvr>
                            <p:cTn id="65" dur="500"/>
                            <p:tgtEl>
                              <p:spTgt spid="6"/>
                            </p:tgtEl>
                          </p:cBhvr>
                        </p:animEffect>
                      </p:childTnLst>
                    </p:cTn>
                  </p:par>
                  <p:par>
                    <p:cTn id="66" presetID="10" presetClass="entr" presetSubtype="0" fill="hold" grpId="21" nodeType="withEffect">
                      <p:stCondLst>
                        <p:cond delay="2100"/>
                      </p:stCondLst>
                      <p:childTnLst>
                        <p:set>
                          <p:cBhvr>
                            <p:cTn id="67" dur="1" fill="hold"/>
                            <p:tgtEl>
                              <p:spTgt spid="7"/>
                            </p:tgtEl>
                            <p:attrNameLst>
                              <p:attrName>style.visibility</p:attrName>
                            </p:attrNameLst>
                          </p:cBhvr>
                          <p:to>
                            <p:strVal val="visible"/>
                          </p:to>
                        </p:set>
                        <p:animEffect transition="in" filter="fade">
                          <p:cBhvr>
                            <p:cTn id="68" dur="500"/>
                            <p:tgtEl>
                              <p:spTgt spid="7"/>
                            </p:tgtEl>
                          </p:cBhvr>
                        </p:animEffect>
                      </p:childTnLst>
                    </p:cTn>
                  </p:par>
                  <p:par>
                    <p:cTn id="69" presetID="10" presetClass="entr" presetSubtype="0" fill="hold" grpId="22" nodeType="withEffect">
                      <p:stCondLst>
                        <p:cond delay="2200"/>
                      </p:stCondLst>
                      <p:childTnLst>
                        <p:set>
                          <p:cBhvr>
                            <p:cTn id="70" dur="1" fill="hold"/>
                            <p:tgtEl>
                              <p:spTgt spid="8"/>
                            </p:tgtEl>
                            <p:attrNameLst>
                              <p:attrName>style.visibility</p:attrName>
                            </p:attrNameLst>
                          </p:cBhvr>
                          <p:to>
                            <p:strVal val="visible"/>
                          </p:to>
                        </p:set>
                        <p:animEffect transition="in" filter="fade">
                          <p:cBhvr>
                            <p:cTn id="71" dur="500"/>
                            <p:tgtEl>
                              <p:spTgt spid="8"/>
                            </p:tgtEl>
                          </p:cBhvr>
                        </p:animEffect>
                      </p:childTnLst>
                    </p:cTn>
                  </p:par>
                  <p:par>
                    <p:cTn id="72" presetID="10" presetClass="entr" presetSubtype="0" fill="hold" grpId="23" nodeType="withEffect">
                      <p:stCondLst>
                        <p:cond delay="2300"/>
                      </p:stCondLst>
                      <p:childTnLst>
                        <p:set>
                          <p:cBhvr>
                            <p:cTn id="73" dur="1" fill="hold"/>
                            <p:tgtEl>
                              <p:spTgt spid="9"/>
                            </p:tgtEl>
                            <p:attrNameLst>
                              <p:attrName>style.visibility</p:attrName>
                            </p:attrNameLst>
                          </p:cBhvr>
                          <p:to>
                            <p:strVal val="visible"/>
                          </p:to>
                        </p:set>
                        <p:animEffect transition="in" filter="fade">
                          <p:cBhvr>
                            <p:cTn id="74" dur="500"/>
                            <p:tgtEl>
                              <p:spTgt spid="9"/>
                            </p:tgtEl>
                          </p:cBhvr>
                        </p:animEffect>
                      </p:childTnLst>
                    </p:cTn>
                  </p:par>
                  <p:par>
                    <p:cTn id="75" presetID="10" presetClass="entr" presetSubtype="0" fill="hold" grpId="24" nodeType="withEffect">
                      <p:stCondLst>
                        <p:cond delay="2400"/>
                      </p:stCondLst>
                      <p:childTnLst>
                        <p:set>
                          <p:cBhvr>
                            <p:cTn id="76" dur="1" fill="hold"/>
                            <p:tgtEl>
                              <p:spTgt spid="10"/>
                            </p:tgtEl>
                            <p:attrNameLst>
                              <p:attrName>style.visibility</p:attrName>
                            </p:attrNameLst>
                          </p:cBhvr>
                          <p:to>
                            <p:strVal val="visible"/>
                          </p:to>
                        </p:set>
                        <p:animEffect transition="in" filter="fade">
                          <p:cBhvr>
                            <p:cTn id="77" dur="500"/>
                            <p:tgtEl>
                              <p:spTgt spid="10"/>
                            </p:tgtEl>
                          </p:cBhvr>
                        </p:animEffect>
                      </p:childTnLst>
                    </p:cTn>
                  </p:par>
                  <p:par>
                    <p:cTn id="78" presetID="10" presetClass="entr" presetSubtype="0" fill="hold" grpId="25" nodeType="withEffect">
                      <p:stCondLst>
                        <p:cond delay="2500"/>
                      </p:stCondLst>
                      <p:childTnLst>
                        <p:set>
                          <p:cBhvr>
                            <p:cTn id="79" dur="1" fill="hold"/>
                            <p:tgtEl>
                              <p:spTgt spid="11"/>
                            </p:tgtEl>
                            <p:attrNameLst>
                              <p:attrName>style.visibility</p:attrName>
                            </p:attrNameLst>
                          </p:cBhvr>
                          <p:to>
                            <p:strVal val="visible"/>
                          </p:to>
                        </p:set>
                        <p:animEffect transition="in" filter="fade">
                          <p:cBhvr>
                            <p:cTn id="80" dur="500"/>
                            <p:tgtEl>
                              <p:spTgt spid="11"/>
                            </p:tgtEl>
                          </p:cBhvr>
                        </p:animEffect>
                      </p:childTnLst>
                    </p:cTn>
                  </p:par>
                  <p:par>
                    <p:cTn id="81" presetID="10" presetClass="entr" presetSubtype="0" fill="hold" grpId="26" nodeType="withEffect">
                      <p:stCondLst>
                        <p:cond delay="2600"/>
                      </p:stCondLst>
                      <p:childTnLst>
                        <p:set>
                          <p:cBhvr>
                            <p:cTn id="82" dur="1" fill="hold"/>
                            <p:tgtEl>
                              <p:spTgt spid="12"/>
                            </p:tgtEl>
                            <p:attrNameLst>
                              <p:attrName>style.visibility</p:attrName>
                            </p:attrNameLst>
                          </p:cBhvr>
                          <p:to>
                            <p:strVal val="visible"/>
                          </p:to>
                        </p:set>
                        <p:animEffect transition="in" filter="fade">
                          <p:cBhvr>
                            <p:cTn id="83" dur="500"/>
                            <p:tgtEl>
                              <p:spTgt spid="12"/>
                            </p:tgtEl>
                          </p:cBhvr>
                        </p:animEffect>
                      </p:childTnLst>
                    </p:cTn>
                  </p:par>
                  <p:par>
                    <p:cTn id="84" presetID="10" presetClass="entr" presetSubtype="0" fill="hold" grpId="27" nodeType="withEffect">
                      <p:stCondLst>
                        <p:cond delay="2700"/>
                      </p:stCondLst>
                      <p:childTnLst>
                        <p:set>
                          <p:cBhvr>
                            <p:cTn id="85" dur="1" fill="hold"/>
                            <p:tgtEl>
                              <p:spTgt spid="13"/>
                            </p:tgtEl>
                            <p:attrNameLst>
                              <p:attrName>style.visibility</p:attrName>
                            </p:attrNameLst>
                          </p:cBhvr>
                          <p:to>
                            <p:strVal val="visible"/>
                          </p:to>
                        </p:set>
                        <p:animEffect transition="in" filter="fade">
                          <p:cBhvr>
                            <p:cTn id="86" dur="500"/>
                            <p:tgtEl>
                              <p:spTgt spid="13"/>
                            </p:tgtEl>
                          </p:cBhvr>
                        </p:animEffect>
                      </p:childTnLst>
                    </p:cTn>
                  </p:par>
                  <p:par>
                    <p:cTn id="87" presetID="10" presetClass="entr" presetSubtype="0" fill="hold" grpId="28" nodeType="withEffect">
                      <p:stCondLst>
                        <p:cond delay="2800"/>
                      </p:stCondLst>
                      <p:childTnLst>
                        <p:set>
                          <p:cBhvr>
                            <p:cTn id="88" dur="1" fill="hold"/>
                            <p:tgtEl>
                              <p:spTgt spid="14"/>
                            </p:tgtEl>
                            <p:attrNameLst>
                              <p:attrName>style.visibility</p:attrName>
                            </p:attrNameLst>
                          </p:cBhvr>
                          <p:to>
                            <p:strVal val="visible"/>
                          </p:to>
                        </p:set>
                        <p:animEffect transition="in" filter="fade">
                          <p:cBhvr>
                            <p:cTn id="89" dur="500"/>
                            <p:tgtEl>
                              <p:spTgt spid="14"/>
                            </p:tgtEl>
                          </p:cBhvr>
                        </p:animEffect>
                      </p:childTnLst>
                    </p:cTn>
                  </p:par>
                  <p:par>
                    <p:cTn id="90" presetID="10" presetClass="entr" presetSubtype="0" fill="hold" grpId="29" nodeType="withEffect">
                      <p:stCondLst>
                        <p:cond delay="2900"/>
                      </p:stCondLst>
                      <p:childTnLst>
                        <p:set>
                          <p:cBhvr>
                            <p:cTn id="91" dur="1" fill="hold"/>
                            <p:tgtEl>
                              <p:spTgt spid="15"/>
                            </p:tgtEl>
                            <p:attrNameLst>
                              <p:attrName>style.visibility</p:attrName>
                            </p:attrNameLst>
                          </p:cBhvr>
                          <p:to>
                            <p:strVal val="visible"/>
                          </p:to>
                        </p:set>
                        <p:animEffect transition="in" filter="fade">
                          <p:cBhvr>
                            <p:cTn id="92" dur="500"/>
                            <p:tgtEl>
                              <p:spTgt spid="15"/>
                            </p:tgtEl>
                          </p:cBhvr>
                        </p:animEffect>
                      </p:childTnLst>
                    </p:cTn>
                  </p:par>
                  <p:par>
                    <p:cTn id="93" presetID="10" presetClass="entr" presetSubtype="0" fill="hold" grpId="30" nodeType="withEffect">
                      <p:stCondLst>
                        <p:cond delay="3000"/>
                      </p:stCondLst>
                      <p:childTnLst>
                        <p:set>
                          <p:cBhvr>
                            <p:cTn id="94" dur="1" fill="hold"/>
                            <p:tgtEl>
                              <p:spTgt spid="16"/>
                            </p:tgtEl>
                            <p:attrNameLst>
                              <p:attrName>style.visibility</p:attrName>
                            </p:attrNameLst>
                          </p:cBhvr>
                          <p:to>
                            <p:strVal val="visible"/>
                          </p:to>
                        </p:set>
                        <p:animEffect transition="in" filter="fade">
                          <p:cBhvr>
                            <p:cTn id="95" dur="500"/>
                            <p:tgtEl>
                              <p:spTgt spid="16"/>
                            </p:tgtEl>
                          </p:cBhvr>
                        </p:animEffect>
                      </p:childTnLst>
                    </p:cTn>
                  </p:par>
                  <p:par>
                    <p:cTn id="96" presetID="10" presetClass="entr" presetSubtype="0" fill="hold" grpId="31" nodeType="withEffect">
                      <p:stCondLst>
                        <p:cond delay="3100"/>
                      </p:stCondLst>
                      <p:childTnLst>
                        <p:set>
                          <p:cBhvr>
                            <p:cTn id="97" dur="1" fill="hold"/>
                            <p:tgtEl>
                              <p:spTgt spid="17"/>
                            </p:tgtEl>
                            <p:attrNameLst>
                              <p:attrName>style.visibility</p:attrName>
                            </p:attrNameLst>
                          </p:cBhvr>
                          <p:to>
                            <p:strVal val="visible"/>
                          </p:to>
                        </p:set>
                        <p:animEffect transition="in" filter="fade">
                          <p:cBhvr>
                            <p:cTn id="98" dur="500"/>
                            <p:tgtEl>
                              <p:spTgt spid="17"/>
                            </p:tgtEl>
                          </p:cBhvr>
                        </p:animEffect>
                      </p:childTnLst>
                    </p:cTn>
                  </p:par>
                  <p:par>
                    <p:cTn id="99" presetID="10" presetClass="entr" presetSubtype="0" fill="hold" grpId="32" nodeType="withEffect">
                      <p:stCondLst>
                        <p:cond delay="3200"/>
                      </p:stCondLst>
                      <p:childTnLst>
                        <p:set>
                          <p:cBhvr>
                            <p:cTn id="100" dur="1" fill="hold"/>
                            <p:tgtEl>
                              <p:spTgt spid="18"/>
                            </p:tgtEl>
                            <p:attrNameLst>
                              <p:attrName>style.visibility</p:attrName>
                            </p:attrNameLst>
                          </p:cBhvr>
                          <p:to>
                            <p:strVal val="visible"/>
                          </p:to>
                        </p:set>
                        <p:animEffect transition="in" filter="fade">
                          <p:cBhvr>
                            <p:cTn id="101" dur="500"/>
                            <p:tgtEl>
                              <p:spTgt spid="18"/>
                            </p:tgtEl>
                          </p:cBhvr>
                        </p:animEffect>
                      </p:childTnLst>
                    </p:cTn>
                  </p:par>
                  <p:par>
                    <p:cTn id="102" presetID="10" presetClass="entr" presetSubtype="0" fill="hold" grpId="33" nodeType="withEffect">
                      <p:stCondLst>
                        <p:cond delay="3300"/>
                      </p:stCondLst>
                      <p:childTnLst>
                        <p:set>
                          <p:cBhvr>
                            <p:cTn id="103" dur="1" fill="hold"/>
                            <p:tgtEl>
                              <p:spTgt spid="19"/>
                            </p:tgtEl>
                            <p:attrNameLst>
                              <p:attrName>style.visibility</p:attrName>
                            </p:attrNameLst>
                          </p:cBhvr>
                          <p:to>
                            <p:strVal val="visible"/>
                          </p:to>
                        </p:set>
                        <p:animEffect transition="in" filter="fade">
                          <p:cBhvr>
                            <p:cTn id="104" dur="500"/>
                            <p:tgtEl>
                              <p:spTgt spid="19"/>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P spid="18" grpId="32" uiExpand="1" build="p"/>
      <p:bldP spid="19" grpId="33"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transition spd="med">
    <p:wipe dir="l"/>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400"/>
                            <p:tgtEl>
                              <p:spTgt spid="500"/>
                            </p:tgtEl>
                          </p:cBhvr>
                        </p:animEffect>
                      </p:childTnLst>
                    </p:cTn>
                  </p:par>
                  <p:par>
                    <p:cTn id="6" presetID="10" presetClass="entr" presetSubtype="0" fill="hold" grpId="1" nodeType="withEffect">
                      <p:stCondLst>
                        <p:cond delay="80"/>
                      </p:stCondLst>
                      <p:childTnLst>
                        <p:set>
                          <p:cBhvr>
                            <p:cTn id="7" dur="1" fill="hold"/>
                            <p:tgtEl>
                              <p:spTgt spid="501"/>
                            </p:tgtEl>
                            <p:attrNameLst>
                              <p:attrName>style.visibility</p:attrName>
                            </p:attrNameLst>
                          </p:cBhvr>
                          <p:to>
                            <p:strVal val="visible"/>
                          </p:to>
                        </p:set>
                        <p:animEffect transition="in" filter="fade">
                          <p:cBhvr>
                            <p:cTn id="8" dur="400"/>
                            <p:tgtEl>
                              <p:spTgt spid="501"/>
                            </p:tgtEl>
                          </p:cBhvr>
                        </p:animEffect>
                      </p:childTnLst>
                    </p:cTn>
                  </p:par>
                  <p:par>
                    <p:cTn id="9" presetID="10" presetClass="entr" presetSubtype="0" fill="hold" grpId="2" nodeType="withEffect">
                      <p:stCondLst>
                        <p:cond delay="160"/>
                      </p:stCondLst>
                      <p:childTnLst>
                        <p:set>
                          <p:cBhvr>
                            <p:cTn id="10" dur="1" fill="hold"/>
                            <p:tgtEl>
                              <p:spTgt spid="502"/>
                            </p:tgtEl>
                            <p:attrNameLst>
                              <p:attrName>style.visibility</p:attrName>
                            </p:attrNameLst>
                          </p:cBhvr>
                          <p:to>
                            <p:strVal val="visible"/>
                          </p:to>
                        </p:set>
                        <p:animEffect transition="in" filter="fade">
                          <p:cBhvr>
                            <p:cTn id="11" dur="400"/>
                            <p:tgtEl>
                              <p:spTgt spid="502"/>
                            </p:tgtEl>
                          </p:cBhvr>
                        </p:animEffect>
                      </p:childTnLst>
                    </p:cTn>
                  </p:par>
                  <p:par>
                    <p:cTn id="12" presetID="10" presetClass="entr" presetSubtype="0" fill="hold" grpId="3" nodeType="withEffect">
                      <p:stCondLst>
                        <p:cond delay="240"/>
                      </p:stCondLst>
                      <p:childTnLst>
                        <p:set>
                          <p:cBhvr>
                            <p:cTn id="13" dur="1" fill="hold"/>
                            <p:tgtEl>
                              <p:spTgt spid="503"/>
                            </p:tgtEl>
                            <p:attrNameLst>
                              <p:attrName>style.visibility</p:attrName>
                            </p:attrNameLst>
                          </p:cBhvr>
                          <p:to>
                            <p:strVal val="visible"/>
                          </p:to>
                        </p:set>
                        <p:animEffect transition="in" filter="fade">
                          <p:cBhvr>
                            <p:cTn id="14" dur="400"/>
                            <p:tgtEl>
                              <p:spTgt spid="503"/>
                            </p:tgtEl>
                          </p:cBhvr>
                        </p:animEffect>
                      </p:childTnLst>
                    </p:cTn>
                  </p:par>
                  <p:par>
                    <p:cTn id="15" presetID="10" presetClass="entr" presetSubtype="0" fill="hold" grpId="4" nodeType="withEffect">
                      <p:stCondLst>
                        <p:cond delay="320"/>
                      </p:stCondLst>
                      <p:childTnLst>
                        <p:set>
                          <p:cBhvr>
                            <p:cTn id="16" dur="1" fill="hold"/>
                            <p:tgtEl>
                              <p:spTgt spid="504"/>
                            </p:tgtEl>
                            <p:attrNameLst>
                              <p:attrName>style.visibility</p:attrName>
                            </p:attrNameLst>
                          </p:cBhvr>
                          <p:to>
                            <p:strVal val="visible"/>
                          </p:to>
                        </p:set>
                        <p:animEffect transition="in" filter="fade">
                          <p:cBhvr>
                            <p:cTn id="17" dur="400"/>
                            <p:tgtEl>
                              <p:spTgt spid="504"/>
                            </p:tgtEl>
                          </p:cBhvr>
                        </p:animEffect>
                      </p:childTnLst>
                    </p:cTn>
                  </p:par>
                  <p:par>
                    <p:cTn id="18" presetID="10" presetClass="entr" presetSubtype="0" fill="hold" grpId="5" nodeType="withEffect">
                      <p:stCondLst>
                        <p:cond delay="400"/>
                      </p:stCondLst>
                      <p:childTnLst>
                        <p:set>
                          <p:cBhvr>
                            <p:cTn id="19" dur="1" fill="hold"/>
                            <p:tgtEl>
                              <p:spTgt spid="505"/>
                            </p:tgtEl>
                            <p:attrNameLst>
                              <p:attrName>style.visibility</p:attrName>
                            </p:attrNameLst>
                          </p:cBhvr>
                          <p:to>
                            <p:strVal val="visible"/>
                          </p:to>
                        </p:set>
                        <p:animEffect transition="in" filter="fade">
                          <p:cBhvr>
                            <p:cTn id="20" dur="400"/>
                            <p:tgtEl>
                              <p:spTgt spid="505"/>
                            </p:tgtEl>
                          </p:cBhvr>
                        </p:animEffect>
                      </p:childTnLst>
                    </p:cTn>
                  </p:par>
                  <p:par>
                    <p:cTn id="21" presetID="10" presetClass="entr" presetSubtype="0" fill="hold" grpId="6" nodeType="withEffect">
                      <p:stCondLst>
                        <p:cond delay="480"/>
                      </p:stCondLst>
                      <p:childTnLst>
                        <p:set>
                          <p:cBhvr>
                            <p:cTn id="22" dur="1" fill="hold"/>
                            <p:tgtEl>
                              <p:spTgt spid="506"/>
                            </p:tgtEl>
                            <p:attrNameLst>
                              <p:attrName>style.visibility</p:attrName>
                            </p:attrNameLst>
                          </p:cBhvr>
                          <p:to>
                            <p:strVal val="visible"/>
                          </p:to>
                        </p:set>
                        <p:animEffect transition="in" filter="fade">
                          <p:cBhvr>
                            <p:cTn id="23" dur="400"/>
                            <p:tgtEl>
                              <p:spTgt spid="506"/>
                            </p:tgtEl>
                          </p:cBhvr>
                        </p:animEffect>
                      </p:childTnLst>
                    </p:cTn>
                  </p:par>
                  <p:par>
                    <p:cTn id="24" presetID="10" presetClass="entr" presetSubtype="0" fill="hold" grpId="7" nodeType="withEffect">
                      <p:stCondLst>
                        <p:cond delay="560"/>
                      </p:stCondLst>
                      <p:childTnLst>
                        <p:set>
                          <p:cBhvr>
                            <p:cTn id="25" dur="1" fill="hold"/>
                            <p:tgtEl>
                              <p:spTgt spid="507"/>
                            </p:tgtEl>
                            <p:attrNameLst>
                              <p:attrName>style.visibility</p:attrName>
                            </p:attrNameLst>
                          </p:cBhvr>
                          <p:to>
                            <p:strVal val="visible"/>
                          </p:to>
                        </p:set>
                        <p:animEffect transition="in" filter="fade">
                          <p:cBhvr>
                            <p:cTn id="26" dur="400"/>
                            <p:tgtEl>
                              <p:spTgt spid="507"/>
                            </p:tgtEl>
                          </p:cBhvr>
                        </p:animEffect>
                      </p:childTnLst>
                    </p:cTn>
                  </p:par>
                  <p:par>
                    <p:cTn id="27" presetID="10" presetClass="entr" presetSubtype="0" fill="hold" grpId="8" nodeType="withEffect">
                      <p:stCondLst>
                        <p:cond delay="640"/>
                      </p:stCondLst>
                      <p:childTnLst>
                        <p:set>
                          <p:cBhvr>
                            <p:cTn id="28" dur="1" fill="hold"/>
                            <p:tgtEl>
                              <p:spTgt spid="508"/>
                            </p:tgtEl>
                            <p:attrNameLst>
                              <p:attrName>style.visibility</p:attrName>
                            </p:attrNameLst>
                          </p:cBhvr>
                          <p:to>
                            <p:strVal val="visible"/>
                          </p:to>
                        </p:set>
                        <p:animEffect transition="in" filter="fade">
                          <p:cBhvr>
                            <p:cTn id="29" dur="400"/>
                            <p:tgtEl>
                              <p:spTgt spid="508"/>
                            </p:tgtEl>
                          </p:cBhvr>
                        </p:animEffect>
                      </p:childTnLst>
                    </p:cTn>
                  </p:par>
                  <p:par>
                    <p:cTn id="30" presetID="10" presetClass="entr" presetSubtype="0" fill="hold" grpId="9" nodeType="withEffect">
                      <p:stCondLst>
                        <p:cond delay="720"/>
                      </p:stCondLst>
                      <p:childTnLst>
                        <p:set>
                          <p:cBhvr>
                            <p:cTn id="31" dur="1" fill="hold"/>
                            <p:tgtEl>
                              <p:spTgt spid="509"/>
                            </p:tgtEl>
                            <p:attrNameLst>
                              <p:attrName>style.visibility</p:attrName>
                            </p:attrNameLst>
                          </p:cBhvr>
                          <p:to>
                            <p:strVal val="visible"/>
                          </p:to>
                        </p:set>
                        <p:animEffect transition="in" filter="fade">
                          <p:cBhvr>
                            <p:cTn id="32" dur="400"/>
                            <p:tgtEl>
                              <p:spTgt spid="509"/>
                            </p:tgtEl>
                          </p:cBhvr>
                        </p:animEffect>
                      </p:childTnLst>
                    </p:cTn>
                  </p:par>
                  <p:par>
                    <p:cTn id="33" presetID="10" presetClass="entr" presetSubtype="0" fill="hold" grpId="10" nodeType="withEffect">
                      <p:stCondLst>
                        <p:cond delay="800"/>
                      </p:stCondLst>
                      <p:childTnLst>
                        <p:set>
                          <p:cBhvr>
                            <p:cTn id="34" dur="1" fill="hold"/>
                            <p:tgtEl>
                              <p:spTgt spid="510"/>
                            </p:tgtEl>
                            <p:attrNameLst>
                              <p:attrName>style.visibility</p:attrName>
                            </p:attrNameLst>
                          </p:cBhvr>
                          <p:to>
                            <p:strVal val="visible"/>
                          </p:to>
                        </p:set>
                        <p:animEffect transition="in" filter="fade">
                          <p:cBhvr>
                            <p:cTn id="35" dur="400"/>
                            <p:tgtEl>
                              <p:spTgt spid="510"/>
                            </p:tgtEl>
                          </p:cBhvr>
                        </p:animEffect>
                      </p:childTnLst>
                    </p:cTn>
                  </p:par>
                  <p:par>
                    <p:cTn id="36" presetID="10" presetClass="entr" presetSubtype="0" fill="hold" grpId="11" nodeType="withEffect">
                      <p:stCondLst>
                        <p:cond delay="880"/>
                      </p:stCondLst>
                      <p:childTnLst>
                        <p:set>
                          <p:cBhvr>
                            <p:cTn id="37" dur="1" fill="hold"/>
                            <p:tgtEl>
                              <p:spTgt spid="511"/>
                            </p:tgtEl>
                            <p:attrNameLst>
                              <p:attrName>style.visibility</p:attrName>
                            </p:attrNameLst>
                          </p:cBhvr>
                          <p:to>
                            <p:strVal val="visible"/>
                          </p:to>
                        </p:set>
                        <p:animEffect transition="in" filter="fade">
                          <p:cBhvr>
                            <p:cTn id="38" dur="400"/>
                            <p:tgtEl>
                              <p:spTgt spid="511"/>
                            </p:tgtEl>
                          </p:cBhvr>
                        </p:animEffect>
                      </p:childTnLst>
                    </p:cTn>
                  </p:par>
                  <p:par>
                    <p:cTn id="39" presetID="10" presetClass="entr" presetSubtype="0" fill="hold" grpId="12" nodeType="withEffect">
                      <p:stCondLst>
                        <p:cond delay="960"/>
                      </p:stCondLst>
                      <p:childTnLst>
                        <p:set>
                          <p:cBhvr>
                            <p:cTn id="40" dur="1" fill="hold"/>
                            <p:tgtEl>
                              <p:spTgt spid="512"/>
                            </p:tgtEl>
                            <p:attrNameLst>
                              <p:attrName>style.visibility</p:attrName>
                            </p:attrNameLst>
                          </p:cBhvr>
                          <p:to>
                            <p:strVal val="visible"/>
                          </p:to>
                        </p:set>
                        <p:animEffect transition="in" filter="fade">
                          <p:cBhvr>
                            <p:cTn id="41" dur="400"/>
                            <p:tgtEl>
                              <p:spTgt spid="512"/>
                            </p:tgtEl>
                          </p:cBhvr>
                        </p:animEffect>
                      </p:childTnLst>
                    </p:cTn>
                  </p:par>
                  <p:par>
                    <p:cTn id="42" presetID="10" presetClass="entr" presetSubtype="0" fill="hold" grpId="13" nodeType="withEffect">
                      <p:stCondLst>
                        <p:cond delay="1040"/>
                      </p:stCondLst>
                      <p:childTnLst>
                        <p:set>
                          <p:cBhvr>
                            <p:cTn id="43" dur="1" fill="hold"/>
                            <p:tgtEl>
                              <p:spTgt spid="513"/>
                            </p:tgtEl>
                            <p:attrNameLst>
                              <p:attrName>style.visibility</p:attrName>
                            </p:attrNameLst>
                          </p:cBhvr>
                          <p:to>
                            <p:strVal val="visible"/>
                          </p:to>
                        </p:set>
                        <p:animEffect transition="in" filter="fade">
                          <p:cBhvr>
                            <p:cTn id="44" dur="400"/>
                            <p:tgtEl>
                              <p:spTgt spid="513"/>
                            </p:tgtEl>
                          </p:cBhvr>
                        </p:animEffect>
                      </p:childTnLst>
                    </p:cTn>
                  </p:par>
                  <p:par>
                    <p:cTn id="45" presetID="10" presetClass="entr" presetSubtype="0" fill="hold" grpId="14" nodeType="withEffect">
                      <p:stCondLst>
                        <p:cond delay="1120"/>
                      </p:stCondLst>
                      <p:childTnLst>
                        <p:set>
                          <p:cBhvr>
                            <p:cTn id="46" dur="1" fill="hold"/>
                            <p:tgtEl>
                              <p:spTgt spid="514"/>
                            </p:tgtEl>
                            <p:attrNameLst>
                              <p:attrName>style.visibility</p:attrName>
                            </p:attrNameLst>
                          </p:cBhvr>
                          <p:to>
                            <p:strVal val="visible"/>
                          </p:to>
                        </p:set>
                        <p:animEffect transition="in" filter="fade">
                          <p:cBhvr>
                            <p:cTn id="47" dur="400"/>
                            <p:tgtEl>
                              <p:spTgt spid="514"/>
                            </p:tgtEl>
                          </p:cBhvr>
                        </p:animEffect>
                      </p:childTnLst>
                    </p:cTn>
                  </p:par>
                  <p:par>
                    <p:cTn id="48" presetID="10" presetClass="entr" presetSubtype="0" fill="hold" grpId="15" nodeType="withEffect">
                      <p:stCondLst>
                        <p:cond delay="1200"/>
                      </p:stCondLst>
                      <p:childTnLst>
                        <p:set>
                          <p:cBhvr>
                            <p:cTn id="49" dur="1" fill="hold"/>
                            <p:tgtEl>
                              <p:spTgt spid="515"/>
                            </p:tgtEl>
                            <p:attrNameLst>
                              <p:attrName>style.visibility</p:attrName>
                            </p:attrNameLst>
                          </p:cBhvr>
                          <p:to>
                            <p:strVal val="visible"/>
                          </p:to>
                        </p:set>
                        <p:animEffect transition="in" filter="fade">
                          <p:cBhvr>
                            <p:cTn id="50" dur="400"/>
                            <p:tgtEl>
                              <p:spTgt spid="515"/>
                            </p:tgtEl>
                          </p:cBhvr>
                        </p:animEffect>
                      </p:childTnLst>
                    </p:cTn>
                  </p:par>
                  <p:par>
                    <p:cTn id="51" presetID="10" presetClass="entr" presetSubtype="0" fill="hold" grpId="16" nodeType="withEffect">
                      <p:stCondLst>
                        <p:cond delay="1280"/>
                      </p:stCondLst>
                      <p:childTnLst>
                        <p:set>
                          <p:cBhvr>
                            <p:cTn id="52" dur="1" fill="hold"/>
                            <p:tgtEl>
                              <p:spTgt spid="2"/>
                            </p:tgtEl>
                            <p:attrNameLst>
                              <p:attrName>style.visibility</p:attrName>
                            </p:attrNameLst>
                          </p:cBhvr>
                          <p:to>
                            <p:strVal val="visible"/>
                          </p:to>
                        </p:set>
                        <p:animEffect transition="in" filter="fade">
                          <p:cBhvr>
                            <p:cTn id="53" dur="400"/>
                            <p:tgtEl>
                              <p:spTgt spid="2"/>
                            </p:tgtEl>
                          </p:cBhvr>
                        </p:animEffect>
                      </p:childTnLst>
                    </p:cTn>
                  </p:par>
                  <p:par>
                    <p:cTn id="54" presetID="10" presetClass="entr" presetSubtype="0" fill="hold" grpId="17" nodeType="withEffect">
                      <p:stCondLst>
                        <p:cond delay="1360"/>
                      </p:stCondLst>
                      <p:childTnLst>
                        <p:set>
                          <p:cBhvr>
                            <p:cTn id="55" dur="1" fill="hold"/>
                            <p:tgtEl>
                              <p:spTgt spid="3"/>
                            </p:tgtEl>
                            <p:attrNameLst>
                              <p:attrName>style.visibility</p:attrName>
                            </p:attrNameLst>
                          </p:cBhvr>
                          <p:to>
                            <p:strVal val="visible"/>
                          </p:to>
                        </p:set>
                        <p:animEffect transition="in" filter="fade">
                          <p:cBhvr>
                            <p:cTn id="56" dur="400"/>
                            <p:tgtEl>
                              <p:spTgt spid="3"/>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transition spd="fast">
    <p:wheel spokes="4"/>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0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0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0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0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0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0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0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0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0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10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20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30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40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5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60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170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180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190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0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10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par>
                    <p:cTn id="69" presetID="10" presetClass="entr" presetSubtype="0" fill="hold" grpId="22" nodeType="withEffect">
                      <p:stCondLst>
                        <p:cond delay="2200"/>
                      </p:stCondLst>
                      <p:childTnLst>
                        <p:set>
                          <p:cBhvr>
                            <p:cTn id="70" dur="1" fill="hold"/>
                            <p:tgtEl>
                              <p:spTgt spid="8"/>
                            </p:tgtEl>
                            <p:attrNameLst>
                              <p:attrName>style.visibility</p:attrName>
                            </p:attrNameLst>
                          </p:cBhvr>
                          <p:to>
                            <p:strVal val="visible"/>
                          </p:to>
                        </p:set>
                        <p:animEffect transition="in" filter="fade">
                          <p:cBhvr>
                            <p:cTn id="71" dur="600"/>
                            <p:tgtEl>
                              <p:spTgt spid="8"/>
                            </p:tgtEl>
                          </p:cBhvr>
                        </p:animEffect>
                      </p:childTnLst>
                    </p:cTn>
                  </p:par>
                  <p:par>
                    <p:cTn id="72" presetID="10" presetClass="entr" presetSubtype="0" fill="hold" grpId="23" nodeType="withEffect">
                      <p:stCondLst>
                        <p:cond delay="2300"/>
                      </p:stCondLst>
                      <p:childTnLst>
                        <p:set>
                          <p:cBhvr>
                            <p:cTn id="73" dur="1" fill="hold"/>
                            <p:tgtEl>
                              <p:spTgt spid="9"/>
                            </p:tgtEl>
                            <p:attrNameLst>
                              <p:attrName>style.visibility</p:attrName>
                            </p:attrNameLst>
                          </p:cBhvr>
                          <p:to>
                            <p:strVal val="visible"/>
                          </p:to>
                        </p:set>
                        <p:animEffect transition="in" filter="fade">
                          <p:cBhvr>
                            <p:cTn id="74" dur="600"/>
                            <p:tgtEl>
                              <p:spTgt spid="9"/>
                            </p:tgtEl>
                          </p:cBhvr>
                        </p:animEffect>
                      </p:childTnLst>
                    </p:cTn>
                  </p:par>
                  <p:par>
                    <p:cTn id="75" presetID="10" presetClass="entr" presetSubtype="0" fill="hold" grpId="24" nodeType="withEffect">
                      <p:stCondLst>
                        <p:cond delay="2400"/>
                      </p:stCondLst>
                      <p:childTnLst>
                        <p:set>
                          <p:cBhvr>
                            <p:cTn id="76" dur="1" fill="hold"/>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25" nodeType="withEffect">
                      <p:stCondLst>
                        <p:cond delay="2500"/>
                      </p:stCondLst>
                      <p:childTnLst>
                        <p:set>
                          <p:cBhvr>
                            <p:cTn id="79" dur="1" fill="hold"/>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26" nodeType="withEffect">
                      <p:stCondLst>
                        <p:cond delay="2600"/>
                      </p:stCondLst>
                      <p:childTnLst>
                        <p:set>
                          <p:cBhvr>
                            <p:cTn id="82" dur="1" fill="hold"/>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10" presetClass="entr" presetSubtype="0" fill="hold" grpId="27" nodeType="withEffect">
                      <p:stCondLst>
                        <p:cond delay="2700"/>
                      </p:stCondLst>
                      <p:childTnLst>
                        <p:set>
                          <p:cBhvr>
                            <p:cTn id="85" dur="1" fill="hold"/>
                            <p:tgtEl>
                              <p:spTgt spid="13"/>
                            </p:tgtEl>
                            <p:attrNameLst>
                              <p:attrName>style.visibility</p:attrName>
                            </p:attrNameLst>
                          </p:cBhvr>
                          <p:to>
                            <p:strVal val="visible"/>
                          </p:to>
                        </p:set>
                        <p:animEffect transition="in" filter="fade">
                          <p:cBhvr>
                            <p:cTn id="86" dur="600"/>
                            <p:tgtEl>
                              <p:spTgt spid="13"/>
                            </p:tgtEl>
                          </p:cBhvr>
                        </p:animEffect>
                      </p:childTnLst>
                    </p:cTn>
                  </p:par>
                  <p:par>
                    <p:cTn id="87" presetID="10" presetClass="entr" presetSubtype="0" fill="hold" grpId="28" nodeType="withEffect">
                      <p:stCondLst>
                        <p:cond delay="2800"/>
                      </p:stCondLst>
                      <p:childTnLst>
                        <p:set>
                          <p:cBhvr>
                            <p:cTn id="88" dur="1" fill="hold"/>
                            <p:tgtEl>
                              <p:spTgt spid="14"/>
                            </p:tgtEl>
                            <p:attrNameLst>
                              <p:attrName>style.visibility</p:attrName>
                            </p:attrNameLst>
                          </p:cBhvr>
                          <p:to>
                            <p:strVal val="visible"/>
                          </p:to>
                        </p:set>
                        <p:animEffect transition="in" filter="fade">
                          <p:cBhvr>
                            <p:cTn id="89" dur="600"/>
                            <p:tgtEl>
                              <p:spTgt spid="14"/>
                            </p:tgtEl>
                          </p:cBhvr>
                        </p:animEffect>
                      </p:childTnLst>
                    </p:cTn>
                  </p:par>
                  <p:par>
                    <p:cTn id="90" presetID="10" presetClass="entr" presetSubtype="0" fill="hold" grpId="29" nodeType="withEffect">
                      <p:stCondLst>
                        <p:cond delay="2900"/>
                      </p:stCondLst>
                      <p:childTnLst>
                        <p:set>
                          <p:cBhvr>
                            <p:cTn id="91" dur="1" fill="hold"/>
                            <p:tgtEl>
                              <p:spTgt spid="15"/>
                            </p:tgtEl>
                            <p:attrNameLst>
                              <p:attrName>style.visibility</p:attrName>
                            </p:attrNameLst>
                          </p:cBhvr>
                          <p:to>
                            <p:strVal val="visible"/>
                          </p:to>
                        </p:set>
                        <p:animEffect transition="in" filter="fade">
                          <p:cBhvr>
                            <p:cTn id="92" dur="600"/>
                            <p:tgtEl>
                              <p:spTgt spid="15"/>
                            </p:tgtEl>
                          </p:cBhvr>
                        </p:animEffect>
                      </p:childTnLst>
                    </p:cTn>
                  </p:par>
                  <p:par>
                    <p:cTn id="93" presetID="10" presetClass="entr" presetSubtype="0" fill="hold" grpId="30" nodeType="withEffect">
                      <p:stCondLst>
                        <p:cond delay="3000"/>
                      </p:stCondLst>
                      <p:childTnLst>
                        <p:set>
                          <p:cBhvr>
                            <p:cTn id="94" dur="1" fill="hold"/>
                            <p:tgtEl>
                              <p:spTgt spid="16"/>
                            </p:tgtEl>
                            <p:attrNameLst>
                              <p:attrName>style.visibility</p:attrName>
                            </p:attrNameLst>
                          </p:cBhvr>
                          <p:to>
                            <p:strVal val="visible"/>
                          </p:to>
                        </p:set>
                        <p:animEffect transition="in" filter="fade">
                          <p:cBhvr>
                            <p:cTn id="95" dur="600"/>
                            <p:tgtEl>
                              <p:spTgt spid="16"/>
                            </p:tgtEl>
                          </p:cBhvr>
                        </p:animEffect>
                      </p:childTnLst>
                    </p:cTn>
                  </p:par>
                  <p:par>
                    <p:cTn id="96" presetID="10" presetClass="entr" presetSubtype="0" fill="hold" grpId="31" nodeType="withEffect">
                      <p:stCondLst>
                        <p:cond delay="3100"/>
                      </p:stCondLst>
                      <p:childTnLst>
                        <p:set>
                          <p:cBhvr>
                            <p:cTn id="97" dur="1" fill="hold"/>
                            <p:tgtEl>
                              <p:spTgt spid="17"/>
                            </p:tgtEl>
                            <p:attrNameLst>
                              <p:attrName>style.visibility</p:attrName>
                            </p:attrNameLst>
                          </p:cBhvr>
                          <p:to>
                            <p:strVal val="visible"/>
                          </p:to>
                        </p:set>
                        <p:animEffect transition="in" filter="fade">
                          <p:cBhvr>
                            <p:cTn id="98" dur="600"/>
                            <p:tgtEl>
                              <p:spTgt spid="17"/>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0D1117"/>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transition spd="med">
    <p:split dir="horz" orient="out"/>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350"/>
                            <p:tgtEl>
                              <p:spTgt spid="500"/>
                            </p:tgtEl>
                          </p:cBhvr>
                        </p:animEffect>
                      </p:childTnLst>
                    </p:cTn>
                  </p:par>
                  <p:par>
                    <p:cTn id="6" presetID="10" presetClass="entr" presetSubtype="0" fill="hold" grpId="1" nodeType="withEffect">
                      <p:stCondLst>
                        <p:cond delay="70"/>
                      </p:stCondLst>
                      <p:childTnLst>
                        <p:set>
                          <p:cBhvr>
                            <p:cTn id="7" dur="1" fill="hold"/>
                            <p:tgtEl>
                              <p:spTgt spid="501"/>
                            </p:tgtEl>
                            <p:attrNameLst>
                              <p:attrName>style.visibility</p:attrName>
                            </p:attrNameLst>
                          </p:cBhvr>
                          <p:to>
                            <p:strVal val="visible"/>
                          </p:to>
                        </p:set>
                        <p:animEffect transition="in" filter="fade">
                          <p:cBhvr>
                            <p:cTn id="8" dur="350"/>
                            <p:tgtEl>
                              <p:spTgt spid="501"/>
                            </p:tgtEl>
                          </p:cBhvr>
                        </p:animEffect>
                      </p:childTnLst>
                    </p:cTn>
                  </p:par>
                  <p:par>
                    <p:cTn id="9" presetID="10" presetClass="entr" presetSubtype="0" fill="hold" grpId="2" nodeType="withEffect">
                      <p:stCondLst>
                        <p:cond delay="140"/>
                      </p:stCondLst>
                      <p:childTnLst>
                        <p:set>
                          <p:cBhvr>
                            <p:cTn id="10" dur="1" fill="hold"/>
                            <p:tgtEl>
                              <p:spTgt spid="502"/>
                            </p:tgtEl>
                            <p:attrNameLst>
                              <p:attrName>style.visibility</p:attrName>
                            </p:attrNameLst>
                          </p:cBhvr>
                          <p:to>
                            <p:strVal val="visible"/>
                          </p:to>
                        </p:set>
                        <p:animEffect transition="in" filter="fade">
                          <p:cBhvr>
                            <p:cTn id="11" dur="350"/>
                            <p:tgtEl>
                              <p:spTgt spid="502"/>
                            </p:tgtEl>
                          </p:cBhvr>
                        </p:animEffect>
                      </p:childTnLst>
                    </p:cTn>
                  </p:par>
                  <p:par>
                    <p:cTn id="12" presetID="10" presetClass="entr" presetSubtype="0" fill="hold" grpId="3" nodeType="withEffect">
                      <p:stCondLst>
                        <p:cond delay="210"/>
                      </p:stCondLst>
                      <p:childTnLst>
                        <p:set>
                          <p:cBhvr>
                            <p:cTn id="13" dur="1" fill="hold"/>
                            <p:tgtEl>
                              <p:spTgt spid="503"/>
                            </p:tgtEl>
                            <p:attrNameLst>
                              <p:attrName>style.visibility</p:attrName>
                            </p:attrNameLst>
                          </p:cBhvr>
                          <p:to>
                            <p:strVal val="visible"/>
                          </p:to>
                        </p:set>
                        <p:animEffect transition="in" filter="fade">
                          <p:cBhvr>
                            <p:cTn id="14" dur="350"/>
                            <p:tgtEl>
                              <p:spTgt spid="503"/>
                            </p:tgtEl>
                          </p:cBhvr>
                        </p:animEffect>
                      </p:childTnLst>
                    </p:cTn>
                  </p:par>
                  <p:par>
                    <p:cTn id="15" presetID="10" presetClass="entr" presetSubtype="0" fill="hold" grpId="4" nodeType="withEffect">
                      <p:stCondLst>
                        <p:cond delay="280"/>
                      </p:stCondLst>
                      <p:childTnLst>
                        <p:set>
                          <p:cBhvr>
                            <p:cTn id="16" dur="1" fill="hold"/>
                            <p:tgtEl>
                              <p:spTgt spid="504"/>
                            </p:tgtEl>
                            <p:attrNameLst>
                              <p:attrName>style.visibility</p:attrName>
                            </p:attrNameLst>
                          </p:cBhvr>
                          <p:to>
                            <p:strVal val="visible"/>
                          </p:to>
                        </p:set>
                        <p:animEffect transition="in" filter="fade">
                          <p:cBhvr>
                            <p:cTn id="17" dur="350"/>
                            <p:tgtEl>
                              <p:spTgt spid="504"/>
                            </p:tgtEl>
                          </p:cBhvr>
                        </p:animEffect>
                      </p:childTnLst>
                    </p:cTn>
                  </p:par>
                  <p:par>
                    <p:cTn id="18" presetID="10" presetClass="entr" presetSubtype="0" fill="hold" grpId="5" nodeType="withEffect">
                      <p:stCondLst>
                        <p:cond delay="350"/>
                      </p:stCondLst>
                      <p:childTnLst>
                        <p:set>
                          <p:cBhvr>
                            <p:cTn id="19" dur="1" fill="hold"/>
                            <p:tgtEl>
                              <p:spTgt spid="505"/>
                            </p:tgtEl>
                            <p:attrNameLst>
                              <p:attrName>style.visibility</p:attrName>
                            </p:attrNameLst>
                          </p:cBhvr>
                          <p:to>
                            <p:strVal val="visible"/>
                          </p:to>
                        </p:set>
                        <p:animEffect transition="in" filter="fade">
                          <p:cBhvr>
                            <p:cTn id="20" dur="350"/>
                            <p:tgtEl>
                              <p:spTgt spid="505"/>
                            </p:tgtEl>
                          </p:cBhvr>
                        </p:animEffect>
                      </p:childTnLst>
                    </p:cTn>
                  </p:par>
                  <p:par>
                    <p:cTn id="21" presetID="10" presetClass="entr" presetSubtype="0" fill="hold" grpId="6" nodeType="withEffect">
                      <p:stCondLst>
                        <p:cond delay="420"/>
                      </p:stCondLst>
                      <p:childTnLst>
                        <p:set>
                          <p:cBhvr>
                            <p:cTn id="22" dur="1" fill="hold"/>
                            <p:tgtEl>
                              <p:spTgt spid="506"/>
                            </p:tgtEl>
                            <p:attrNameLst>
                              <p:attrName>style.visibility</p:attrName>
                            </p:attrNameLst>
                          </p:cBhvr>
                          <p:to>
                            <p:strVal val="visible"/>
                          </p:to>
                        </p:set>
                        <p:animEffect transition="in" filter="fade">
                          <p:cBhvr>
                            <p:cTn id="23" dur="350"/>
                            <p:tgtEl>
                              <p:spTgt spid="506"/>
                            </p:tgtEl>
                          </p:cBhvr>
                        </p:animEffect>
                      </p:childTnLst>
                    </p:cTn>
                  </p:par>
                  <p:par>
                    <p:cTn id="24" presetID="10" presetClass="entr" presetSubtype="0" fill="hold" grpId="7" nodeType="withEffect">
                      <p:stCondLst>
                        <p:cond delay="490"/>
                      </p:stCondLst>
                      <p:childTnLst>
                        <p:set>
                          <p:cBhvr>
                            <p:cTn id="25" dur="1" fill="hold"/>
                            <p:tgtEl>
                              <p:spTgt spid="507"/>
                            </p:tgtEl>
                            <p:attrNameLst>
                              <p:attrName>style.visibility</p:attrName>
                            </p:attrNameLst>
                          </p:cBhvr>
                          <p:to>
                            <p:strVal val="visible"/>
                          </p:to>
                        </p:set>
                        <p:animEffect transition="in" filter="fade">
                          <p:cBhvr>
                            <p:cTn id="26" dur="350"/>
                            <p:tgtEl>
                              <p:spTgt spid="507"/>
                            </p:tgtEl>
                          </p:cBhvr>
                        </p:animEffect>
                      </p:childTnLst>
                    </p:cTn>
                  </p:par>
                  <p:par>
                    <p:cTn id="27" presetID="10" presetClass="entr" presetSubtype="0" fill="hold" grpId="8" nodeType="withEffect">
                      <p:stCondLst>
                        <p:cond delay="560"/>
                      </p:stCondLst>
                      <p:childTnLst>
                        <p:set>
                          <p:cBhvr>
                            <p:cTn id="28" dur="1" fill="hold"/>
                            <p:tgtEl>
                              <p:spTgt spid="508"/>
                            </p:tgtEl>
                            <p:attrNameLst>
                              <p:attrName>style.visibility</p:attrName>
                            </p:attrNameLst>
                          </p:cBhvr>
                          <p:to>
                            <p:strVal val="visible"/>
                          </p:to>
                        </p:set>
                        <p:animEffect transition="in" filter="fade">
                          <p:cBhvr>
                            <p:cTn id="29" dur="350"/>
                            <p:tgtEl>
                              <p:spTgt spid="508"/>
                            </p:tgtEl>
                          </p:cBhvr>
                        </p:animEffect>
                      </p:childTnLst>
                    </p:cTn>
                  </p:par>
                  <p:par>
                    <p:cTn id="30" presetID="10" presetClass="entr" presetSubtype="0" fill="hold" grpId="9" nodeType="withEffect">
                      <p:stCondLst>
                        <p:cond delay="630"/>
                      </p:stCondLst>
                      <p:childTnLst>
                        <p:set>
                          <p:cBhvr>
                            <p:cTn id="31" dur="1" fill="hold"/>
                            <p:tgtEl>
                              <p:spTgt spid="509"/>
                            </p:tgtEl>
                            <p:attrNameLst>
                              <p:attrName>style.visibility</p:attrName>
                            </p:attrNameLst>
                          </p:cBhvr>
                          <p:to>
                            <p:strVal val="visible"/>
                          </p:to>
                        </p:set>
                        <p:animEffect transition="in" filter="fade">
                          <p:cBhvr>
                            <p:cTn id="32" dur="350"/>
                            <p:tgtEl>
                              <p:spTgt spid="509"/>
                            </p:tgtEl>
                          </p:cBhvr>
                        </p:animEffect>
                      </p:childTnLst>
                    </p:cTn>
                  </p:par>
                  <p:par>
                    <p:cTn id="33" presetID="10" presetClass="entr" presetSubtype="0" fill="hold" grpId="10" nodeType="withEffect">
                      <p:stCondLst>
                        <p:cond delay="700"/>
                      </p:stCondLst>
                      <p:childTnLst>
                        <p:set>
                          <p:cBhvr>
                            <p:cTn id="34" dur="1" fill="hold"/>
                            <p:tgtEl>
                              <p:spTgt spid="510"/>
                            </p:tgtEl>
                            <p:attrNameLst>
                              <p:attrName>style.visibility</p:attrName>
                            </p:attrNameLst>
                          </p:cBhvr>
                          <p:to>
                            <p:strVal val="visible"/>
                          </p:to>
                        </p:set>
                        <p:animEffect transition="in" filter="fade">
                          <p:cBhvr>
                            <p:cTn id="35" dur="350"/>
                            <p:tgtEl>
                              <p:spTgt spid="510"/>
                            </p:tgtEl>
                          </p:cBhvr>
                        </p:animEffect>
                      </p:childTnLst>
                    </p:cTn>
                  </p:par>
                  <p:par>
                    <p:cTn id="36" presetID="10" presetClass="entr" presetSubtype="0" fill="hold" grpId="11" nodeType="withEffect">
                      <p:stCondLst>
                        <p:cond delay="770"/>
                      </p:stCondLst>
                      <p:childTnLst>
                        <p:set>
                          <p:cBhvr>
                            <p:cTn id="37" dur="1" fill="hold"/>
                            <p:tgtEl>
                              <p:spTgt spid="511"/>
                            </p:tgtEl>
                            <p:attrNameLst>
                              <p:attrName>style.visibility</p:attrName>
                            </p:attrNameLst>
                          </p:cBhvr>
                          <p:to>
                            <p:strVal val="visible"/>
                          </p:to>
                        </p:set>
                        <p:animEffect transition="in" filter="fade">
                          <p:cBhvr>
                            <p:cTn id="38" dur="350"/>
                            <p:tgtEl>
                              <p:spTgt spid="511"/>
                            </p:tgtEl>
                          </p:cBhvr>
                        </p:animEffect>
                      </p:childTnLst>
                    </p:cTn>
                  </p:par>
                  <p:par>
                    <p:cTn id="39" presetID="10" presetClass="entr" presetSubtype="0" fill="hold" grpId="12" nodeType="withEffect">
                      <p:stCondLst>
                        <p:cond delay="840"/>
                      </p:stCondLst>
                      <p:childTnLst>
                        <p:set>
                          <p:cBhvr>
                            <p:cTn id="40" dur="1" fill="hold"/>
                            <p:tgtEl>
                              <p:spTgt spid="512"/>
                            </p:tgtEl>
                            <p:attrNameLst>
                              <p:attrName>style.visibility</p:attrName>
                            </p:attrNameLst>
                          </p:cBhvr>
                          <p:to>
                            <p:strVal val="visible"/>
                          </p:to>
                        </p:set>
                        <p:animEffect transition="in" filter="fade">
                          <p:cBhvr>
                            <p:cTn id="41" dur="350"/>
                            <p:tgtEl>
                              <p:spTgt spid="512"/>
                            </p:tgtEl>
                          </p:cBhvr>
                        </p:animEffect>
                      </p:childTnLst>
                    </p:cTn>
                  </p:par>
                  <p:par>
                    <p:cTn id="42" presetID="10" presetClass="entr" presetSubtype="0" fill="hold" grpId="13" nodeType="withEffect">
                      <p:stCondLst>
                        <p:cond delay="910"/>
                      </p:stCondLst>
                      <p:childTnLst>
                        <p:set>
                          <p:cBhvr>
                            <p:cTn id="43" dur="1" fill="hold"/>
                            <p:tgtEl>
                              <p:spTgt spid="513"/>
                            </p:tgtEl>
                            <p:attrNameLst>
                              <p:attrName>style.visibility</p:attrName>
                            </p:attrNameLst>
                          </p:cBhvr>
                          <p:to>
                            <p:strVal val="visible"/>
                          </p:to>
                        </p:set>
                        <p:animEffect transition="in" filter="fade">
                          <p:cBhvr>
                            <p:cTn id="44" dur="350"/>
                            <p:tgtEl>
                              <p:spTgt spid="513"/>
                            </p:tgtEl>
                          </p:cBhvr>
                        </p:animEffect>
                      </p:childTnLst>
                    </p:cTn>
                  </p:par>
                  <p:par>
                    <p:cTn id="45" presetID="10" presetClass="entr" presetSubtype="0" fill="hold" grpId="14" nodeType="withEffect">
                      <p:stCondLst>
                        <p:cond delay="980"/>
                      </p:stCondLst>
                      <p:childTnLst>
                        <p:set>
                          <p:cBhvr>
                            <p:cTn id="46" dur="1" fill="hold"/>
                            <p:tgtEl>
                              <p:spTgt spid="514"/>
                            </p:tgtEl>
                            <p:attrNameLst>
                              <p:attrName>style.visibility</p:attrName>
                            </p:attrNameLst>
                          </p:cBhvr>
                          <p:to>
                            <p:strVal val="visible"/>
                          </p:to>
                        </p:set>
                        <p:animEffect transition="in" filter="fade">
                          <p:cBhvr>
                            <p:cTn id="47" dur="350"/>
                            <p:tgtEl>
                              <p:spTgt spid="514"/>
                            </p:tgtEl>
                          </p:cBhvr>
                        </p:animEffect>
                      </p:childTnLst>
                    </p:cTn>
                  </p:par>
                  <p:par>
                    <p:cTn id="48" presetID="10" presetClass="entr" presetSubtype="0" fill="hold" grpId="15" nodeType="withEffect">
                      <p:stCondLst>
                        <p:cond delay="1050"/>
                      </p:stCondLst>
                      <p:childTnLst>
                        <p:set>
                          <p:cBhvr>
                            <p:cTn id="49" dur="1" fill="hold"/>
                            <p:tgtEl>
                              <p:spTgt spid="515"/>
                            </p:tgtEl>
                            <p:attrNameLst>
                              <p:attrName>style.visibility</p:attrName>
                            </p:attrNameLst>
                          </p:cBhvr>
                          <p:to>
                            <p:strVal val="visible"/>
                          </p:to>
                        </p:set>
                        <p:animEffect transition="in" filter="fade">
                          <p:cBhvr>
                            <p:cTn id="50" dur="350"/>
                            <p:tgtEl>
                              <p:spTgt spid="515"/>
                            </p:tgtEl>
                          </p:cBhvr>
                        </p:animEffect>
                      </p:childTnLst>
                    </p:cTn>
                  </p:par>
                  <p:par>
                    <p:cTn id="51" presetID="10" presetClass="entr" presetSubtype="0" fill="hold" grpId="16" nodeType="withEffect">
                      <p:stCondLst>
                        <p:cond delay="1120"/>
                      </p:stCondLst>
                      <p:childTnLst>
                        <p:set>
                          <p:cBhvr>
                            <p:cTn id="52" dur="1" fill="hold"/>
                            <p:tgtEl>
                              <p:spTgt spid="2"/>
                            </p:tgtEl>
                            <p:attrNameLst>
                              <p:attrName>style.visibility</p:attrName>
                            </p:attrNameLst>
                          </p:cBhvr>
                          <p:to>
                            <p:strVal val="visible"/>
                          </p:to>
                        </p:set>
                        <p:animEffect transition="in" filter="fade">
                          <p:cBhvr>
                            <p:cTn id="53" dur="350"/>
                            <p:tgtEl>
                              <p:spTgt spid="2"/>
                            </p:tgtEl>
                          </p:cBhvr>
                        </p:animEffect>
                      </p:childTnLst>
                    </p:cTn>
                  </p:par>
                  <p:par>
                    <p:cTn id="54" presetID="10" presetClass="entr" presetSubtype="0" fill="hold" grpId="17" nodeType="withEffect">
                      <p:stCondLst>
                        <p:cond delay="1190"/>
                      </p:stCondLst>
                      <p:childTnLst>
                        <p:set>
                          <p:cBhvr>
                            <p:cTn id="55" dur="1" fill="hold"/>
                            <p:tgtEl>
                              <p:spTgt spid="3"/>
                            </p:tgtEl>
                            <p:attrNameLst>
                              <p:attrName>style.visibility</p:attrName>
                            </p:attrNameLst>
                          </p:cBhvr>
                          <p:to>
                            <p:strVal val="visible"/>
                          </p:to>
                        </p:set>
                        <p:animEffect transition="in" filter="fade">
                          <p:cBhvr>
                            <p:cTn id="56" dur="350"/>
                            <p:tgtEl>
                              <p:spTgt spid="3"/>
                            </p:tgtEl>
                          </p:cBhvr>
                        </p:animEffect>
                      </p:childTnLst>
                    </p:cTn>
                  </p:par>
                  <p:par>
                    <p:cTn id="57" presetID="10" presetClass="entr" presetSubtype="0" fill="hold" grpId="18" nodeType="withEffect">
                      <p:stCondLst>
                        <p:cond delay="1260"/>
                      </p:stCondLst>
                      <p:childTnLst>
                        <p:set>
                          <p:cBhvr>
                            <p:cTn id="58" dur="1" fill="hold"/>
                            <p:tgtEl>
                              <p:spTgt spid="4"/>
                            </p:tgtEl>
                            <p:attrNameLst>
                              <p:attrName>style.visibility</p:attrName>
                            </p:attrNameLst>
                          </p:cBhvr>
                          <p:to>
                            <p:strVal val="visible"/>
                          </p:to>
                        </p:set>
                        <p:animEffect transition="in" filter="fade">
                          <p:cBhvr>
                            <p:cTn id="59" dur="350"/>
                            <p:tgtEl>
                              <p:spTgt spid="4"/>
                            </p:tgtEl>
                          </p:cBhvr>
                        </p:animEffect>
                      </p:childTnLst>
                    </p:cTn>
                  </p:par>
                  <p:par>
                    <p:cTn id="60" presetID="10" presetClass="entr" presetSubtype="0" fill="hold" grpId="19" nodeType="withEffect">
                      <p:stCondLst>
                        <p:cond delay="1330"/>
                      </p:stCondLst>
                      <p:childTnLst>
                        <p:set>
                          <p:cBhvr>
                            <p:cTn id="61" dur="1" fill="hold"/>
                            <p:tgtEl>
                              <p:spTgt spid="5"/>
                            </p:tgtEl>
                            <p:attrNameLst>
                              <p:attrName>style.visibility</p:attrName>
                            </p:attrNameLst>
                          </p:cBhvr>
                          <p:to>
                            <p:strVal val="visible"/>
                          </p:to>
                        </p:set>
                        <p:animEffect transition="in" filter="fade">
                          <p:cBhvr>
                            <p:cTn id="62" dur="350"/>
                            <p:tgtEl>
                              <p:spTgt spid="5"/>
                            </p:tgtEl>
                          </p:cBhvr>
                        </p:animEffect>
                      </p:childTnLst>
                    </p:cTn>
                  </p:par>
                  <p:par>
                    <p:cTn id="63" presetID="10" presetClass="entr" presetSubtype="0" fill="hold" grpId="20" nodeType="withEffect">
                      <p:stCondLst>
                        <p:cond delay="1400"/>
                      </p:stCondLst>
                      <p:childTnLst>
                        <p:set>
                          <p:cBhvr>
                            <p:cTn id="64" dur="1" fill="hold"/>
                            <p:tgtEl>
                              <p:spTgt spid="6"/>
                            </p:tgtEl>
                            <p:attrNameLst>
                              <p:attrName>style.visibility</p:attrName>
                            </p:attrNameLst>
                          </p:cBhvr>
                          <p:to>
                            <p:strVal val="visible"/>
                          </p:to>
                        </p:set>
                        <p:animEffect transition="in" filter="fade">
                          <p:cBhvr>
                            <p:cTn id="65" dur="350"/>
                            <p:tgtEl>
                              <p:spTgt spid="6"/>
                            </p:tgtEl>
                          </p:cBhvr>
                        </p:animEffect>
                      </p:childTnLst>
                    </p:cTn>
                  </p:par>
                  <p:par>
                    <p:cTn id="66" presetID="10" presetClass="entr" presetSubtype="0" fill="hold" grpId="21" nodeType="withEffect">
                      <p:stCondLst>
                        <p:cond delay="1470"/>
                      </p:stCondLst>
                      <p:childTnLst>
                        <p:set>
                          <p:cBhvr>
                            <p:cTn id="67" dur="1" fill="hold"/>
                            <p:tgtEl>
                              <p:spTgt spid="7"/>
                            </p:tgtEl>
                            <p:attrNameLst>
                              <p:attrName>style.visibility</p:attrName>
                            </p:attrNameLst>
                          </p:cBhvr>
                          <p:to>
                            <p:strVal val="visible"/>
                          </p:to>
                        </p:set>
                        <p:animEffect transition="in" filter="fade">
                          <p:cBhvr>
                            <p:cTn id="68" dur="350"/>
                            <p:tgtEl>
                              <p:spTgt spid="7"/>
                            </p:tgtEl>
                          </p:cBhvr>
                        </p:animEffect>
                      </p:childTnLst>
                    </p:cTn>
                  </p:par>
                  <p:par>
                    <p:cTn id="69" presetID="10" presetClass="entr" presetSubtype="0" fill="hold" grpId="22" nodeType="withEffect">
                      <p:stCondLst>
                        <p:cond delay="1540"/>
                      </p:stCondLst>
                      <p:childTnLst>
                        <p:set>
                          <p:cBhvr>
                            <p:cTn id="70" dur="1" fill="hold"/>
                            <p:tgtEl>
                              <p:spTgt spid="8"/>
                            </p:tgtEl>
                            <p:attrNameLst>
                              <p:attrName>style.visibility</p:attrName>
                            </p:attrNameLst>
                          </p:cBhvr>
                          <p:to>
                            <p:strVal val="visible"/>
                          </p:to>
                        </p:set>
                        <p:animEffect transition="in" filter="fade">
                          <p:cBhvr>
                            <p:cTn id="71" dur="350"/>
                            <p:tgtEl>
                              <p:spTgt spid="8"/>
                            </p:tgtEl>
                          </p:cBhvr>
                        </p:animEffect>
                      </p:childTnLst>
                    </p:cTn>
                  </p:par>
                  <p:par>
                    <p:cTn id="72" presetID="10" presetClass="entr" presetSubtype="0" fill="hold" grpId="23" nodeType="withEffect">
                      <p:stCondLst>
                        <p:cond delay="1610"/>
                      </p:stCondLst>
                      <p:childTnLst>
                        <p:set>
                          <p:cBhvr>
                            <p:cTn id="73" dur="1" fill="hold"/>
                            <p:tgtEl>
                              <p:spTgt spid="9"/>
                            </p:tgtEl>
                            <p:attrNameLst>
                              <p:attrName>style.visibility</p:attrName>
                            </p:attrNameLst>
                          </p:cBhvr>
                          <p:to>
                            <p:strVal val="visible"/>
                          </p:to>
                        </p:set>
                        <p:animEffect transition="in" filter="fade">
                          <p:cBhvr>
                            <p:cTn id="74" dur="350"/>
                            <p:tgtEl>
                              <p:spTgt spid="9"/>
                            </p:tgtEl>
                          </p:cBhvr>
                        </p:animEffect>
                      </p:childTnLst>
                    </p:cTn>
                  </p:par>
                  <p:par>
                    <p:cTn id="75" presetID="10" presetClass="entr" presetSubtype="0" fill="hold" grpId="24" nodeType="withEffect">
                      <p:stCondLst>
                        <p:cond delay="1680"/>
                      </p:stCondLst>
                      <p:childTnLst>
                        <p:set>
                          <p:cBhvr>
                            <p:cTn id="76" dur="1" fill="hold"/>
                            <p:tgtEl>
                              <p:spTgt spid="10"/>
                            </p:tgtEl>
                            <p:attrNameLst>
                              <p:attrName>style.visibility</p:attrName>
                            </p:attrNameLst>
                          </p:cBhvr>
                          <p:to>
                            <p:strVal val="visible"/>
                          </p:to>
                        </p:set>
                        <p:animEffect transition="in" filter="fade">
                          <p:cBhvr>
                            <p:cTn id="77" dur="350"/>
                            <p:tgtEl>
                              <p:spTgt spid="10"/>
                            </p:tgtEl>
                          </p:cBhvr>
                        </p:animEffect>
                      </p:childTnLst>
                    </p:cTn>
                  </p:par>
                  <p:par>
                    <p:cTn id="78" presetID="10" presetClass="entr" presetSubtype="0" fill="hold" grpId="25" nodeType="withEffect">
                      <p:stCondLst>
                        <p:cond delay="1750"/>
                      </p:stCondLst>
                      <p:childTnLst>
                        <p:set>
                          <p:cBhvr>
                            <p:cTn id="79" dur="1" fill="hold"/>
                            <p:tgtEl>
                              <p:spTgt spid="11"/>
                            </p:tgtEl>
                            <p:attrNameLst>
                              <p:attrName>style.visibility</p:attrName>
                            </p:attrNameLst>
                          </p:cBhvr>
                          <p:to>
                            <p:strVal val="visible"/>
                          </p:to>
                        </p:set>
                        <p:animEffect transition="in" filter="fade">
                          <p:cBhvr>
                            <p:cTn id="80" dur="350"/>
                            <p:tgtEl>
                              <p:spTgt spid="11"/>
                            </p:tgtEl>
                          </p:cBhvr>
                        </p:animEffect>
                      </p:childTnLst>
                    </p:cTn>
                  </p:par>
                  <p:par>
                    <p:cTn id="81" presetID="10" presetClass="entr" presetSubtype="0" fill="hold" grpId="26" nodeType="withEffect">
                      <p:stCondLst>
                        <p:cond delay="1820"/>
                      </p:stCondLst>
                      <p:childTnLst>
                        <p:set>
                          <p:cBhvr>
                            <p:cTn id="82" dur="1" fill="hold"/>
                            <p:tgtEl>
                              <p:spTgt spid="16"/>
                            </p:tgtEl>
                            <p:attrNameLst>
                              <p:attrName>style.visibility</p:attrName>
                            </p:attrNameLst>
                          </p:cBhvr>
                          <p:to>
                            <p:strVal val="visible"/>
                          </p:to>
                        </p:set>
                        <p:animEffect transition="in" filter="fade">
                          <p:cBhvr>
                            <p:cTn id="83" dur="350"/>
                            <p:tgtEl>
                              <p:spTgt spid="16"/>
                            </p:tgtEl>
                          </p:cBhvr>
                        </p:animEffect>
                      </p:childTnLst>
                    </p:cTn>
                  </p:par>
                  <p:par>
                    <p:cTn id="84" presetID="10" presetClass="entr" presetSubtype="0" fill="hold" grpId="27" nodeType="withEffect">
                      <p:stCondLst>
                        <p:cond delay="1890"/>
                      </p:stCondLst>
                      <p:childTnLst>
                        <p:set>
                          <p:cBhvr>
                            <p:cTn id="85" dur="1" fill="hold"/>
                            <p:tgtEl>
                              <p:spTgt spid="17"/>
                            </p:tgtEl>
                            <p:attrNameLst>
                              <p:attrName>style.visibility</p:attrName>
                            </p:attrNameLst>
                          </p:cBhvr>
                          <p:to>
                            <p:strVal val="visible"/>
                          </p:to>
                        </p:set>
                        <p:animEffect transition="in" filter="fade">
                          <p:cBhvr>
                            <p:cTn id="86" dur="350"/>
                            <p:tgtEl>
                              <p:spTgt spid="17"/>
                            </p:tgtEl>
                          </p:cBhvr>
                        </p:animEffect>
                      </p:childTnLst>
                    </p:cTn>
                  </p:par>
                  <p:par>
                    <p:cTn id="87" presetID="10" presetClass="entr" presetSubtype="0" fill="hold" grpId="28" nodeType="withEffect">
                      <p:stCondLst>
                        <p:cond delay="1960"/>
                      </p:stCondLst>
                      <p:childTnLst>
                        <p:set>
                          <p:cBhvr>
                            <p:cTn id="88" dur="1" fill="hold"/>
                            <p:tgtEl>
                              <p:spTgt spid="18"/>
                            </p:tgtEl>
                            <p:attrNameLst>
                              <p:attrName>style.visibility</p:attrName>
                            </p:attrNameLst>
                          </p:cBhvr>
                          <p:to>
                            <p:strVal val="visible"/>
                          </p:to>
                        </p:set>
                        <p:animEffect transition="in" filter="fade">
                          <p:cBhvr>
                            <p:cTn id="89" dur="350"/>
                            <p:tgtEl>
                              <p:spTgt spid="18"/>
                            </p:tgtEl>
                          </p:cBhvr>
                        </p:animEffect>
                      </p:childTnLst>
                    </p:cTn>
                  </p:par>
                  <p:par>
                    <p:cTn id="90" presetID="10" presetClass="entr" presetSubtype="0" fill="hold" grpId="29" nodeType="withEffect">
                      <p:stCondLst>
                        <p:cond delay="2030"/>
                      </p:stCondLst>
                      <p:childTnLst>
                        <p:set>
                          <p:cBhvr>
                            <p:cTn id="91" dur="1" fill="hold"/>
                            <p:tgtEl>
                              <p:spTgt spid="19"/>
                            </p:tgtEl>
                            <p:attrNameLst>
                              <p:attrName>style.visibility</p:attrName>
                            </p:attrNameLst>
                          </p:cBhvr>
                          <p:to>
                            <p:strVal val="visible"/>
                          </p:to>
                        </p:set>
                        <p:animEffect transition="in" filter="fade">
                          <p:cBhvr>
                            <p:cTn id="92" dur="350"/>
                            <p:tgtEl>
                              <p:spTgt spid="19"/>
                            </p:tgtEl>
                          </p:cBhvr>
                        </p:animEffect>
                      </p:childTnLst>
                    </p:cTn>
                  </p:par>
                  <p:par>
                    <p:cTn id="93" presetID="10" presetClass="entr" presetSubtype="0" fill="hold" grpId="30" nodeType="withEffect">
                      <p:stCondLst>
                        <p:cond delay="2100"/>
                      </p:stCondLst>
                      <p:childTnLst>
                        <p:set>
                          <p:cBhvr>
                            <p:cTn id="94" dur="1" fill="hold"/>
                            <p:tgtEl>
                              <p:spTgt spid="20"/>
                            </p:tgtEl>
                            <p:attrNameLst>
                              <p:attrName>style.visibility</p:attrName>
                            </p:attrNameLst>
                          </p:cBhvr>
                          <p:to>
                            <p:strVal val="visible"/>
                          </p:to>
                        </p:set>
                        <p:animEffect transition="in" filter="fade">
                          <p:cBhvr>
                            <p:cTn id="95" dur="350"/>
                            <p:tgtEl>
                              <p:spTgt spid="20"/>
                            </p:tgtEl>
                          </p:cBhvr>
                        </p:animEffect>
                      </p:childTnLst>
                    </p:cTn>
                  </p:par>
                  <p:par>
                    <p:cTn id="96" presetID="10" presetClass="entr" presetSubtype="0" fill="hold" grpId="31" nodeType="withEffect">
                      <p:stCondLst>
                        <p:cond delay="2170"/>
                      </p:stCondLst>
                      <p:childTnLst>
                        <p:set>
                          <p:cBhvr>
                            <p:cTn id="97" dur="1" fill="hold"/>
                            <p:tgtEl>
                              <p:spTgt spid="21"/>
                            </p:tgtEl>
                            <p:attrNameLst>
                              <p:attrName>style.visibility</p:attrName>
                            </p:attrNameLst>
                          </p:cBhvr>
                          <p:to>
                            <p:strVal val="visible"/>
                          </p:to>
                        </p:set>
                        <p:animEffect transition="in" filter="fade">
                          <p:cBhvr>
                            <p:cTn id="98" dur="350"/>
                            <p:tgtEl>
                              <p:spTgt spid="21"/>
                            </p:tgtEl>
                          </p:cBhvr>
                        </p:animEffect>
                      </p:childTnLst>
                    </p:cTn>
                  </p:par>
                  <p:par>
                    <p:cTn id="99" presetID="10" presetClass="entr" presetSubtype="0" fill="hold" grpId="32" nodeType="withEffect">
                      <p:stCondLst>
                        <p:cond delay="2240"/>
                      </p:stCondLst>
                      <p:childTnLst>
                        <p:set>
                          <p:cBhvr>
                            <p:cTn id="100" dur="1" fill="hold"/>
                            <p:tgtEl>
                              <p:spTgt spid="22"/>
                            </p:tgtEl>
                            <p:attrNameLst>
                              <p:attrName>style.visibility</p:attrName>
                            </p:attrNameLst>
                          </p:cBhvr>
                          <p:to>
                            <p:strVal val="visible"/>
                          </p:to>
                        </p:set>
                        <p:animEffect transition="in" filter="fade">
                          <p:cBhvr>
                            <p:cTn id="101" dur="350"/>
                            <p:tgtEl>
                              <p:spTgt spid="22"/>
                            </p:tgtEl>
                          </p:cBhvr>
                        </p:animEffect>
                      </p:childTnLst>
                    </p:cTn>
                  </p:par>
                  <p:par>
                    <p:cTn id="102" presetID="10" presetClass="entr" presetSubtype="0" fill="hold" grpId="33" nodeType="withEffect">
                      <p:stCondLst>
                        <p:cond delay="2310"/>
                      </p:stCondLst>
                      <p:childTnLst>
                        <p:set>
                          <p:cBhvr>
                            <p:cTn id="103" dur="1" fill="hold"/>
                            <p:tgtEl>
                              <p:spTgt spid="23"/>
                            </p:tgtEl>
                            <p:attrNameLst>
                              <p:attrName>style.visibility</p:attrName>
                            </p:attrNameLst>
                          </p:cBhvr>
                          <p:to>
                            <p:strVal val="visible"/>
                          </p:to>
                        </p:set>
                        <p:animEffect transition="in" filter="fade">
                          <p:cBhvr>
                            <p:cTn id="104" dur="350"/>
                            <p:tgtEl>
                              <p:spTgt spid="23"/>
                            </p:tgtEl>
                          </p:cBhvr>
                        </p:animEffect>
                      </p:childTnLst>
                    </p:cTn>
                  </p:par>
                  <p:par>
                    <p:cTn id="105" presetID="10" presetClass="entr" presetSubtype="0" fill="hold" grpId="34" nodeType="withEffect">
                      <p:stCondLst>
                        <p:cond delay="2380"/>
                      </p:stCondLst>
                      <p:childTnLst>
                        <p:set>
                          <p:cBhvr>
                            <p:cTn id="106" dur="1" fill="hold"/>
                            <p:tgtEl>
                              <p:spTgt spid="24"/>
                            </p:tgtEl>
                            <p:attrNameLst>
                              <p:attrName>style.visibility</p:attrName>
                            </p:attrNameLst>
                          </p:cBhvr>
                          <p:to>
                            <p:strVal val="visible"/>
                          </p:to>
                        </p:set>
                        <p:animEffect transition="in" filter="fade">
                          <p:cBhvr>
                            <p:cTn id="107" dur="350"/>
                            <p:tgtEl>
                              <p:spTgt spid="24"/>
                            </p:tgtEl>
                          </p:cBhvr>
                        </p:animEffect>
                      </p:childTnLst>
                    </p:cTn>
                  </p:par>
                  <p:par>
                    <p:cTn id="108" presetID="10" presetClass="entr" presetSubtype="0" fill="hold" grpId="35" nodeType="withEffect">
                      <p:stCondLst>
                        <p:cond delay="2450"/>
                      </p:stCondLst>
                      <p:childTnLst>
                        <p:set>
                          <p:cBhvr>
                            <p:cTn id="109" dur="1" fill="hold"/>
                            <p:tgtEl>
                              <p:spTgt spid="25"/>
                            </p:tgtEl>
                            <p:attrNameLst>
                              <p:attrName>style.visibility</p:attrName>
                            </p:attrNameLst>
                          </p:cBhvr>
                          <p:to>
                            <p:strVal val="visible"/>
                          </p:to>
                        </p:set>
                        <p:animEffect transition="in" filter="fade">
                          <p:cBhvr>
                            <p:cTn id="110" dur="350"/>
                            <p:tgtEl>
                              <p:spTgt spid="25"/>
                            </p:tgtEl>
                          </p:cBhvr>
                        </p:animEffect>
                      </p:childTnLst>
                    </p:cTn>
                  </p:par>
                  <p:par>
                    <p:cTn id="111" presetID="10" presetClass="entr" presetSubtype="0" fill="hold" grpId="36" nodeType="withEffect">
                      <p:stCondLst>
                        <p:cond delay="2520"/>
                      </p:stCondLst>
                      <p:childTnLst>
                        <p:set>
                          <p:cBhvr>
                            <p:cTn id="112" dur="1" fill="hold"/>
                            <p:tgtEl>
                              <p:spTgt spid="26"/>
                            </p:tgtEl>
                            <p:attrNameLst>
                              <p:attrName>style.visibility</p:attrName>
                            </p:attrNameLst>
                          </p:cBhvr>
                          <p:to>
                            <p:strVal val="visible"/>
                          </p:to>
                        </p:set>
                        <p:animEffect transition="in" filter="fade">
                          <p:cBhvr>
                            <p:cTn id="113" dur="350"/>
                            <p:tgtEl>
                              <p:spTgt spid="26"/>
                            </p:tgtEl>
                          </p:cBhvr>
                        </p:animEffect>
                      </p:childTnLst>
                    </p:cTn>
                  </p:par>
                  <p:par>
                    <p:cTn id="114" presetID="10" presetClass="entr" presetSubtype="0" fill="hold" grpId="37" nodeType="withEffect">
                      <p:stCondLst>
                        <p:cond delay="2590"/>
                      </p:stCondLst>
                      <p:childTnLst>
                        <p:set>
                          <p:cBhvr>
                            <p:cTn id="115" dur="1" fill="hold"/>
                            <p:tgtEl>
                              <p:spTgt spid="27"/>
                            </p:tgtEl>
                            <p:attrNameLst>
                              <p:attrName>style.visibility</p:attrName>
                            </p:attrNameLst>
                          </p:cBhvr>
                          <p:to>
                            <p:strVal val="visible"/>
                          </p:to>
                        </p:set>
                        <p:animEffect transition="in" filter="fade">
                          <p:cBhvr>
                            <p:cTn id="116" dur="350"/>
                            <p:tgtEl>
                              <p:spTgt spid="27"/>
                            </p:tgtEl>
                          </p:cBhvr>
                        </p:animEffect>
                      </p:childTnLst>
                    </p:cTn>
                  </p:par>
                  <p:par>
                    <p:cTn id="117" presetID="10" presetClass="entr" presetSubtype="0" fill="hold" grpId="38" nodeType="withEffect">
                      <p:stCondLst>
                        <p:cond delay="2660"/>
                      </p:stCondLst>
                      <p:childTnLst>
                        <p:set>
                          <p:cBhvr>
                            <p:cTn id="118" dur="1" fill="hold"/>
                            <p:tgtEl>
                              <p:spTgt spid="28"/>
                            </p:tgtEl>
                            <p:attrNameLst>
                              <p:attrName>style.visibility</p:attrName>
                            </p:attrNameLst>
                          </p:cBhvr>
                          <p:to>
                            <p:strVal val="visible"/>
                          </p:to>
                        </p:set>
                        <p:animEffect transition="in" filter="fade">
                          <p:cBhvr>
                            <p:cTn id="119" dur="350"/>
                            <p:tgtEl>
                              <p:spTgt spid="28"/>
                            </p:tgtEl>
                          </p:cBhvr>
                        </p:animEffect>
                      </p:childTnLst>
                    </p:cTn>
                  </p:par>
                  <p:par>
                    <p:cTn id="120" presetID="10" presetClass="entr" presetSubtype="0" fill="hold" grpId="39" nodeType="withEffect">
                      <p:stCondLst>
                        <p:cond delay="2730"/>
                      </p:stCondLst>
                      <p:childTnLst>
                        <p:set>
                          <p:cBhvr>
                            <p:cTn id="121" dur="1" fill="hold"/>
                            <p:tgtEl>
                              <p:spTgt spid="29"/>
                            </p:tgtEl>
                            <p:attrNameLst>
                              <p:attrName>style.visibility</p:attrName>
                            </p:attrNameLst>
                          </p:cBhvr>
                          <p:to>
                            <p:strVal val="visible"/>
                          </p:to>
                        </p:set>
                        <p:animEffect transition="in" filter="fade">
                          <p:cBhvr>
                            <p:cTn id="122" dur="350"/>
                            <p:tgtEl>
                              <p:spTgt spid="29"/>
                            </p:tgtEl>
                          </p:cBhvr>
                        </p:animEffect>
                      </p:childTnLst>
                    </p:cTn>
                  </p:par>
                  <p:par>
                    <p:cTn id="123" presetID="10" presetClass="entr" presetSubtype="0" fill="hold" grpId="40" nodeType="withEffect">
                      <p:stCondLst>
                        <p:cond delay="2800"/>
                      </p:stCondLst>
                      <p:childTnLst>
                        <p:set>
                          <p:cBhvr>
                            <p:cTn id="124" dur="1" fill="hold"/>
                            <p:tgtEl>
                              <p:spTgt spid="30"/>
                            </p:tgtEl>
                            <p:attrNameLst>
                              <p:attrName>style.visibility</p:attrName>
                            </p:attrNameLst>
                          </p:cBhvr>
                          <p:to>
                            <p:strVal val="visible"/>
                          </p:to>
                        </p:set>
                        <p:animEffect transition="in" filter="fade">
                          <p:cBhvr>
                            <p:cTn id="125" dur="350"/>
                            <p:tgtEl>
                              <p:spTgt spid="30"/>
                            </p:tgtEl>
                          </p:cBhvr>
                        </p:animEffect>
                      </p:childTnLst>
                    </p:cTn>
                  </p:par>
                  <p:par>
                    <p:cTn id="126" presetID="10" presetClass="entr" presetSubtype="0" fill="hold" grpId="41" nodeType="withEffect">
                      <p:stCondLst>
                        <p:cond delay="2870"/>
                      </p:stCondLst>
                      <p:childTnLst>
                        <p:set>
                          <p:cBhvr>
                            <p:cTn id="127" dur="1" fill="hold"/>
                            <p:tgtEl>
                              <p:spTgt spid="31"/>
                            </p:tgtEl>
                            <p:attrNameLst>
                              <p:attrName>style.visibility</p:attrName>
                            </p:attrNameLst>
                          </p:cBhvr>
                          <p:to>
                            <p:strVal val="visible"/>
                          </p:to>
                        </p:set>
                        <p:animEffect transition="in" filter="fade">
                          <p:cBhvr>
                            <p:cTn id="128" dur="350"/>
                            <p:tgtEl>
                              <p:spTgt spid="31"/>
                            </p:tgtEl>
                          </p:cBhvr>
                        </p:animEffect>
                      </p:childTnLst>
                    </p:cTn>
                  </p:par>
                  <p:par>
                    <p:cTn id="129" presetID="10" presetClass="entr" presetSubtype="0" fill="hold" grpId="42" nodeType="withEffect">
                      <p:stCondLst>
                        <p:cond delay="2940"/>
                      </p:stCondLst>
                      <p:childTnLst>
                        <p:set>
                          <p:cBhvr>
                            <p:cTn id="130" dur="1" fill="hold"/>
                            <p:tgtEl>
                              <p:spTgt spid="32"/>
                            </p:tgtEl>
                            <p:attrNameLst>
                              <p:attrName>style.visibility</p:attrName>
                            </p:attrNameLst>
                          </p:cBhvr>
                          <p:to>
                            <p:strVal val="visible"/>
                          </p:to>
                        </p:set>
                        <p:animEffect transition="in" filter="fade">
                          <p:cBhvr>
                            <p:cTn id="131" dur="350"/>
                            <p:tgtEl>
                              <p:spTgt spid="32"/>
                            </p:tgtEl>
                          </p:cBhvr>
                        </p:animEffect>
                      </p:childTnLst>
                    </p:cTn>
                  </p:par>
                  <p:par>
                    <p:cTn id="132" presetID="10" presetClass="entr" presetSubtype="0" fill="hold" grpId="43" nodeType="withEffect">
                      <p:stCondLst>
                        <p:cond delay="3010"/>
                      </p:stCondLst>
                      <p:childTnLst>
                        <p:set>
                          <p:cBhvr>
                            <p:cTn id="133" dur="1" fill="hold"/>
                            <p:tgtEl>
                              <p:spTgt spid="33"/>
                            </p:tgtEl>
                            <p:attrNameLst>
                              <p:attrName>style.visibility</p:attrName>
                            </p:attrNameLst>
                          </p:cBhvr>
                          <p:to>
                            <p:strVal val="visible"/>
                          </p:to>
                        </p:set>
                        <p:animEffect transition="in" filter="fade">
                          <p:cBhvr>
                            <p:cTn id="134" dur="350"/>
                            <p:tgtEl>
                              <p:spTgt spid="33"/>
                            </p:tgtEl>
                          </p:cBhvr>
                        </p:animEffect>
                      </p:childTnLst>
                    </p:cTn>
                  </p:par>
                  <p:par>
                    <p:cTn id="135" presetID="10" presetClass="entr" presetSubtype="0" fill="hold" grpId="44" nodeType="withEffect">
                      <p:stCondLst>
                        <p:cond delay="3080"/>
                      </p:stCondLst>
                      <p:childTnLst>
                        <p:set>
                          <p:cBhvr>
                            <p:cTn id="136" dur="1" fill="hold"/>
                            <p:tgtEl>
                              <p:spTgt spid="34"/>
                            </p:tgtEl>
                            <p:attrNameLst>
                              <p:attrName>style.visibility</p:attrName>
                            </p:attrNameLst>
                          </p:cBhvr>
                          <p:to>
                            <p:strVal val="visible"/>
                          </p:to>
                        </p:set>
                        <p:animEffect transition="in" filter="fade">
                          <p:cBhvr>
                            <p:cTn id="137" dur="350"/>
                            <p:tgtEl>
                              <p:spTgt spid="34"/>
                            </p:tgtEl>
                          </p:cBhvr>
                        </p:animEffect>
                      </p:childTnLst>
                    </p:cTn>
                  </p:par>
                  <p:par>
                    <p:cTn id="138" presetID="10" presetClass="entr" presetSubtype="0" fill="hold" grpId="45" nodeType="withEffect">
                      <p:stCondLst>
                        <p:cond delay="3150"/>
                      </p:stCondLst>
                      <p:childTnLst>
                        <p:set>
                          <p:cBhvr>
                            <p:cTn id="139" dur="1" fill="hold"/>
                            <p:tgtEl>
                              <p:spTgt spid="35"/>
                            </p:tgtEl>
                            <p:attrNameLst>
                              <p:attrName>style.visibility</p:attrName>
                            </p:attrNameLst>
                          </p:cBhvr>
                          <p:to>
                            <p:strVal val="visible"/>
                          </p:to>
                        </p:set>
                        <p:animEffect transition="in" filter="fade">
                          <p:cBhvr>
                            <p:cTn id="140" dur="350"/>
                            <p:tgtEl>
                              <p:spTgt spid="35"/>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6" grpId="26" uiExpand="1" build="p"/>
      <p:bldP spid="17" grpId="27" uiExpand="1" build="p"/>
      <p:bldP spid="18" grpId="28" uiExpand="1" build="p"/>
      <p:bldP spid="19" grpId="29" uiExpand="1" build="p"/>
      <p:bldP spid="20" grpId="30" uiExpand="1" build="p"/>
      <p:bldP spid="21" grpId="31" uiExpand="1" build="p"/>
      <p:bldP spid="22" grpId="32" uiExpand="1" build="p"/>
      <p:bldP spid="23" grpId="33" uiExpand="1" build="p"/>
      <p:bldP spid="24" grpId="34" uiExpand="1" build="p"/>
      <p:bldP spid="25" grpId="35" uiExpand="1" build="p"/>
      <p:bldP spid="26" grpId="36" uiExpand="1" build="p"/>
      <p:bldP spid="27" grpId="37" uiExpand="1" build="p"/>
      <p:bldP spid="28" grpId="38" uiExpand="1" build="p"/>
      <p:bldP spid="29" grpId="39" uiExpand="1" build="p"/>
      <p:bldP spid="30" grpId="40" uiExpand="1" build="p"/>
      <p:bldP spid="31" grpId="41" uiExpand="1" build="p"/>
      <p:bldP spid="32" grpId="42" uiExpand="1" build="p"/>
      <p:bldP spid="33" grpId="43" uiExpand="1" build="p"/>
      <p:bldP spid="34" grpId="44" uiExpand="1" build="p"/>
      <p:bldP spid="35" grpId="45"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transition spd="fast">
    <p:blinds dir="vert"/>
  </p:transition>
  <p:timing>
    <p:tnLst>
      <p:par>
        <p:cTn id="1" dur="indefinite" restart="whenNotActive" nodeType="tmRoot">
          <p:childTnLst>
            <p:par>
              <p:cTn id="2" fill="hold">
                <p:stCondLst>
                  <p:cond delay="3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1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2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3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4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55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66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77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88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99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1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21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32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43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54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65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76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187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198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209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2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31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par>
                    <p:cTn id="69" presetID="10" presetClass="entr" presetSubtype="0" fill="hold" grpId="22" nodeType="withEffect">
                      <p:stCondLst>
                        <p:cond delay="2420"/>
                      </p:stCondLst>
                      <p:childTnLst>
                        <p:set>
                          <p:cBhvr>
                            <p:cTn id="70" dur="1" fill="hold"/>
                            <p:tgtEl>
                              <p:spTgt spid="8"/>
                            </p:tgtEl>
                            <p:attrNameLst>
                              <p:attrName>style.visibility</p:attrName>
                            </p:attrNameLst>
                          </p:cBhvr>
                          <p:to>
                            <p:strVal val="visible"/>
                          </p:to>
                        </p:set>
                        <p:animEffect transition="in" filter="fade">
                          <p:cBhvr>
                            <p:cTn id="71" dur="600"/>
                            <p:tgtEl>
                              <p:spTgt spid="8"/>
                            </p:tgtEl>
                          </p:cBhvr>
                        </p:animEffect>
                      </p:childTnLst>
                    </p:cTn>
                  </p:par>
                  <p:par>
                    <p:cTn id="72" presetID="10" presetClass="entr" presetSubtype="0" fill="hold" grpId="23" nodeType="withEffect">
                      <p:stCondLst>
                        <p:cond delay="2530"/>
                      </p:stCondLst>
                      <p:childTnLst>
                        <p:set>
                          <p:cBhvr>
                            <p:cTn id="73" dur="1" fill="hold"/>
                            <p:tgtEl>
                              <p:spTgt spid="9"/>
                            </p:tgtEl>
                            <p:attrNameLst>
                              <p:attrName>style.visibility</p:attrName>
                            </p:attrNameLst>
                          </p:cBhvr>
                          <p:to>
                            <p:strVal val="visible"/>
                          </p:to>
                        </p:set>
                        <p:animEffect transition="in" filter="fade">
                          <p:cBhvr>
                            <p:cTn id="74" dur="600"/>
                            <p:tgtEl>
                              <p:spTgt spid="9"/>
                            </p:tgtEl>
                          </p:cBhvr>
                        </p:animEffect>
                      </p:childTnLst>
                    </p:cTn>
                  </p:par>
                  <p:par>
                    <p:cTn id="75" presetID="10" presetClass="entr" presetSubtype="0" fill="hold" grpId="24" nodeType="withEffect">
                      <p:stCondLst>
                        <p:cond delay="2640"/>
                      </p:stCondLst>
                      <p:childTnLst>
                        <p:set>
                          <p:cBhvr>
                            <p:cTn id="76" dur="1" fill="hold"/>
                            <p:tgtEl>
                              <p:spTgt spid="10"/>
                            </p:tgtEl>
                            <p:attrNameLst>
                              <p:attrName>style.visibility</p:attrName>
                            </p:attrNameLst>
                          </p:cBhvr>
                          <p:to>
                            <p:strVal val="visible"/>
                          </p:to>
                        </p:set>
                        <p:animEffect transition="in" filter="fade">
                          <p:cBhvr>
                            <p:cTn id="77" dur="600"/>
                            <p:tgtEl>
                              <p:spTgt spid="10"/>
                            </p:tgtEl>
                          </p:cBhvr>
                        </p:animEffect>
                      </p:childTnLst>
                    </p:cTn>
                  </p:par>
                  <p:par>
                    <p:cTn id="78" presetID="10" presetClass="entr" presetSubtype="0" fill="hold" grpId="25" nodeType="withEffect">
                      <p:stCondLst>
                        <p:cond delay="2750"/>
                      </p:stCondLst>
                      <p:childTnLst>
                        <p:set>
                          <p:cBhvr>
                            <p:cTn id="79" dur="1" fill="hold"/>
                            <p:tgtEl>
                              <p:spTgt spid="11"/>
                            </p:tgtEl>
                            <p:attrNameLst>
                              <p:attrName>style.visibility</p:attrName>
                            </p:attrNameLst>
                          </p:cBhvr>
                          <p:to>
                            <p:strVal val="visible"/>
                          </p:to>
                        </p:set>
                        <p:animEffect transition="in" filter="fade">
                          <p:cBhvr>
                            <p:cTn id="80" dur="600"/>
                            <p:tgtEl>
                              <p:spTgt spid="11"/>
                            </p:tgtEl>
                          </p:cBhvr>
                        </p:animEffect>
                      </p:childTnLst>
                    </p:cTn>
                  </p:par>
                  <p:par>
                    <p:cTn id="81" presetID="10" presetClass="entr" presetSubtype="0" fill="hold" grpId="26" nodeType="withEffect">
                      <p:stCondLst>
                        <p:cond delay="2860"/>
                      </p:stCondLst>
                      <p:childTnLst>
                        <p:set>
                          <p:cBhvr>
                            <p:cTn id="82" dur="1" fill="hold"/>
                            <p:tgtEl>
                              <p:spTgt spid="12"/>
                            </p:tgtEl>
                            <p:attrNameLst>
                              <p:attrName>style.visibility</p:attrName>
                            </p:attrNameLst>
                          </p:cBhvr>
                          <p:to>
                            <p:strVal val="visible"/>
                          </p:to>
                        </p:set>
                        <p:animEffect transition="in" filter="fade">
                          <p:cBhvr>
                            <p:cTn id="83" dur="600"/>
                            <p:tgtEl>
                              <p:spTgt spid="12"/>
                            </p:tgtEl>
                          </p:cBhvr>
                        </p:animEffect>
                      </p:childTnLst>
                    </p:cTn>
                  </p:par>
                  <p:par>
                    <p:cTn id="84" presetID="10" presetClass="entr" presetSubtype="0" fill="hold" grpId="27" nodeType="withEffect">
                      <p:stCondLst>
                        <p:cond delay="2970"/>
                      </p:stCondLst>
                      <p:childTnLst>
                        <p:set>
                          <p:cBhvr>
                            <p:cTn id="85" dur="1" fill="hold"/>
                            <p:tgtEl>
                              <p:spTgt spid="15"/>
                            </p:tgtEl>
                            <p:attrNameLst>
                              <p:attrName>style.visibility</p:attrName>
                            </p:attrNameLst>
                          </p:cBhvr>
                          <p:to>
                            <p:strVal val="visible"/>
                          </p:to>
                        </p:set>
                        <p:animEffect transition="in" filter="fade">
                          <p:cBhvr>
                            <p:cTn id="86" dur="600"/>
                            <p:tgtEl>
                              <p:spTgt spid="15"/>
                            </p:tgtEl>
                          </p:cBhvr>
                        </p:animEffect>
                      </p:childTnLst>
                    </p:cTn>
                  </p:par>
                  <p:par>
                    <p:cTn id="87" presetID="10" presetClass="entr" presetSubtype="0" fill="hold" grpId="28" nodeType="withEffect">
                      <p:stCondLst>
                        <p:cond delay="3080"/>
                      </p:stCondLst>
                      <p:childTnLst>
                        <p:set>
                          <p:cBhvr>
                            <p:cTn id="88" dur="1" fill="hold"/>
                            <p:tgtEl>
                              <p:spTgt spid="16"/>
                            </p:tgtEl>
                            <p:attrNameLst>
                              <p:attrName>style.visibility</p:attrName>
                            </p:attrNameLst>
                          </p:cBhvr>
                          <p:to>
                            <p:strVal val="visible"/>
                          </p:to>
                        </p:set>
                        <p:animEffect transition="in" filter="fade">
                          <p:cBhvr>
                            <p:cTn id="89" dur="600"/>
                            <p:tgtEl>
                              <p:spTgt spid="16"/>
                            </p:tgtEl>
                          </p:cBhvr>
                        </p:animEffect>
                      </p:childTnLst>
                    </p:cTn>
                  </p:par>
                  <p:par>
                    <p:cTn id="90" presetID="10" presetClass="entr" presetSubtype="0" fill="hold" grpId="29" nodeType="withEffect">
                      <p:stCondLst>
                        <p:cond delay="3190"/>
                      </p:stCondLst>
                      <p:childTnLst>
                        <p:set>
                          <p:cBhvr>
                            <p:cTn id="91" dur="1" fill="hold"/>
                            <p:tgtEl>
                              <p:spTgt spid="17"/>
                            </p:tgtEl>
                            <p:attrNameLst>
                              <p:attrName>style.visibility</p:attrName>
                            </p:attrNameLst>
                          </p:cBhvr>
                          <p:to>
                            <p:strVal val="visible"/>
                          </p:to>
                        </p:set>
                        <p:animEffect transition="in" filter="fade">
                          <p:cBhvr>
                            <p:cTn id="92" dur="600"/>
                            <p:tgtEl>
                              <p:spTgt spid="17"/>
                            </p:tgtEl>
                          </p:cBhvr>
                        </p:animEffect>
                      </p:childTnLst>
                    </p:cTn>
                  </p:par>
                  <p:par>
                    <p:cTn id="93" presetID="10" presetClass="entr" presetSubtype="0" fill="hold" grpId="30" nodeType="withEffect">
                      <p:stCondLst>
                        <p:cond delay="3300"/>
                      </p:stCondLst>
                      <p:childTnLst>
                        <p:set>
                          <p:cBhvr>
                            <p:cTn id="94" dur="1" fill="hold"/>
                            <p:tgtEl>
                              <p:spTgt spid="18"/>
                            </p:tgtEl>
                            <p:attrNameLst>
                              <p:attrName>style.visibility</p:attrName>
                            </p:attrNameLst>
                          </p:cBhvr>
                          <p:to>
                            <p:strVal val="visible"/>
                          </p:to>
                        </p:set>
                        <p:animEffect transition="in" filter="fade">
                          <p:cBhvr>
                            <p:cTn id="95" dur="600"/>
                            <p:tgtEl>
                              <p:spTgt spid="18"/>
                            </p:tgtEl>
                          </p:cBhvr>
                        </p:animEffect>
                      </p:childTnLst>
                    </p:cTn>
                  </p:par>
                  <p:par>
                    <p:cTn id="96" presetID="10" presetClass="entr" presetSubtype="0" fill="hold" grpId="31" nodeType="withEffect">
                      <p:stCondLst>
                        <p:cond delay="3410"/>
                      </p:stCondLst>
                      <p:childTnLst>
                        <p:set>
                          <p:cBhvr>
                            <p:cTn id="97" dur="1" fill="hold"/>
                            <p:tgtEl>
                              <p:spTgt spid="19"/>
                            </p:tgtEl>
                            <p:attrNameLst>
                              <p:attrName>style.visibility</p:attrName>
                            </p:attrNameLst>
                          </p:cBhvr>
                          <p:to>
                            <p:strVal val="visible"/>
                          </p:to>
                        </p:set>
                        <p:animEffect transition="in" filter="fade">
                          <p:cBhvr>
                            <p:cTn id="98" dur="600"/>
                            <p:tgtEl>
                              <p:spTgt spid="19"/>
                            </p:tgtEl>
                          </p:cBhvr>
                        </p:animEffect>
                      </p:childTnLst>
                    </p:cTn>
                  </p:par>
                  <p:par>
                    <p:cTn id="99" presetID="10" presetClass="entr" presetSubtype="0" fill="hold" grpId="32" nodeType="withEffect">
                      <p:stCondLst>
                        <p:cond delay="3520"/>
                      </p:stCondLst>
                      <p:childTnLst>
                        <p:set>
                          <p:cBhvr>
                            <p:cTn id="100" dur="1" fill="hold"/>
                            <p:tgtEl>
                              <p:spTgt spid="20"/>
                            </p:tgtEl>
                            <p:attrNameLst>
                              <p:attrName>style.visibility</p:attrName>
                            </p:attrNameLst>
                          </p:cBhvr>
                          <p:to>
                            <p:strVal val="visible"/>
                          </p:to>
                        </p:set>
                        <p:animEffect transition="in" filter="fade">
                          <p:cBhvr>
                            <p:cTn id="101" dur="600"/>
                            <p:tgtEl>
                              <p:spTgt spid="20"/>
                            </p:tgtEl>
                          </p:cBhvr>
                        </p:animEffect>
                      </p:childTnLst>
                    </p:cTn>
                  </p:par>
                  <p:par>
                    <p:cTn id="102" presetID="10" presetClass="entr" presetSubtype="0" fill="hold" grpId="33" nodeType="withEffect">
                      <p:stCondLst>
                        <p:cond delay="3630"/>
                      </p:stCondLst>
                      <p:childTnLst>
                        <p:set>
                          <p:cBhvr>
                            <p:cTn id="103" dur="1" fill="hold"/>
                            <p:tgtEl>
                              <p:spTgt spid="21"/>
                            </p:tgtEl>
                            <p:attrNameLst>
                              <p:attrName>style.visibility</p:attrName>
                            </p:attrNameLst>
                          </p:cBhvr>
                          <p:to>
                            <p:strVal val="visible"/>
                          </p:to>
                        </p:set>
                        <p:animEffect transition="in" filter="fade">
                          <p:cBhvr>
                            <p:cTn id="104" dur="600"/>
                            <p:tgtEl>
                              <p:spTgt spid="21"/>
                            </p:tgtEl>
                          </p:cBhvr>
                        </p:animEffect>
                      </p:childTnLst>
                    </p:cTn>
                  </p:par>
                  <p:par>
                    <p:cTn id="105" presetID="10" presetClass="entr" presetSubtype="0" fill="hold" grpId="34" nodeType="withEffect">
                      <p:stCondLst>
                        <p:cond delay="3740"/>
                      </p:stCondLst>
                      <p:childTnLst>
                        <p:set>
                          <p:cBhvr>
                            <p:cTn id="106" dur="1" fill="hold"/>
                            <p:tgtEl>
                              <p:spTgt spid="22"/>
                            </p:tgtEl>
                            <p:attrNameLst>
                              <p:attrName>style.visibility</p:attrName>
                            </p:attrNameLst>
                          </p:cBhvr>
                          <p:to>
                            <p:strVal val="visible"/>
                          </p:to>
                        </p:set>
                        <p:animEffect transition="in" filter="fade">
                          <p:cBhvr>
                            <p:cTn id="107" dur="600"/>
                            <p:tgtEl>
                              <p:spTgt spid="22"/>
                            </p:tgtEl>
                          </p:cBhvr>
                        </p:animEffect>
                      </p:childTnLst>
                    </p:cTn>
                  </p:par>
                  <p:par>
                    <p:cTn id="108" presetID="10" presetClass="entr" presetSubtype="0" fill="hold" grpId="35" nodeType="withEffect">
                      <p:stCondLst>
                        <p:cond delay="3850"/>
                      </p:stCondLst>
                      <p:childTnLst>
                        <p:set>
                          <p:cBhvr>
                            <p:cTn id="109" dur="1" fill="hold"/>
                            <p:tgtEl>
                              <p:spTgt spid="23"/>
                            </p:tgtEl>
                            <p:attrNameLst>
                              <p:attrName>style.visibility</p:attrName>
                            </p:attrNameLst>
                          </p:cBhvr>
                          <p:to>
                            <p:strVal val="visible"/>
                          </p:to>
                        </p:set>
                        <p:animEffect transition="in" filter="fade">
                          <p:cBhvr>
                            <p:cTn id="110" dur="600"/>
                            <p:tgtEl>
                              <p:spTgt spid="23"/>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5" grpId="27" uiExpand="1" build="p"/>
      <p:bldP spid="16" grpId="28" uiExpand="1" build="p"/>
      <p:bldP spid="17" grpId="29" uiExpand="1" build="p"/>
      <p:bldP spid="18" grpId="30" uiExpand="1" build="p"/>
      <p:bldP spid="19" grpId="31" uiExpand="1" build="p"/>
      <p:bldP spid="20" grpId="32" uiExpand="1" build="p"/>
      <p:bldP spid="21" grpId="33" uiExpand="1" build="p"/>
      <p:bldP spid="22" grpId="34" uiExpand="1" build="p"/>
      <p:bldP spid="23" grpId="35"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transition spd="fast">
    <p:newsflash/>
  </p:transition>
  <p:timing>
    <p:tnLst>
      <p:par>
        <p:cTn id="1" dur="indefinite" restart="whenNotActive" nodeType="tmRoot">
          <p:childTnLst>
            <p:par>
              <p:cTn id="2" fill="hold">
                <p:stCondLst>
                  <p:cond delay="25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600"/>
                            <p:tgtEl>
                              <p:spTgt spid="500"/>
                            </p:tgtEl>
                          </p:cBhvr>
                        </p:animEffect>
                      </p:childTnLst>
                    </p:cTn>
                  </p:par>
                  <p:par>
                    <p:cTn id="6" presetID="10" presetClass="entr" presetSubtype="0" fill="hold" grpId="1" nodeType="withEffect">
                      <p:stCondLst>
                        <p:cond delay="120"/>
                      </p:stCondLst>
                      <p:childTnLst>
                        <p:set>
                          <p:cBhvr>
                            <p:cTn id="7" dur="1" fill="hold"/>
                            <p:tgtEl>
                              <p:spTgt spid="501"/>
                            </p:tgtEl>
                            <p:attrNameLst>
                              <p:attrName>style.visibility</p:attrName>
                            </p:attrNameLst>
                          </p:cBhvr>
                          <p:to>
                            <p:strVal val="visible"/>
                          </p:to>
                        </p:set>
                        <p:animEffect transition="in" filter="fade">
                          <p:cBhvr>
                            <p:cTn id="8" dur="600"/>
                            <p:tgtEl>
                              <p:spTgt spid="501"/>
                            </p:tgtEl>
                          </p:cBhvr>
                        </p:animEffect>
                      </p:childTnLst>
                    </p:cTn>
                  </p:par>
                  <p:par>
                    <p:cTn id="9" presetID="10" presetClass="entr" presetSubtype="0" fill="hold" grpId="2" nodeType="withEffect">
                      <p:stCondLst>
                        <p:cond delay="240"/>
                      </p:stCondLst>
                      <p:childTnLst>
                        <p:set>
                          <p:cBhvr>
                            <p:cTn id="10" dur="1" fill="hold"/>
                            <p:tgtEl>
                              <p:spTgt spid="502"/>
                            </p:tgtEl>
                            <p:attrNameLst>
                              <p:attrName>style.visibility</p:attrName>
                            </p:attrNameLst>
                          </p:cBhvr>
                          <p:to>
                            <p:strVal val="visible"/>
                          </p:to>
                        </p:set>
                        <p:animEffect transition="in" filter="fade">
                          <p:cBhvr>
                            <p:cTn id="11" dur="600"/>
                            <p:tgtEl>
                              <p:spTgt spid="502"/>
                            </p:tgtEl>
                          </p:cBhvr>
                        </p:animEffect>
                      </p:childTnLst>
                    </p:cTn>
                  </p:par>
                  <p:par>
                    <p:cTn id="12" presetID="10" presetClass="entr" presetSubtype="0" fill="hold" grpId="3" nodeType="withEffect">
                      <p:stCondLst>
                        <p:cond delay="360"/>
                      </p:stCondLst>
                      <p:childTnLst>
                        <p:set>
                          <p:cBhvr>
                            <p:cTn id="13" dur="1" fill="hold"/>
                            <p:tgtEl>
                              <p:spTgt spid="503"/>
                            </p:tgtEl>
                            <p:attrNameLst>
                              <p:attrName>style.visibility</p:attrName>
                            </p:attrNameLst>
                          </p:cBhvr>
                          <p:to>
                            <p:strVal val="visible"/>
                          </p:to>
                        </p:set>
                        <p:animEffect transition="in" filter="fade">
                          <p:cBhvr>
                            <p:cTn id="14" dur="600"/>
                            <p:tgtEl>
                              <p:spTgt spid="503"/>
                            </p:tgtEl>
                          </p:cBhvr>
                        </p:animEffect>
                      </p:childTnLst>
                    </p:cTn>
                  </p:par>
                  <p:par>
                    <p:cTn id="15" presetID="10" presetClass="entr" presetSubtype="0" fill="hold" grpId="4" nodeType="withEffect">
                      <p:stCondLst>
                        <p:cond delay="480"/>
                      </p:stCondLst>
                      <p:childTnLst>
                        <p:set>
                          <p:cBhvr>
                            <p:cTn id="16" dur="1" fill="hold"/>
                            <p:tgtEl>
                              <p:spTgt spid="504"/>
                            </p:tgtEl>
                            <p:attrNameLst>
                              <p:attrName>style.visibility</p:attrName>
                            </p:attrNameLst>
                          </p:cBhvr>
                          <p:to>
                            <p:strVal val="visible"/>
                          </p:to>
                        </p:set>
                        <p:animEffect transition="in" filter="fade">
                          <p:cBhvr>
                            <p:cTn id="17" dur="600"/>
                            <p:tgtEl>
                              <p:spTgt spid="504"/>
                            </p:tgtEl>
                          </p:cBhvr>
                        </p:animEffect>
                      </p:childTnLst>
                    </p:cTn>
                  </p:par>
                  <p:par>
                    <p:cTn id="18" presetID="10" presetClass="entr" presetSubtype="0" fill="hold" grpId="5" nodeType="withEffect">
                      <p:stCondLst>
                        <p:cond delay="600"/>
                      </p:stCondLst>
                      <p:childTnLst>
                        <p:set>
                          <p:cBhvr>
                            <p:cTn id="19" dur="1" fill="hold"/>
                            <p:tgtEl>
                              <p:spTgt spid="505"/>
                            </p:tgtEl>
                            <p:attrNameLst>
                              <p:attrName>style.visibility</p:attrName>
                            </p:attrNameLst>
                          </p:cBhvr>
                          <p:to>
                            <p:strVal val="visible"/>
                          </p:to>
                        </p:set>
                        <p:animEffect transition="in" filter="fade">
                          <p:cBhvr>
                            <p:cTn id="20" dur="600"/>
                            <p:tgtEl>
                              <p:spTgt spid="505"/>
                            </p:tgtEl>
                          </p:cBhvr>
                        </p:animEffect>
                      </p:childTnLst>
                    </p:cTn>
                  </p:par>
                  <p:par>
                    <p:cTn id="21" presetID="10" presetClass="entr" presetSubtype="0" fill="hold" grpId="6" nodeType="withEffect">
                      <p:stCondLst>
                        <p:cond delay="720"/>
                      </p:stCondLst>
                      <p:childTnLst>
                        <p:set>
                          <p:cBhvr>
                            <p:cTn id="22" dur="1" fill="hold"/>
                            <p:tgtEl>
                              <p:spTgt spid="506"/>
                            </p:tgtEl>
                            <p:attrNameLst>
                              <p:attrName>style.visibility</p:attrName>
                            </p:attrNameLst>
                          </p:cBhvr>
                          <p:to>
                            <p:strVal val="visible"/>
                          </p:to>
                        </p:set>
                        <p:animEffect transition="in" filter="fade">
                          <p:cBhvr>
                            <p:cTn id="23" dur="600"/>
                            <p:tgtEl>
                              <p:spTgt spid="506"/>
                            </p:tgtEl>
                          </p:cBhvr>
                        </p:animEffect>
                      </p:childTnLst>
                    </p:cTn>
                  </p:par>
                  <p:par>
                    <p:cTn id="24" presetID="10" presetClass="entr" presetSubtype="0" fill="hold" grpId="7" nodeType="withEffect">
                      <p:stCondLst>
                        <p:cond delay="840"/>
                      </p:stCondLst>
                      <p:childTnLst>
                        <p:set>
                          <p:cBhvr>
                            <p:cTn id="25" dur="1" fill="hold"/>
                            <p:tgtEl>
                              <p:spTgt spid="507"/>
                            </p:tgtEl>
                            <p:attrNameLst>
                              <p:attrName>style.visibility</p:attrName>
                            </p:attrNameLst>
                          </p:cBhvr>
                          <p:to>
                            <p:strVal val="visible"/>
                          </p:to>
                        </p:set>
                        <p:animEffect transition="in" filter="fade">
                          <p:cBhvr>
                            <p:cTn id="26" dur="600"/>
                            <p:tgtEl>
                              <p:spTgt spid="507"/>
                            </p:tgtEl>
                          </p:cBhvr>
                        </p:animEffect>
                      </p:childTnLst>
                    </p:cTn>
                  </p:par>
                  <p:par>
                    <p:cTn id="27" presetID="10" presetClass="entr" presetSubtype="0" fill="hold" grpId="8" nodeType="withEffect">
                      <p:stCondLst>
                        <p:cond delay="960"/>
                      </p:stCondLst>
                      <p:childTnLst>
                        <p:set>
                          <p:cBhvr>
                            <p:cTn id="28" dur="1" fill="hold"/>
                            <p:tgtEl>
                              <p:spTgt spid="508"/>
                            </p:tgtEl>
                            <p:attrNameLst>
                              <p:attrName>style.visibility</p:attrName>
                            </p:attrNameLst>
                          </p:cBhvr>
                          <p:to>
                            <p:strVal val="visible"/>
                          </p:to>
                        </p:set>
                        <p:animEffect transition="in" filter="fade">
                          <p:cBhvr>
                            <p:cTn id="29" dur="600"/>
                            <p:tgtEl>
                              <p:spTgt spid="508"/>
                            </p:tgtEl>
                          </p:cBhvr>
                        </p:animEffect>
                      </p:childTnLst>
                    </p:cTn>
                  </p:par>
                  <p:par>
                    <p:cTn id="30" presetID="10" presetClass="entr" presetSubtype="0" fill="hold" grpId="9" nodeType="withEffect">
                      <p:stCondLst>
                        <p:cond delay="1080"/>
                      </p:stCondLst>
                      <p:childTnLst>
                        <p:set>
                          <p:cBhvr>
                            <p:cTn id="31" dur="1" fill="hold"/>
                            <p:tgtEl>
                              <p:spTgt spid="509"/>
                            </p:tgtEl>
                            <p:attrNameLst>
                              <p:attrName>style.visibility</p:attrName>
                            </p:attrNameLst>
                          </p:cBhvr>
                          <p:to>
                            <p:strVal val="visible"/>
                          </p:to>
                        </p:set>
                        <p:animEffect transition="in" filter="fade">
                          <p:cBhvr>
                            <p:cTn id="32" dur="600"/>
                            <p:tgtEl>
                              <p:spTgt spid="509"/>
                            </p:tgtEl>
                          </p:cBhvr>
                        </p:animEffect>
                      </p:childTnLst>
                    </p:cTn>
                  </p:par>
                  <p:par>
                    <p:cTn id="33" presetID="10" presetClass="entr" presetSubtype="0" fill="hold" grpId="10" nodeType="withEffect">
                      <p:stCondLst>
                        <p:cond delay="1200"/>
                      </p:stCondLst>
                      <p:childTnLst>
                        <p:set>
                          <p:cBhvr>
                            <p:cTn id="34" dur="1" fill="hold"/>
                            <p:tgtEl>
                              <p:spTgt spid="510"/>
                            </p:tgtEl>
                            <p:attrNameLst>
                              <p:attrName>style.visibility</p:attrName>
                            </p:attrNameLst>
                          </p:cBhvr>
                          <p:to>
                            <p:strVal val="visible"/>
                          </p:to>
                        </p:set>
                        <p:animEffect transition="in" filter="fade">
                          <p:cBhvr>
                            <p:cTn id="35" dur="600"/>
                            <p:tgtEl>
                              <p:spTgt spid="510"/>
                            </p:tgtEl>
                          </p:cBhvr>
                        </p:animEffect>
                      </p:childTnLst>
                    </p:cTn>
                  </p:par>
                  <p:par>
                    <p:cTn id="36" presetID="10" presetClass="entr" presetSubtype="0" fill="hold" grpId="11" nodeType="withEffect">
                      <p:stCondLst>
                        <p:cond delay="1320"/>
                      </p:stCondLst>
                      <p:childTnLst>
                        <p:set>
                          <p:cBhvr>
                            <p:cTn id="37" dur="1" fill="hold"/>
                            <p:tgtEl>
                              <p:spTgt spid="511"/>
                            </p:tgtEl>
                            <p:attrNameLst>
                              <p:attrName>style.visibility</p:attrName>
                            </p:attrNameLst>
                          </p:cBhvr>
                          <p:to>
                            <p:strVal val="visible"/>
                          </p:to>
                        </p:set>
                        <p:animEffect transition="in" filter="fade">
                          <p:cBhvr>
                            <p:cTn id="38" dur="600"/>
                            <p:tgtEl>
                              <p:spTgt spid="511"/>
                            </p:tgtEl>
                          </p:cBhvr>
                        </p:animEffect>
                      </p:childTnLst>
                    </p:cTn>
                  </p:par>
                  <p:par>
                    <p:cTn id="39" presetID="10" presetClass="entr" presetSubtype="0" fill="hold" grpId="12" nodeType="withEffect">
                      <p:stCondLst>
                        <p:cond delay="1440"/>
                      </p:stCondLst>
                      <p:childTnLst>
                        <p:set>
                          <p:cBhvr>
                            <p:cTn id="40" dur="1" fill="hold"/>
                            <p:tgtEl>
                              <p:spTgt spid="512"/>
                            </p:tgtEl>
                            <p:attrNameLst>
                              <p:attrName>style.visibility</p:attrName>
                            </p:attrNameLst>
                          </p:cBhvr>
                          <p:to>
                            <p:strVal val="visible"/>
                          </p:to>
                        </p:set>
                        <p:animEffect transition="in" filter="fade">
                          <p:cBhvr>
                            <p:cTn id="41" dur="600"/>
                            <p:tgtEl>
                              <p:spTgt spid="512"/>
                            </p:tgtEl>
                          </p:cBhvr>
                        </p:animEffect>
                      </p:childTnLst>
                    </p:cTn>
                  </p:par>
                  <p:par>
                    <p:cTn id="42" presetID="10" presetClass="entr" presetSubtype="0" fill="hold" grpId="13" nodeType="withEffect">
                      <p:stCondLst>
                        <p:cond delay="1560"/>
                      </p:stCondLst>
                      <p:childTnLst>
                        <p:set>
                          <p:cBhvr>
                            <p:cTn id="43" dur="1" fill="hold"/>
                            <p:tgtEl>
                              <p:spTgt spid="513"/>
                            </p:tgtEl>
                            <p:attrNameLst>
                              <p:attrName>style.visibility</p:attrName>
                            </p:attrNameLst>
                          </p:cBhvr>
                          <p:to>
                            <p:strVal val="visible"/>
                          </p:to>
                        </p:set>
                        <p:animEffect transition="in" filter="fade">
                          <p:cBhvr>
                            <p:cTn id="44" dur="600"/>
                            <p:tgtEl>
                              <p:spTgt spid="513"/>
                            </p:tgtEl>
                          </p:cBhvr>
                        </p:animEffect>
                      </p:childTnLst>
                    </p:cTn>
                  </p:par>
                  <p:par>
                    <p:cTn id="45" presetID="10" presetClass="entr" presetSubtype="0" fill="hold" grpId="14" nodeType="withEffect">
                      <p:stCondLst>
                        <p:cond delay="1680"/>
                      </p:stCondLst>
                      <p:childTnLst>
                        <p:set>
                          <p:cBhvr>
                            <p:cTn id="46" dur="1" fill="hold"/>
                            <p:tgtEl>
                              <p:spTgt spid="514"/>
                            </p:tgtEl>
                            <p:attrNameLst>
                              <p:attrName>style.visibility</p:attrName>
                            </p:attrNameLst>
                          </p:cBhvr>
                          <p:to>
                            <p:strVal val="visible"/>
                          </p:to>
                        </p:set>
                        <p:animEffect transition="in" filter="fade">
                          <p:cBhvr>
                            <p:cTn id="47" dur="600"/>
                            <p:tgtEl>
                              <p:spTgt spid="514"/>
                            </p:tgtEl>
                          </p:cBhvr>
                        </p:animEffect>
                      </p:childTnLst>
                    </p:cTn>
                  </p:par>
                  <p:par>
                    <p:cTn id="48" presetID="10" presetClass="entr" presetSubtype="0" fill="hold" grpId="15" nodeType="withEffect">
                      <p:stCondLst>
                        <p:cond delay="1800"/>
                      </p:stCondLst>
                      <p:childTnLst>
                        <p:set>
                          <p:cBhvr>
                            <p:cTn id="49" dur="1" fill="hold"/>
                            <p:tgtEl>
                              <p:spTgt spid="515"/>
                            </p:tgtEl>
                            <p:attrNameLst>
                              <p:attrName>style.visibility</p:attrName>
                            </p:attrNameLst>
                          </p:cBhvr>
                          <p:to>
                            <p:strVal val="visible"/>
                          </p:to>
                        </p:set>
                        <p:animEffect transition="in" filter="fade">
                          <p:cBhvr>
                            <p:cTn id="50" dur="600"/>
                            <p:tgtEl>
                              <p:spTgt spid="515"/>
                            </p:tgtEl>
                          </p:cBhvr>
                        </p:animEffect>
                      </p:childTnLst>
                    </p:cTn>
                  </p:par>
                  <p:par>
                    <p:cTn id="51" presetID="10" presetClass="entr" presetSubtype="0" fill="hold" grpId="16" nodeType="withEffect">
                      <p:stCondLst>
                        <p:cond delay="1920"/>
                      </p:stCondLst>
                      <p:childTnLst>
                        <p:set>
                          <p:cBhvr>
                            <p:cTn id="52" dur="1" fill="hold"/>
                            <p:tgtEl>
                              <p:spTgt spid="2"/>
                            </p:tgtEl>
                            <p:attrNameLst>
                              <p:attrName>style.visibility</p:attrName>
                            </p:attrNameLst>
                          </p:cBhvr>
                          <p:to>
                            <p:strVal val="visible"/>
                          </p:to>
                        </p:set>
                        <p:animEffect transition="in" filter="fade">
                          <p:cBhvr>
                            <p:cTn id="53" dur="600"/>
                            <p:tgtEl>
                              <p:spTgt spid="2"/>
                            </p:tgtEl>
                          </p:cBhvr>
                        </p:animEffect>
                      </p:childTnLst>
                    </p:cTn>
                  </p:par>
                  <p:par>
                    <p:cTn id="54" presetID="10" presetClass="entr" presetSubtype="0" fill="hold" grpId="17" nodeType="withEffect">
                      <p:stCondLst>
                        <p:cond delay="2040"/>
                      </p:stCondLst>
                      <p:childTnLst>
                        <p:set>
                          <p:cBhvr>
                            <p:cTn id="55" dur="1" fill="hold"/>
                            <p:tgtEl>
                              <p:spTgt spid="3"/>
                            </p:tgtEl>
                            <p:attrNameLst>
                              <p:attrName>style.visibility</p:attrName>
                            </p:attrNameLst>
                          </p:cBhvr>
                          <p:to>
                            <p:strVal val="visible"/>
                          </p:to>
                        </p:set>
                        <p:animEffect transition="in" filter="fade">
                          <p:cBhvr>
                            <p:cTn id="56" dur="600"/>
                            <p:tgtEl>
                              <p:spTgt spid="3"/>
                            </p:tgtEl>
                          </p:cBhvr>
                        </p:animEffect>
                      </p:childTnLst>
                    </p:cTn>
                  </p:par>
                  <p:par>
                    <p:cTn id="57" presetID="10" presetClass="entr" presetSubtype="0" fill="hold" grpId="18" nodeType="withEffect">
                      <p:stCondLst>
                        <p:cond delay="2160"/>
                      </p:stCondLst>
                      <p:childTnLst>
                        <p:set>
                          <p:cBhvr>
                            <p:cTn id="58" dur="1" fill="hold"/>
                            <p:tgtEl>
                              <p:spTgt spid="4"/>
                            </p:tgtEl>
                            <p:attrNameLst>
                              <p:attrName>style.visibility</p:attrName>
                            </p:attrNameLst>
                          </p:cBhvr>
                          <p:to>
                            <p:strVal val="visible"/>
                          </p:to>
                        </p:set>
                        <p:animEffect transition="in" filter="fade">
                          <p:cBhvr>
                            <p:cTn id="59" dur="600"/>
                            <p:tgtEl>
                              <p:spTgt spid="4"/>
                            </p:tgtEl>
                          </p:cBhvr>
                        </p:animEffect>
                      </p:childTnLst>
                    </p:cTn>
                  </p:par>
                  <p:par>
                    <p:cTn id="60" presetID="10" presetClass="entr" presetSubtype="0" fill="hold" grpId="19" nodeType="withEffect">
                      <p:stCondLst>
                        <p:cond delay="2280"/>
                      </p:stCondLst>
                      <p:childTnLst>
                        <p:set>
                          <p:cBhvr>
                            <p:cTn id="61" dur="1" fill="hold"/>
                            <p:tgtEl>
                              <p:spTgt spid="5"/>
                            </p:tgtEl>
                            <p:attrNameLst>
                              <p:attrName>style.visibility</p:attrName>
                            </p:attrNameLst>
                          </p:cBhvr>
                          <p:to>
                            <p:strVal val="visible"/>
                          </p:to>
                        </p:set>
                        <p:animEffect transition="in" filter="fade">
                          <p:cBhvr>
                            <p:cTn id="62" dur="600"/>
                            <p:tgtEl>
                              <p:spTgt spid="5"/>
                            </p:tgtEl>
                          </p:cBhvr>
                        </p:animEffect>
                      </p:childTnLst>
                    </p:cTn>
                  </p:par>
                  <p:par>
                    <p:cTn id="63" presetID="10" presetClass="entr" presetSubtype="0" fill="hold" grpId="20" nodeType="withEffect">
                      <p:stCondLst>
                        <p:cond delay="2400"/>
                      </p:stCondLst>
                      <p:childTnLst>
                        <p:set>
                          <p:cBhvr>
                            <p:cTn id="64" dur="1" fill="hold"/>
                            <p:tgtEl>
                              <p:spTgt spid="6"/>
                            </p:tgtEl>
                            <p:attrNameLst>
                              <p:attrName>style.visibility</p:attrName>
                            </p:attrNameLst>
                          </p:cBhvr>
                          <p:to>
                            <p:strVal val="visible"/>
                          </p:to>
                        </p:set>
                        <p:animEffect transition="in" filter="fade">
                          <p:cBhvr>
                            <p:cTn id="65" dur="600"/>
                            <p:tgtEl>
                              <p:spTgt spid="6"/>
                            </p:tgtEl>
                          </p:cBhvr>
                        </p:animEffect>
                      </p:childTnLst>
                    </p:cTn>
                  </p:par>
                  <p:par>
                    <p:cTn id="66" presetID="10" presetClass="entr" presetSubtype="0" fill="hold" grpId="21" nodeType="withEffect">
                      <p:stCondLst>
                        <p:cond delay="2520"/>
                      </p:stCondLst>
                      <p:childTnLst>
                        <p:set>
                          <p:cBhvr>
                            <p:cTn id="67" dur="1" fill="hold"/>
                            <p:tgtEl>
                              <p:spTgt spid="7"/>
                            </p:tgtEl>
                            <p:attrNameLst>
                              <p:attrName>style.visibility</p:attrName>
                            </p:attrNameLst>
                          </p:cBhvr>
                          <p:to>
                            <p:strVal val="visible"/>
                          </p:to>
                        </p:set>
                        <p:animEffect transition="in" filter="fade">
                          <p:cBhvr>
                            <p:cTn id="68" dur="600"/>
                            <p:tgtEl>
                              <p:spTgt spid="7"/>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2196F3"/>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6D00"/>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2196F3"/>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6D00"/>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6D00"/>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2196F3"/>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00BCD4"/>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transition spd="med">
    <p:circle/>
  </p:transition>
  <p:timing>
    <p:tnLst>
      <p:par>
        <p:cTn id="1" dur="indefinite" restart="whenNotActive" nodeType="tmRoot">
          <p:childTnLst>
            <p:par>
              <p:cTn id="2" fill="hold">
                <p:stCondLst>
                  <p:cond delay="2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350"/>
                            <p:tgtEl>
                              <p:spTgt spid="500"/>
                            </p:tgtEl>
                          </p:cBhvr>
                        </p:animEffect>
                      </p:childTnLst>
                    </p:cTn>
                  </p:par>
                  <p:par>
                    <p:cTn id="6" presetID="10" presetClass="entr" presetSubtype="0" fill="hold" grpId="1" nodeType="withEffect">
                      <p:stCondLst>
                        <p:cond delay="70"/>
                      </p:stCondLst>
                      <p:childTnLst>
                        <p:set>
                          <p:cBhvr>
                            <p:cTn id="7" dur="1" fill="hold"/>
                            <p:tgtEl>
                              <p:spTgt spid="501"/>
                            </p:tgtEl>
                            <p:attrNameLst>
                              <p:attrName>style.visibility</p:attrName>
                            </p:attrNameLst>
                          </p:cBhvr>
                          <p:to>
                            <p:strVal val="visible"/>
                          </p:to>
                        </p:set>
                        <p:animEffect transition="in" filter="fade">
                          <p:cBhvr>
                            <p:cTn id="8" dur="350"/>
                            <p:tgtEl>
                              <p:spTgt spid="501"/>
                            </p:tgtEl>
                          </p:cBhvr>
                        </p:animEffect>
                      </p:childTnLst>
                    </p:cTn>
                  </p:par>
                  <p:par>
                    <p:cTn id="9" presetID="10" presetClass="entr" presetSubtype="0" fill="hold" grpId="2" nodeType="withEffect">
                      <p:stCondLst>
                        <p:cond delay="140"/>
                      </p:stCondLst>
                      <p:childTnLst>
                        <p:set>
                          <p:cBhvr>
                            <p:cTn id="10" dur="1" fill="hold"/>
                            <p:tgtEl>
                              <p:spTgt spid="502"/>
                            </p:tgtEl>
                            <p:attrNameLst>
                              <p:attrName>style.visibility</p:attrName>
                            </p:attrNameLst>
                          </p:cBhvr>
                          <p:to>
                            <p:strVal val="visible"/>
                          </p:to>
                        </p:set>
                        <p:animEffect transition="in" filter="fade">
                          <p:cBhvr>
                            <p:cTn id="11" dur="350"/>
                            <p:tgtEl>
                              <p:spTgt spid="502"/>
                            </p:tgtEl>
                          </p:cBhvr>
                        </p:animEffect>
                      </p:childTnLst>
                    </p:cTn>
                  </p:par>
                  <p:par>
                    <p:cTn id="12" presetID="10" presetClass="entr" presetSubtype="0" fill="hold" grpId="3" nodeType="withEffect">
                      <p:stCondLst>
                        <p:cond delay="210"/>
                      </p:stCondLst>
                      <p:childTnLst>
                        <p:set>
                          <p:cBhvr>
                            <p:cTn id="13" dur="1" fill="hold"/>
                            <p:tgtEl>
                              <p:spTgt spid="503"/>
                            </p:tgtEl>
                            <p:attrNameLst>
                              <p:attrName>style.visibility</p:attrName>
                            </p:attrNameLst>
                          </p:cBhvr>
                          <p:to>
                            <p:strVal val="visible"/>
                          </p:to>
                        </p:set>
                        <p:animEffect transition="in" filter="fade">
                          <p:cBhvr>
                            <p:cTn id="14" dur="350"/>
                            <p:tgtEl>
                              <p:spTgt spid="503"/>
                            </p:tgtEl>
                          </p:cBhvr>
                        </p:animEffect>
                      </p:childTnLst>
                    </p:cTn>
                  </p:par>
                  <p:par>
                    <p:cTn id="15" presetID="10" presetClass="entr" presetSubtype="0" fill="hold" grpId="4" nodeType="withEffect">
                      <p:stCondLst>
                        <p:cond delay="280"/>
                      </p:stCondLst>
                      <p:childTnLst>
                        <p:set>
                          <p:cBhvr>
                            <p:cTn id="16" dur="1" fill="hold"/>
                            <p:tgtEl>
                              <p:spTgt spid="504"/>
                            </p:tgtEl>
                            <p:attrNameLst>
                              <p:attrName>style.visibility</p:attrName>
                            </p:attrNameLst>
                          </p:cBhvr>
                          <p:to>
                            <p:strVal val="visible"/>
                          </p:to>
                        </p:set>
                        <p:animEffect transition="in" filter="fade">
                          <p:cBhvr>
                            <p:cTn id="17" dur="350"/>
                            <p:tgtEl>
                              <p:spTgt spid="504"/>
                            </p:tgtEl>
                          </p:cBhvr>
                        </p:animEffect>
                      </p:childTnLst>
                    </p:cTn>
                  </p:par>
                  <p:par>
                    <p:cTn id="18" presetID="10" presetClass="entr" presetSubtype="0" fill="hold" grpId="5" nodeType="withEffect">
                      <p:stCondLst>
                        <p:cond delay="350"/>
                      </p:stCondLst>
                      <p:childTnLst>
                        <p:set>
                          <p:cBhvr>
                            <p:cTn id="19" dur="1" fill="hold"/>
                            <p:tgtEl>
                              <p:spTgt spid="505"/>
                            </p:tgtEl>
                            <p:attrNameLst>
                              <p:attrName>style.visibility</p:attrName>
                            </p:attrNameLst>
                          </p:cBhvr>
                          <p:to>
                            <p:strVal val="visible"/>
                          </p:to>
                        </p:set>
                        <p:animEffect transition="in" filter="fade">
                          <p:cBhvr>
                            <p:cTn id="20" dur="350"/>
                            <p:tgtEl>
                              <p:spTgt spid="505"/>
                            </p:tgtEl>
                          </p:cBhvr>
                        </p:animEffect>
                      </p:childTnLst>
                    </p:cTn>
                  </p:par>
                  <p:par>
                    <p:cTn id="21" presetID="10" presetClass="entr" presetSubtype="0" fill="hold" grpId="6" nodeType="withEffect">
                      <p:stCondLst>
                        <p:cond delay="420"/>
                      </p:stCondLst>
                      <p:childTnLst>
                        <p:set>
                          <p:cBhvr>
                            <p:cTn id="22" dur="1" fill="hold"/>
                            <p:tgtEl>
                              <p:spTgt spid="506"/>
                            </p:tgtEl>
                            <p:attrNameLst>
                              <p:attrName>style.visibility</p:attrName>
                            </p:attrNameLst>
                          </p:cBhvr>
                          <p:to>
                            <p:strVal val="visible"/>
                          </p:to>
                        </p:set>
                        <p:animEffect transition="in" filter="fade">
                          <p:cBhvr>
                            <p:cTn id="23" dur="350"/>
                            <p:tgtEl>
                              <p:spTgt spid="506"/>
                            </p:tgtEl>
                          </p:cBhvr>
                        </p:animEffect>
                      </p:childTnLst>
                    </p:cTn>
                  </p:par>
                  <p:par>
                    <p:cTn id="24" presetID="10" presetClass="entr" presetSubtype="0" fill="hold" grpId="7" nodeType="withEffect">
                      <p:stCondLst>
                        <p:cond delay="490"/>
                      </p:stCondLst>
                      <p:childTnLst>
                        <p:set>
                          <p:cBhvr>
                            <p:cTn id="25" dur="1" fill="hold"/>
                            <p:tgtEl>
                              <p:spTgt spid="507"/>
                            </p:tgtEl>
                            <p:attrNameLst>
                              <p:attrName>style.visibility</p:attrName>
                            </p:attrNameLst>
                          </p:cBhvr>
                          <p:to>
                            <p:strVal val="visible"/>
                          </p:to>
                        </p:set>
                        <p:animEffect transition="in" filter="fade">
                          <p:cBhvr>
                            <p:cTn id="26" dur="350"/>
                            <p:tgtEl>
                              <p:spTgt spid="507"/>
                            </p:tgtEl>
                          </p:cBhvr>
                        </p:animEffect>
                      </p:childTnLst>
                    </p:cTn>
                  </p:par>
                  <p:par>
                    <p:cTn id="27" presetID="10" presetClass="entr" presetSubtype="0" fill="hold" grpId="8" nodeType="withEffect">
                      <p:stCondLst>
                        <p:cond delay="560"/>
                      </p:stCondLst>
                      <p:childTnLst>
                        <p:set>
                          <p:cBhvr>
                            <p:cTn id="28" dur="1" fill="hold"/>
                            <p:tgtEl>
                              <p:spTgt spid="508"/>
                            </p:tgtEl>
                            <p:attrNameLst>
                              <p:attrName>style.visibility</p:attrName>
                            </p:attrNameLst>
                          </p:cBhvr>
                          <p:to>
                            <p:strVal val="visible"/>
                          </p:to>
                        </p:set>
                        <p:animEffect transition="in" filter="fade">
                          <p:cBhvr>
                            <p:cTn id="29" dur="350"/>
                            <p:tgtEl>
                              <p:spTgt spid="508"/>
                            </p:tgtEl>
                          </p:cBhvr>
                        </p:animEffect>
                      </p:childTnLst>
                    </p:cTn>
                  </p:par>
                  <p:par>
                    <p:cTn id="30" presetID="10" presetClass="entr" presetSubtype="0" fill="hold" grpId="9" nodeType="withEffect">
                      <p:stCondLst>
                        <p:cond delay="630"/>
                      </p:stCondLst>
                      <p:childTnLst>
                        <p:set>
                          <p:cBhvr>
                            <p:cTn id="31" dur="1" fill="hold"/>
                            <p:tgtEl>
                              <p:spTgt spid="509"/>
                            </p:tgtEl>
                            <p:attrNameLst>
                              <p:attrName>style.visibility</p:attrName>
                            </p:attrNameLst>
                          </p:cBhvr>
                          <p:to>
                            <p:strVal val="visible"/>
                          </p:to>
                        </p:set>
                        <p:animEffect transition="in" filter="fade">
                          <p:cBhvr>
                            <p:cTn id="32" dur="350"/>
                            <p:tgtEl>
                              <p:spTgt spid="509"/>
                            </p:tgtEl>
                          </p:cBhvr>
                        </p:animEffect>
                      </p:childTnLst>
                    </p:cTn>
                  </p:par>
                  <p:par>
                    <p:cTn id="33" presetID="10" presetClass="entr" presetSubtype="0" fill="hold" grpId="10" nodeType="withEffect">
                      <p:stCondLst>
                        <p:cond delay="700"/>
                      </p:stCondLst>
                      <p:childTnLst>
                        <p:set>
                          <p:cBhvr>
                            <p:cTn id="34" dur="1" fill="hold"/>
                            <p:tgtEl>
                              <p:spTgt spid="510"/>
                            </p:tgtEl>
                            <p:attrNameLst>
                              <p:attrName>style.visibility</p:attrName>
                            </p:attrNameLst>
                          </p:cBhvr>
                          <p:to>
                            <p:strVal val="visible"/>
                          </p:to>
                        </p:set>
                        <p:animEffect transition="in" filter="fade">
                          <p:cBhvr>
                            <p:cTn id="35" dur="350"/>
                            <p:tgtEl>
                              <p:spTgt spid="510"/>
                            </p:tgtEl>
                          </p:cBhvr>
                        </p:animEffect>
                      </p:childTnLst>
                    </p:cTn>
                  </p:par>
                  <p:par>
                    <p:cTn id="36" presetID="10" presetClass="entr" presetSubtype="0" fill="hold" grpId="11" nodeType="withEffect">
                      <p:stCondLst>
                        <p:cond delay="770"/>
                      </p:stCondLst>
                      <p:childTnLst>
                        <p:set>
                          <p:cBhvr>
                            <p:cTn id="37" dur="1" fill="hold"/>
                            <p:tgtEl>
                              <p:spTgt spid="511"/>
                            </p:tgtEl>
                            <p:attrNameLst>
                              <p:attrName>style.visibility</p:attrName>
                            </p:attrNameLst>
                          </p:cBhvr>
                          <p:to>
                            <p:strVal val="visible"/>
                          </p:to>
                        </p:set>
                        <p:animEffect transition="in" filter="fade">
                          <p:cBhvr>
                            <p:cTn id="38" dur="350"/>
                            <p:tgtEl>
                              <p:spTgt spid="511"/>
                            </p:tgtEl>
                          </p:cBhvr>
                        </p:animEffect>
                      </p:childTnLst>
                    </p:cTn>
                  </p:par>
                  <p:par>
                    <p:cTn id="39" presetID="10" presetClass="entr" presetSubtype="0" fill="hold" grpId="12" nodeType="withEffect">
                      <p:stCondLst>
                        <p:cond delay="840"/>
                      </p:stCondLst>
                      <p:childTnLst>
                        <p:set>
                          <p:cBhvr>
                            <p:cTn id="40" dur="1" fill="hold"/>
                            <p:tgtEl>
                              <p:spTgt spid="512"/>
                            </p:tgtEl>
                            <p:attrNameLst>
                              <p:attrName>style.visibility</p:attrName>
                            </p:attrNameLst>
                          </p:cBhvr>
                          <p:to>
                            <p:strVal val="visible"/>
                          </p:to>
                        </p:set>
                        <p:animEffect transition="in" filter="fade">
                          <p:cBhvr>
                            <p:cTn id="41" dur="350"/>
                            <p:tgtEl>
                              <p:spTgt spid="512"/>
                            </p:tgtEl>
                          </p:cBhvr>
                        </p:animEffect>
                      </p:childTnLst>
                    </p:cTn>
                  </p:par>
                  <p:par>
                    <p:cTn id="42" presetID="10" presetClass="entr" presetSubtype="0" fill="hold" grpId="13" nodeType="withEffect">
                      <p:stCondLst>
                        <p:cond delay="910"/>
                      </p:stCondLst>
                      <p:childTnLst>
                        <p:set>
                          <p:cBhvr>
                            <p:cTn id="43" dur="1" fill="hold"/>
                            <p:tgtEl>
                              <p:spTgt spid="513"/>
                            </p:tgtEl>
                            <p:attrNameLst>
                              <p:attrName>style.visibility</p:attrName>
                            </p:attrNameLst>
                          </p:cBhvr>
                          <p:to>
                            <p:strVal val="visible"/>
                          </p:to>
                        </p:set>
                        <p:animEffect transition="in" filter="fade">
                          <p:cBhvr>
                            <p:cTn id="44" dur="350"/>
                            <p:tgtEl>
                              <p:spTgt spid="513"/>
                            </p:tgtEl>
                          </p:cBhvr>
                        </p:animEffect>
                      </p:childTnLst>
                    </p:cTn>
                  </p:par>
                  <p:par>
                    <p:cTn id="45" presetID="10" presetClass="entr" presetSubtype="0" fill="hold" grpId="14" nodeType="withEffect">
                      <p:stCondLst>
                        <p:cond delay="980"/>
                      </p:stCondLst>
                      <p:childTnLst>
                        <p:set>
                          <p:cBhvr>
                            <p:cTn id="46" dur="1" fill="hold"/>
                            <p:tgtEl>
                              <p:spTgt spid="514"/>
                            </p:tgtEl>
                            <p:attrNameLst>
                              <p:attrName>style.visibility</p:attrName>
                            </p:attrNameLst>
                          </p:cBhvr>
                          <p:to>
                            <p:strVal val="visible"/>
                          </p:to>
                        </p:set>
                        <p:animEffect transition="in" filter="fade">
                          <p:cBhvr>
                            <p:cTn id="47" dur="350"/>
                            <p:tgtEl>
                              <p:spTgt spid="514"/>
                            </p:tgtEl>
                          </p:cBhvr>
                        </p:animEffect>
                      </p:childTnLst>
                    </p:cTn>
                  </p:par>
                  <p:par>
                    <p:cTn id="48" presetID="10" presetClass="entr" presetSubtype="0" fill="hold" grpId="15" nodeType="withEffect">
                      <p:stCondLst>
                        <p:cond delay="1050"/>
                      </p:stCondLst>
                      <p:childTnLst>
                        <p:set>
                          <p:cBhvr>
                            <p:cTn id="49" dur="1" fill="hold"/>
                            <p:tgtEl>
                              <p:spTgt spid="515"/>
                            </p:tgtEl>
                            <p:attrNameLst>
                              <p:attrName>style.visibility</p:attrName>
                            </p:attrNameLst>
                          </p:cBhvr>
                          <p:to>
                            <p:strVal val="visible"/>
                          </p:to>
                        </p:set>
                        <p:animEffect transition="in" filter="fade">
                          <p:cBhvr>
                            <p:cTn id="50" dur="350"/>
                            <p:tgtEl>
                              <p:spTgt spid="515"/>
                            </p:tgtEl>
                          </p:cBhvr>
                        </p:animEffect>
                      </p:childTnLst>
                    </p:cTn>
                  </p:par>
                  <p:par>
                    <p:cTn id="51" presetID="10" presetClass="entr" presetSubtype="0" fill="hold" grpId="16" nodeType="withEffect">
                      <p:stCondLst>
                        <p:cond delay="1120"/>
                      </p:stCondLst>
                      <p:childTnLst>
                        <p:set>
                          <p:cBhvr>
                            <p:cTn id="52" dur="1" fill="hold"/>
                            <p:tgtEl>
                              <p:spTgt spid="2"/>
                            </p:tgtEl>
                            <p:attrNameLst>
                              <p:attrName>style.visibility</p:attrName>
                            </p:attrNameLst>
                          </p:cBhvr>
                          <p:to>
                            <p:strVal val="visible"/>
                          </p:to>
                        </p:set>
                        <p:animEffect transition="in" filter="fade">
                          <p:cBhvr>
                            <p:cTn id="53" dur="350"/>
                            <p:tgtEl>
                              <p:spTgt spid="2"/>
                            </p:tgtEl>
                          </p:cBhvr>
                        </p:animEffect>
                      </p:childTnLst>
                    </p:cTn>
                  </p:par>
                  <p:par>
                    <p:cTn id="54" presetID="10" presetClass="entr" presetSubtype="0" fill="hold" grpId="17" nodeType="withEffect">
                      <p:stCondLst>
                        <p:cond delay="1190"/>
                      </p:stCondLst>
                      <p:childTnLst>
                        <p:set>
                          <p:cBhvr>
                            <p:cTn id="55" dur="1" fill="hold"/>
                            <p:tgtEl>
                              <p:spTgt spid="3"/>
                            </p:tgtEl>
                            <p:attrNameLst>
                              <p:attrName>style.visibility</p:attrName>
                            </p:attrNameLst>
                          </p:cBhvr>
                          <p:to>
                            <p:strVal val="visible"/>
                          </p:to>
                        </p:set>
                        <p:animEffect transition="in" filter="fade">
                          <p:cBhvr>
                            <p:cTn id="56" dur="350"/>
                            <p:tgtEl>
                              <p:spTgt spid="3"/>
                            </p:tgtEl>
                          </p:cBhvr>
                        </p:animEffect>
                      </p:childTnLst>
                    </p:cTn>
                  </p:par>
                  <p:par>
                    <p:cTn id="57" presetID="10" presetClass="entr" presetSubtype="0" fill="hold" grpId="18" nodeType="withEffect">
                      <p:stCondLst>
                        <p:cond delay="1260"/>
                      </p:stCondLst>
                      <p:childTnLst>
                        <p:set>
                          <p:cBhvr>
                            <p:cTn id="58" dur="1" fill="hold"/>
                            <p:tgtEl>
                              <p:spTgt spid="4"/>
                            </p:tgtEl>
                            <p:attrNameLst>
                              <p:attrName>style.visibility</p:attrName>
                            </p:attrNameLst>
                          </p:cBhvr>
                          <p:to>
                            <p:strVal val="visible"/>
                          </p:to>
                        </p:set>
                        <p:animEffect transition="in" filter="fade">
                          <p:cBhvr>
                            <p:cTn id="59" dur="350"/>
                            <p:tgtEl>
                              <p:spTgt spid="4"/>
                            </p:tgtEl>
                          </p:cBhvr>
                        </p:animEffect>
                      </p:childTnLst>
                    </p:cTn>
                  </p:par>
                  <p:par>
                    <p:cTn id="60" presetID="10" presetClass="entr" presetSubtype="0" fill="hold" grpId="19" nodeType="withEffect">
                      <p:stCondLst>
                        <p:cond delay="1330"/>
                      </p:stCondLst>
                      <p:childTnLst>
                        <p:set>
                          <p:cBhvr>
                            <p:cTn id="61" dur="1" fill="hold"/>
                            <p:tgtEl>
                              <p:spTgt spid="5"/>
                            </p:tgtEl>
                            <p:attrNameLst>
                              <p:attrName>style.visibility</p:attrName>
                            </p:attrNameLst>
                          </p:cBhvr>
                          <p:to>
                            <p:strVal val="visible"/>
                          </p:to>
                        </p:set>
                        <p:animEffect transition="in" filter="fade">
                          <p:cBhvr>
                            <p:cTn id="62" dur="350"/>
                            <p:tgtEl>
                              <p:spTgt spid="5"/>
                            </p:tgtEl>
                          </p:cBhvr>
                        </p:animEffect>
                      </p:childTnLst>
                    </p:cTn>
                  </p:par>
                  <p:par>
                    <p:cTn id="63" presetID="10" presetClass="entr" presetSubtype="0" fill="hold" grpId="20" nodeType="withEffect">
                      <p:stCondLst>
                        <p:cond delay="1400"/>
                      </p:stCondLst>
                      <p:childTnLst>
                        <p:set>
                          <p:cBhvr>
                            <p:cTn id="64" dur="1" fill="hold"/>
                            <p:tgtEl>
                              <p:spTgt spid="6"/>
                            </p:tgtEl>
                            <p:attrNameLst>
                              <p:attrName>style.visibility</p:attrName>
                            </p:attrNameLst>
                          </p:cBhvr>
                          <p:to>
                            <p:strVal val="visible"/>
                          </p:to>
                        </p:set>
                        <p:animEffect transition="in" filter="fade">
                          <p:cBhvr>
                            <p:cTn id="65" dur="350"/>
                            <p:tgtEl>
                              <p:spTgt spid="6"/>
                            </p:tgtEl>
                          </p:cBhvr>
                        </p:animEffect>
                      </p:childTnLst>
                    </p:cTn>
                  </p:par>
                  <p:par>
                    <p:cTn id="66" presetID="10" presetClass="entr" presetSubtype="0" fill="hold" grpId="21" nodeType="withEffect">
                      <p:stCondLst>
                        <p:cond delay="1470"/>
                      </p:stCondLst>
                      <p:childTnLst>
                        <p:set>
                          <p:cBhvr>
                            <p:cTn id="67" dur="1" fill="hold"/>
                            <p:tgtEl>
                              <p:spTgt spid="7"/>
                            </p:tgtEl>
                            <p:attrNameLst>
                              <p:attrName>style.visibility</p:attrName>
                            </p:attrNameLst>
                          </p:cBhvr>
                          <p:to>
                            <p:strVal val="visible"/>
                          </p:to>
                        </p:set>
                        <p:animEffect transition="in" filter="fade">
                          <p:cBhvr>
                            <p:cTn id="68" dur="350"/>
                            <p:tgtEl>
                              <p:spTgt spid="7"/>
                            </p:tgtEl>
                          </p:cBhvr>
                        </p:animEffect>
                      </p:childTnLst>
                    </p:cTn>
                  </p:par>
                  <p:par>
                    <p:cTn id="69" presetID="10" presetClass="entr" presetSubtype="0" fill="hold" grpId="22" nodeType="withEffect">
                      <p:stCondLst>
                        <p:cond delay="1540"/>
                      </p:stCondLst>
                      <p:childTnLst>
                        <p:set>
                          <p:cBhvr>
                            <p:cTn id="70" dur="1" fill="hold"/>
                            <p:tgtEl>
                              <p:spTgt spid="8"/>
                            </p:tgtEl>
                            <p:attrNameLst>
                              <p:attrName>style.visibility</p:attrName>
                            </p:attrNameLst>
                          </p:cBhvr>
                          <p:to>
                            <p:strVal val="visible"/>
                          </p:to>
                        </p:set>
                        <p:animEffect transition="in" filter="fade">
                          <p:cBhvr>
                            <p:cTn id="71" dur="350"/>
                            <p:tgtEl>
                              <p:spTgt spid="8"/>
                            </p:tgtEl>
                          </p:cBhvr>
                        </p:animEffect>
                      </p:childTnLst>
                    </p:cTn>
                  </p:par>
                  <p:par>
                    <p:cTn id="72" presetID="10" presetClass="entr" presetSubtype="0" fill="hold" grpId="23" nodeType="withEffect">
                      <p:stCondLst>
                        <p:cond delay="1610"/>
                      </p:stCondLst>
                      <p:childTnLst>
                        <p:set>
                          <p:cBhvr>
                            <p:cTn id="73" dur="1" fill="hold"/>
                            <p:tgtEl>
                              <p:spTgt spid="9"/>
                            </p:tgtEl>
                            <p:attrNameLst>
                              <p:attrName>style.visibility</p:attrName>
                            </p:attrNameLst>
                          </p:cBhvr>
                          <p:to>
                            <p:strVal val="visible"/>
                          </p:to>
                        </p:set>
                        <p:animEffect transition="in" filter="fade">
                          <p:cBhvr>
                            <p:cTn id="74" dur="350"/>
                            <p:tgtEl>
                              <p:spTgt spid="9"/>
                            </p:tgtEl>
                          </p:cBhvr>
                        </p:animEffect>
                      </p:childTnLst>
                    </p:cTn>
                  </p:par>
                  <p:par>
                    <p:cTn id="75" presetID="10" presetClass="entr" presetSubtype="0" fill="hold" grpId="24" nodeType="withEffect">
                      <p:stCondLst>
                        <p:cond delay="1680"/>
                      </p:stCondLst>
                      <p:childTnLst>
                        <p:set>
                          <p:cBhvr>
                            <p:cTn id="76" dur="1" fill="hold"/>
                            <p:tgtEl>
                              <p:spTgt spid="10"/>
                            </p:tgtEl>
                            <p:attrNameLst>
                              <p:attrName>style.visibility</p:attrName>
                            </p:attrNameLst>
                          </p:cBhvr>
                          <p:to>
                            <p:strVal val="visible"/>
                          </p:to>
                        </p:set>
                        <p:animEffect transition="in" filter="fade">
                          <p:cBhvr>
                            <p:cTn id="77" dur="350"/>
                            <p:tgtEl>
                              <p:spTgt spid="10"/>
                            </p:tgtEl>
                          </p:cBhvr>
                        </p:animEffect>
                      </p:childTnLst>
                    </p:cTn>
                  </p:par>
                  <p:par>
                    <p:cTn id="78" presetID="10" presetClass="entr" presetSubtype="0" fill="hold" grpId="25" nodeType="withEffect">
                      <p:stCondLst>
                        <p:cond delay="1750"/>
                      </p:stCondLst>
                      <p:childTnLst>
                        <p:set>
                          <p:cBhvr>
                            <p:cTn id="79" dur="1" fill="hold"/>
                            <p:tgtEl>
                              <p:spTgt spid="11"/>
                            </p:tgtEl>
                            <p:attrNameLst>
                              <p:attrName>style.visibility</p:attrName>
                            </p:attrNameLst>
                          </p:cBhvr>
                          <p:to>
                            <p:strVal val="visible"/>
                          </p:to>
                        </p:set>
                        <p:animEffect transition="in" filter="fade">
                          <p:cBhvr>
                            <p:cTn id="80" dur="350"/>
                            <p:tgtEl>
                              <p:spTgt spid="11"/>
                            </p:tgtEl>
                          </p:cBhvr>
                        </p:animEffect>
                      </p:childTnLst>
                    </p:cTn>
                  </p:par>
                  <p:par>
                    <p:cTn id="81" presetID="10" presetClass="entr" presetSubtype="0" fill="hold" grpId="26" nodeType="withEffect">
                      <p:stCondLst>
                        <p:cond delay="1820"/>
                      </p:stCondLst>
                      <p:childTnLst>
                        <p:set>
                          <p:cBhvr>
                            <p:cTn id="82" dur="1" fill="hold"/>
                            <p:tgtEl>
                              <p:spTgt spid="12"/>
                            </p:tgtEl>
                            <p:attrNameLst>
                              <p:attrName>style.visibility</p:attrName>
                            </p:attrNameLst>
                          </p:cBhvr>
                          <p:to>
                            <p:strVal val="visible"/>
                          </p:to>
                        </p:set>
                        <p:animEffect transition="in" filter="fade">
                          <p:cBhvr>
                            <p:cTn id="83" dur="350"/>
                            <p:tgtEl>
                              <p:spTgt spid="12"/>
                            </p:tgtEl>
                          </p:cBhvr>
                        </p:animEffect>
                      </p:childTnLst>
                    </p:cTn>
                  </p:par>
                  <p:par>
                    <p:cTn id="84" presetID="10" presetClass="entr" presetSubtype="0" fill="hold" grpId="27" nodeType="withEffect">
                      <p:stCondLst>
                        <p:cond delay="1890"/>
                      </p:stCondLst>
                      <p:childTnLst>
                        <p:set>
                          <p:cBhvr>
                            <p:cTn id="85" dur="1" fill="hold"/>
                            <p:tgtEl>
                              <p:spTgt spid="13"/>
                            </p:tgtEl>
                            <p:attrNameLst>
                              <p:attrName>style.visibility</p:attrName>
                            </p:attrNameLst>
                          </p:cBhvr>
                          <p:to>
                            <p:strVal val="visible"/>
                          </p:to>
                        </p:set>
                        <p:animEffect transition="in" filter="fade">
                          <p:cBhvr>
                            <p:cTn id="86" dur="350"/>
                            <p:tgtEl>
                              <p:spTgt spid="13"/>
                            </p:tgtEl>
                          </p:cBhvr>
                        </p:animEffect>
                      </p:childTnLst>
                    </p:cTn>
                  </p:par>
                  <p:par>
                    <p:cTn id="87" presetID="10" presetClass="entr" presetSubtype="0" fill="hold" grpId="28" nodeType="withEffect">
                      <p:stCondLst>
                        <p:cond delay="1960"/>
                      </p:stCondLst>
                      <p:childTnLst>
                        <p:set>
                          <p:cBhvr>
                            <p:cTn id="88" dur="1" fill="hold"/>
                            <p:tgtEl>
                              <p:spTgt spid="14"/>
                            </p:tgtEl>
                            <p:attrNameLst>
                              <p:attrName>style.visibility</p:attrName>
                            </p:attrNameLst>
                          </p:cBhvr>
                          <p:to>
                            <p:strVal val="visible"/>
                          </p:to>
                        </p:set>
                        <p:animEffect transition="in" filter="fade">
                          <p:cBhvr>
                            <p:cTn id="89" dur="350"/>
                            <p:tgtEl>
                              <p:spTgt spid="14"/>
                            </p:tgtEl>
                          </p:cBhvr>
                        </p:animEffect>
                      </p:childTnLst>
                    </p:cTn>
                  </p:par>
                  <p:par>
                    <p:cTn id="90" presetID="10" presetClass="entr" presetSubtype="0" fill="hold" grpId="29" nodeType="withEffect">
                      <p:stCondLst>
                        <p:cond delay="2030"/>
                      </p:stCondLst>
                      <p:childTnLst>
                        <p:set>
                          <p:cBhvr>
                            <p:cTn id="91" dur="1" fill="hold"/>
                            <p:tgtEl>
                              <p:spTgt spid="15"/>
                            </p:tgtEl>
                            <p:attrNameLst>
                              <p:attrName>style.visibility</p:attrName>
                            </p:attrNameLst>
                          </p:cBhvr>
                          <p:to>
                            <p:strVal val="visible"/>
                          </p:to>
                        </p:set>
                        <p:animEffect transition="in" filter="fade">
                          <p:cBhvr>
                            <p:cTn id="92" dur="350"/>
                            <p:tgtEl>
                              <p:spTgt spid="15"/>
                            </p:tgtEl>
                          </p:cBhvr>
                        </p:animEffect>
                      </p:childTnLst>
                    </p:cTn>
                  </p:par>
                  <p:par>
                    <p:cTn id="93" presetID="10" presetClass="entr" presetSubtype="0" fill="hold" grpId="30" nodeType="withEffect">
                      <p:stCondLst>
                        <p:cond delay="2100"/>
                      </p:stCondLst>
                      <p:childTnLst>
                        <p:set>
                          <p:cBhvr>
                            <p:cTn id="94" dur="1" fill="hold"/>
                            <p:tgtEl>
                              <p:spTgt spid="16"/>
                            </p:tgtEl>
                            <p:attrNameLst>
                              <p:attrName>style.visibility</p:attrName>
                            </p:attrNameLst>
                          </p:cBhvr>
                          <p:to>
                            <p:strVal val="visible"/>
                          </p:to>
                        </p:set>
                        <p:animEffect transition="in" filter="fade">
                          <p:cBhvr>
                            <p:cTn id="95" dur="350"/>
                            <p:tgtEl>
                              <p:spTgt spid="16"/>
                            </p:tgtEl>
                          </p:cBhvr>
                        </p:animEffect>
                      </p:childTnLst>
                    </p:cTn>
                  </p:par>
                  <p:par>
                    <p:cTn id="96" presetID="10" presetClass="entr" presetSubtype="0" fill="hold" grpId="31" nodeType="withEffect">
                      <p:stCondLst>
                        <p:cond delay="2170"/>
                      </p:stCondLst>
                      <p:childTnLst>
                        <p:set>
                          <p:cBhvr>
                            <p:cTn id="97" dur="1" fill="hold"/>
                            <p:tgtEl>
                              <p:spTgt spid="17"/>
                            </p:tgtEl>
                            <p:attrNameLst>
                              <p:attrName>style.visibility</p:attrName>
                            </p:attrNameLst>
                          </p:cBhvr>
                          <p:to>
                            <p:strVal val="visible"/>
                          </p:to>
                        </p:set>
                        <p:animEffect transition="in" filter="fade">
                          <p:cBhvr>
                            <p:cTn id="98" dur="350"/>
                            <p:tgtEl>
                              <p:spTgt spid="17"/>
                            </p:tgtEl>
                          </p:cBhvr>
                        </p:animEffect>
                      </p:childTnLst>
                    </p:cTn>
                  </p:par>
                  <p:par>
                    <p:cTn id="99" presetID="10" presetClass="entr" presetSubtype="0" fill="hold" grpId="32" nodeType="withEffect">
                      <p:stCondLst>
                        <p:cond delay="2240"/>
                      </p:stCondLst>
                      <p:childTnLst>
                        <p:set>
                          <p:cBhvr>
                            <p:cTn id="100" dur="1" fill="hold"/>
                            <p:tgtEl>
                              <p:spTgt spid="18"/>
                            </p:tgtEl>
                            <p:attrNameLst>
                              <p:attrName>style.visibility</p:attrName>
                            </p:attrNameLst>
                          </p:cBhvr>
                          <p:to>
                            <p:strVal val="visible"/>
                          </p:to>
                        </p:set>
                        <p:animEffect transition="in" filter="fade">
                          <p:cBhvr>
                            <p:cTn id="101" dur="350"/>
                            <p:tgtEl>
                              <p:spTgt spid="18"/>
                            </p:tgtEl>
                          </p:cBhvr>
                        </p:animEffect>
                      </p:childTnLst>
                    </p:cTn>
                  </p:par>
                  <p:par>
                    <p:cTn id="102" presetID="10" presetClass="entr" presetSubtype="0" fill="hold" grpId="33" nodeType="withEffect">
                      <p:stCondLst>
                        <p:cond delay="2310"/>
                      </p:stCondLst>
                      <p:childTnLst>
                        <p:set>
                          <p:cBhvr>
                            <p:cTn id="103" dur="1" fill="hold"/>
                            <p:tgtEl>
                              <p:spTgt spid="19"/>
                            </p:tgtEl>
                            <p:attrNameLst>
                              <p:attrName>style.visibility</p:attrName>
                            </p:attrNameLst>
                          </p:cBhvr>
                          <p:to>
                            <p:strVal val="visible"/>
                          </p:to>
                        </p:set>
                        <p:animEffect transition="in" filter="fade">
                          <p:cBhvr>
                            <p:cTn id="104" dur="350"/>
                            <p:tgtEl>
                              <p:spTgt spid="19"/>
                            </p:tgtEl>
                          </p:cBhvr>
                        </p:animEffect>
                      </p:childTnLst>
                    </p:cTn>
                  </p:par>
                  <p:par>
                    <p:cTn id="105" presetID="10" presetClass="entr" presetSubtype="0" fill="hold" grpId="34" nodeType="withEffect">
                      <p:stCondLst>
                        <p:cond delay="2380"/>
                      </p:stCondLst>
                      <p:childTnLst>
                        <p:set>
                          <p:cBhvr>
                            <p:cTn id="106" dur="1" fill="hold"/>
                            <p:tgtEl>
                              <p:spTgt spid="20"/>
                            </p:tgtEl>
                            <p:attrNameLst>
                              <p:attrName>style.visibility</p:attrName>
                            </p:attrNameLst>
                          </p:cBhvr>
                          <p:to>
                            <p:strVal val="visible"/>
                          </p:to>
                        </p:set>
                        <p:animEffect transition="in" filter="fade">
                          <p:cBhvr>
                            <p:cTn id="107" dur="350"/>
                            <p:tgtEl>
                              <p:spTgt spid="20"/>
                            </p:tgtEl>
                          </p:cBhvr>
                        </p:animEffect>
                      </p:childTnLst>
                    </p:cTn>
                  </p:par>
                  <p:par>
                    <p:cTn id="108" presetID="10" presetClass="entr" presetSubtype="0" fill="hold" grpId="35" nodeType="withEffect">
                      <p:stCondLst>
                        <p:cond delay="2450"/>
                      </p:stCondLst>
                      <p:childTnLst>
                        <p:set>
                          <p:cBhvr>
                            <p:cTn id="109" dur="1" fill="hold"/>
                            <p:tgtEl>
                              <p:spTgt spid="21"/>
                            </p:tgtEl>
                            <p:attrNameLst>
                              <p:attrName>style.visibility</p:attrName>
                            </p:attrNameLst>
                          </p:cBhvr>
                          <p:to>
                            <p:strVal val="visible"/>
                          </p:to>
                        </p:set>
                        <p:animEffect transition="in" filter="fade">
                          <p:cBhvr>
                            <p:cTn id="110" dur="350"/>
                            <p:tgtEl>
                              <p:spTgt spid="21"/>
                            </p:tgtEl>
                          </p:cBhvr>
                        </p:animEffect>
                      </p:childTnLst>
                    </p:cTn>
                  </p:par>
                  <p:par>
                    <p:cTn id="111" presetID="10" presetClass="entr" presetSubtype="0" fill="hold" grpId="36" nodeType="withEffect">
                      <p:stCondLst>
                        <p:cond delay="2520"/>
                      </p:stCondLst>
                      <p:childTnLst>
                        <p:set>
                          <p:cBhvr>
                            <p:cTn id="112" dur="1" fill="hold"/>
                            <p:tgtEl>
                              <p:spTgt spid="22"/>
                            </p:tgtEl>
                            <p:attrNameLst>
                              <p:attrName>style.visibility</p:attrName>
                            </p:attrNameLst>
                          </p:cBhvr>
                          <p:to>
                            <p:strVal val="visible"/>
                          </p:to>
                        </p:set>
                        <p:animEffect transition="in" filter="fade">
                          <p:cBhvr>
                            <p:cTn id="113" dur="350"/>
                            <p:tgtEl>
                              <p:spTgt spid="22"/>
                            </p:tgtEl>
                          </p:cBhvr>
                        </p:animEffect>
                      </p:childTnLst>
                    </p:cTn>
                  </p:par>
                  <p:par>
                    <p:cTn id="114" presetID="10" presetClass="entr" presetSubtype="0" fill="hold" grpId="37" nodeType="withEffect">
                      <p:stCondLst>
                        <p:cond delay="2590"/>
                      </p:stCondLst>
                      <p:childTnLst>
                        <p:set>
                          <p:cBhvr>
                            <p:cTn id="115" dur="1" fill="hold"/>
                            <p:tgtEl>
                              <p:spTgt spid="23"/>
                            </p:tgtEl>
                            <p:attrNameLst>
                              <p:attrName>style.visibility</p:attrName>
                            </p:attrNameLst>
                          </p:cBhvr>
                          <p:to>
                            <p:strVal val="visible"/>
                          </p:to>
                        </p:set>
                        <p:animEffect transition="in" filter="fade">
                          <p:cBhvr>
                            <p:cTn id="116" dur="350"/>
                            <p:tgtEl>
                              <p:spTgt spid="23"/>
                            </p:tgtEl>
                          </p:cBhvr>
                        </p:animEffect>
                      </p:childTnLst>
                    </p:cTn>
                  </p:par>
                  <p:par>
                    <p:cTn id="117" presetID="10" presetClass="entr" presetSubtype="0" fill="hold" grpId="38" nodeType="withEffect">
                      <p:stCondLst>
                        <p:cond delay="2660"/>
                      </p:stCondLst>
                      <p:childTnLst>
                        <p:set>
                          <p:cBhvr>
                            <p:cTn id="118" dur="1" fill="hold"/>
                            <p:tgtEl>
                              <p:spTgt spid="24"/>
                            </p:tgtEl>
                            <p:attrNameLst>
                              <p:attrName>style.visibility</p:attrName>
                            </p:attrNameLst>
                          </p:cBhvr>
                          <p:to>
                            <p:strVal val="visible"/>
                          </p:to>
                        </p:set>
                        <p:animEffect transition="in" filter="fade">
                          <p:cBhvr>
                            <p:cTn id="119" dur="350"/>
                            <p:tgtEl>
                              <p:spTgt spid="24"/>
                            </p:tgtEl>
                          </p:cBhvr>
                        </p:animEffect>
                      </p:childTnLst>
                    </p:cTn>
                  </p:par>
                  <p:par>
                    <p:cTn id="120" presetID="10" presetClass="entr" presetSubtype="0" fill="hold" grpId="39" nodeType="withEffect">
                      <p:stCondLst>
                        <p:cond delay="2730"/>
                      </p:stCondLst>
                      <p:childTnLst>
                        <p:set>
                          <p:cBhvr>
                            <p:cTn id="121" dur="1" fill="hold"/>
                            <p:tgtEl>
                              <p:spTgt spid="25"/>
                            </p:tgtEl>
                            <p:attrNameLst>
                              <p:attrName>style.visibility</p:attrName>
                            </p:attrNameLst>
                          </p:cBhvr>
                          <p:to>
                            <p:strVal val="visible"/>
                          </p:to>
                        </p:set>
                        <p:animEffect transition="in" filter="fade">
                          <p:cBhvr>
                            <p:cTn id="122" dur="350"/>
                            <p:tgtEl>
                              <p:spTgt spid="25"/>
                            </p:tgtEl>
                          </p:cBhvr>
                        </p:animEffect>
                      </p:childTnLst>
                    </p:cTn>
                  </p:par>
                  <p:par>
                    <p:cTn id="123" presetID="10" presetClass="entr" presetSubtype="0" fill="hold" grpId="40" nodeType="withEffect">
                      <p:stCondLst>
                        <p:cond delay="2800"/>
                      </p:stCondLst>
                      <p:childTnLst>
                        <p:set>
                          <p:cBhvr>
                            <p:cTn id="124" dur="1" fill="hold"/>
                            <p:tgtEl>
                              <p:spTgt spid="26"/>
                            </p:tgtEl>
                            <p:attrNameLst>
                              <p:attrName>style.visibility</p:attrName>
                            </p:attrNameLst>
                          </p:cBhvr>
                          <p:to>
                            <p:strVal val="visible"/>
                          </p:to>
                        </p:set>
                        <p:animEffect transition="in" filter="fade">
                          <p:cBhvr>
                            <p:cTn id="125" dur="350"/>
                            <p:tgtEl>
                              <p:spTgt spid="26"/>
                            </p:tgtEl>
                          </p:cBhvr>
                        </p:animEffect>
                      </p:childTnLst>
                    </p:cTn>
                  </p:par>
                  <p:par>
                    <p:cTn id="126" presetID="10" presetClass="entr" presetSubtype="0" fill="hold" grpId="41" nodeType="withEffect">
                      <p:stCondLst>
                        <p:cond delay="2870"/>
                      </p:stCondLst>
                      <p:childTnLst>
                        <p:set>
                          <p:cBhvr>
                            <p:cTn id="127" dur="1" fill="hold"/>
                            <p:tgtEl>
                              <p:spTgt spid="27"/>
                            </p:tgtEl>
                            <p:attrNameLst>
                              <p:attrName>style.visibility</p:attrName>
                            </p:attrNameLst>
                          </p:cBhvr>
                          <p:to>
                            <p:strVal val="visible"/>
                          </p:to>
                        </p:set>
                        <p:animEffect transition="in" filter="fade">
                          <p:cBhvr>
                            <p:cTn id="128" dur="350"/>
                            <p:tgtEl>
                              <p:spTgt spid="27"/>
                            </p:tgtEl>
                          </p:cBhvr>
                        </p:animEffect>
                      </p:childTnLst>
                    </p:cTn>
                  </p:par>
                  <p:par>
                    <p:cTn id="129" presetID="10" presetClass="entr" presetSubtype="0" fill="hold" grpId="42" nodeType="withEffect">
                      <p:stCondLst>
                        <p:cond delay="2940"/>
                      </p:stCondLst>
                      <p:childTnLst>
                        <p:set>
                          <p:cBhvr>
                            <p:cTn id="130" dur="1" fill="hold"/>
                            <p:tgtEl>
                              <p:spTgt spid="28"/>
                            </p:tgtEl>
                            <p:attrNameLst>
                              <p:attrName>style.visibility</p:attrName>
                            </p:attrNameLst>
                          </p:cBhvr>
                          <p:to>
                            <p:strVal val="visible"/>
                          </p:to>
                        </p:set>
                        <p:animEffect transition="in" filter="fade">
                          <p:cBhvr>
                            <p:cTn id="131" dur="350"/>
                            <p:tgtEl>
                              <p:spTgt spid="28"/>
                            </p:tgtEl>
                          </p:cBhvr>
                        </p:animEffect>
                      </p:childTnLst>
                    </p:cTn>
                  </p:par>
                  <p:par>
                    <p:cTn id="132" presetID="10" presetClass="entr" presetSubtype="0" fill="hold" grpId="43" nodeType="withEffect">
                      <p:stCondLst>
                        <p:cond delay="3010"/>
                      </p:stCondLst>
                      <p:childTnLst>
                        <p:set>
                          <p:cBhvr>
                            <p:cTn id="133" dur="1" fill="hold"/>
                            <p:tgtEl>
                              <p:spTgt spid="29"/>
                            </p:tgtEl>
                            <p:attrNameLst>
                              <p:attrName>style.visibility</p:attrName>
                            </p:attrNameLst>
                          </p:cBhvr>
                          <p:to>
                            <p:strVal val="visible"/>
                          </p:to>
                        </p:set>
                        <p:animEffect transition="in" filter="fade">
                          <p:cBhvr>
                            <p:cTn id="134" dur="350"/>
                            <p:tgtEl>
                              <p:spTgt spid="29"/>
                            </p:tgtEl>
                          </p:cBhvr>
                        </p:animEffect>
                      </p:childTnLst>
                    </p:cTn>
                  </p:par>
                  <p:par>
                    <p:cTn id="135" presetID="10" presetClass="entr" presetSubtype="0" fill="hold" grpId="44" nodeType="withEffect">
                      <p:stCondLst>
                        <p:cond delay="3080"/>
                      </p:stCondLst>
                      <p:childTnLst>
                        <p:set>
                          <p:cBhvr>
                            <p:cTn id="136" dur="1" fill="hold"/>
                            <p:tgtEl>
                              <p:spTgt spid="30"/>
                            </p:tgtEl>
                            <p:attrNameLst>
                              <p:attrName>style.visibility</p:attrName>
                            </p:attrNameLst>
                          </p:cBhvr>
                          <p:to>
                            <p:strVal val="visible"/>
                          </p:to>
                        </p:set>
                        <p:animEffect transition="in" filter="fade">
                          <p:cBhvr>
                            <p:cTn id="137" dur="350"/>
                            <p:tgtEl>
                              <p:spTgt spid="30"/>
                            </p:tgtEl>
                          </p:cBhvr>
                        </p:animEffect>
                      </p:childTnLst>
                    </p:cTn>
                  </p:par>
                  <p:par>
                    <p:cTn id="138" presetID="10" presetClass="entr" presetSubtype="0" fill="hold" grpId="45" nodeType="withEffect">
                      <p:stCondLst>
                        <p:cond delay="3150"/>
                      </p:stCondLst>
                      <p:childTnLst>
                        <p:set>
                          <p:cBhvr>
                            <p:cTn id="139" dur="1" fill="hold"/>
                            <p:tgtEl>
                              <p:spTgt spid="31"/>
                            </p:tgtEl>
                            <p:attrNameLst>
                              <p:attrName>style.visibility</p:attrName>
                            </p:attrNameLst>
                          </p:cBhvr>
                          <p:to>
                            <p:strVal val="visible"/>
                          </p:to>
                        </p:set>
                        <p:animEffect transition="in" filter="fade">
                          <p:cBhvr>
                            <p:cTn id="140" dur="350"/>
                            <p:tgtEl>
                              <p:spTgt spid="31"/>
                            </p:tgtEl>
                          </p:cBhvr>
                        </p:animEffect>
                      </p:childTnLst>
                    </p:cTn>
                  </p:par>
                  <p:par>
                    <p:cTn id="141" presetID="10" presetClass="entr" presetSubtype="0" fill="hold" grpId="46" nodeType="withEffect">
                      <p:stCondLst>
                        <p:cond delay="3220"/>
                      </p:stCondLst>
                      <p:childTnLst>
                        <p:set>
                          <p:cBhvr>
                            <p:cTn id="142" dur="1" fill="hold"/>
                            <p:tgtEl>
                              <p:spTgt spid="32"/>
                            </p:tgtEl>
                            <p:attrNameLst>
                              <p:attrName>style.visibility</p:attrName>
                            </p:attrNameLst>
                          </p:cBhvr>
                          <p:to>
                            <p:strVal val="visible"/>
                          </p:to>
                        </p:set>
                        <p:animEffect transition="in" filter="fade">
                          <p:cBhvr>
                            <p:cTn id="143" dur="350"/>
                            <p:tgtEl>
                              <p:spTgt spid="32"/>
                            </p:tgtEl>
                          </p:cBhvr>
                        </p:animEffect>
                      </p:childTnLst>
                    </p:cTn>
                  </p:par>
                  <p:par>
                    <p:cTn id="144" presetID="10" presetClass="entr" presetSubtype="0" fill="hold" grpId="47" nodeType="withEffect">
                      <p:stCondLst>
                        <p:cond delay="3290"/>
                      </p:stCondLst>
                      <p:childTnLst>
                        <p:set>
                          <p:cBhvr>
                            <p:cTn id="145" dur="1" fill="hold"/>
                            <p:tgtEl>
                              <p:spTgt spid="33"/>
                            </p:tgtEl>
                            <p:attrNameLst>
                              <p:attrName>style.visibility</p:attrName>
                            </p:attrNameLst>
                          </p:cBhvr>
                          <p:to>
                            <p:strVal val="visible"/>
                          </p:to>
                        </p:set>
                        <p:animEffect transition="in" filter="fade">
                          <p:cBhvr>
                            <p:cTn id="146" dur="350"/>
                            <p:tgtEl>
                              <p:spTgt spid="33"/>
                            </p:tgtEl>
                          </p:cBhvr>
                        </p:animEffect>
                      </p:childTnLst>
                    </p:cTn>
                  </p:par>
                  <p:par>
                    <p:cTn id="147" presetID="10" presetClass="entr" presetSubtype="0" fill="hold" grpId="48" nodeType="withEffect">
                      <p:stCondLst>
                        <p:cond delay="3360"/>
                      </p:stCondLst>
                      <p:childTnLst>
                        <p:set>
                          <p:cBhvr>
                            <p:cTn id="148" dur="1" fill="hold"/>
                            <p:tgtEl>
                              <p:spTgt spid="34"/>
                            </p:tgtEl>
                            <p:attrNameLst>
                              <p:attrName>style.visibility</p:attrName>
                            </p:attrNameLst>
                          </p:cBhvr>
                          <p:to>
                            <p:strVal val="visible"/>
                          </p:to>
                        </p:set>
                        <p:animEffect transition="in" filter="fade">
                          <p:cBhvr>
                            <p:cTn id="149" dur="350"/>
                            <p:tgtEl>
                              <p:spTgt spid="34"/>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5" grpId="19" uiExpand="1" build="p"/>
      <p:bldP spid="6" grpId="20" uiExpand="1" build="p"/>
      <p:bldP spid="7" grpId="21" uiExpand="1" build="p"/>
      <p:bldP spid="8" grpId="22" uiExpand="1" build="p"/>
      <p:bldP spid="9" grpId="23" uiExpand="1" build="p"/>
      <p:bldP spid="10" grpId="24" uiExpand="1" build="p"/>
      <p:bldP spid="11" grpId="25" uiExpand="1" build="p"/>
      <p:bldP spid="12" grpId="26" uiExpand="1" build="p"/>
      <p:bldP spid="13" grpId="27" uiExpand="1" build="p"/>
      <p:bldP spid="14" grpId="28" uiExpand="1" build="p"/>
      <p:bldP spid="15" grpId="29" uiExpand="1" build="p"/>
      <p:bldP spid="16" grpId="30" uiExpand="1" build="p"/>
      <p:bldP spid="17" grpId="31" uiExpand="1" build="p"/>
      <p:bldP spid="18" grpId="32" uiExpand="1" build="p"/>
      <p:bldP spid="19" grpId="33" uiExpand="1" build="p"/>
      <p:bldP spid="20" grpId="34" uiExpand="1" build="p"/>
      <p:bldP spid="21" grpId="35" uiExpand="1" build="p"/>
      <p:bldP spid="22" grpId="36" uiExpand="1" build="p"/>
      <p:bldP spid="23" grpId="37" uiExpand="1" build="p"/>
      <p:bldP spid="24" grpId="38" uiExpand="1" build="p"/>
      <p:bldP spid="25" grpId="39" uiExpand="1" build="p"/>
      <p:bldP spid="26" grpId="40" uiExpand="1" build="p"/>
      <p:bldP spid="27" grpId="41" uiExpand="1" build="p"/>
      <p:bldP spid="28" grpId="42" uiExpand="1" build="p"/>
      <p:bldP spid="29" grpId="43" uiExpand="1" build="p"/>
      <p:bldP spid="30" grpId="44" uiExpand="1" build="p"/>
      <p:bldP spid="31" grpId="45" uiExpand="1" build="p"/>
      <p:bldP spid="32" grpId="46" uiExpand="1" build="p"/>
      <p:bldP spid="33" grpId="47" uiExpand="1" build="p"/>
      <p:bldP spid="34" grpId="48"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transition spd="slow">
    <p:zoom dir="out"/>
  </p:transition>
  <p:timing>
    <p:tnLst>
      <p:par>
        <p:cTn id="1" dur="indefinite" restart="whenNotActive" nodeType="tmRoot">
          <p:childTnLst>
            <p:par>
              <p:cTn id="2" fill="hold">
                <p:stCondLst>
                  <p:cond delay="500"/>
                </p:stCondLst>
                <p:childTnLst>
                  <p:par>
                    <p:cTn id="3" presetID="10" presetClass="entr" presetSubtype="0" fill="hold" grpId="0" nodeType="withEffect">
                      <p:stCondLst>
                        <p:cond delay="0"/>
                      </p:stCondLst>
                      <p:childTnLst>
                        <p:set>
                          <p:cBhvr>
                            <p:cTn id="4" dur="1" fill="hold"/>
                            <p:tgtEl>
                              <p:spTgt spid="500"/>
                            </p:tgtEl>
                            <p:attrNameLst>
                              <p:attrName>style.visibility</p:attrName>
                            </p:attrNameLst>
                          </p:cBhvr>
                          <p:to>
                            <p:strVal val="visible"/>
                          </p:to>
                        </p:set>
                        <p:animEffect transition="in" filter="fade">
                          <p:cBhvr>
                            <p:cTn id="5" dur="800"/>
                            <p:tgtEl>
                              <p:spTgt spid="500"/>
                            </p:tgtEl>
                          </p:cBhvr>
                        </p:animEffect>
                      </p:childTnLst>
                    </p:cTn>
                  </p:par>
                  <p:par>
                    <p:cTn id="6" presetID="10" presetClass="entr" presetSubtype="0" fill="hold" grpId="1" nodeType="withEffect">
                      <p:stCondLst>
                        <p:cond delay="150"/>
                      </p:stCondLst>
                      <p:childTnLst>
                        <p:set>
                          <p:cBhvr>
                            <p:cTn id="7" dur="1" fill="hold"/>
                            <p:tgtEl>
                              <p:spTgt spid="501"/>
                            </p:tgtEl>
                            <p:attrNameLst>
                              <p:attrName>style.visibility</p:attrName>
                            </p:attrNameLst>
                          </p:cBhvr>
                          <p:to>
                            <p:strVal val="visible"/>
                          </p:to>
                        </p:set>
                        <p:animEffect transition="in" filter="fade">
                          <p:cBhvr>
                            <p:cTn id="8" dur="800"/>
                            <p:tgtEl>
                              <p:spTgt spid="501"/>
                            </p:tgtEl>
                          </p:cBhvr>
                        </p:animEffect>
                      </p:childTnLst>
                    </p:cTn>
                  </p:par>
                  <p:par>
                    <p:cTn id="9" presetID="10" presetClass="entr" presetSubtype="0" fill="hold" grpId="2" nodeType="withEffect">
                      <p:stCondLst>
                        <p:cond delay="300"/>
                      </p:stCondLst>
                      <p:childTnLst>
                        <p:set>
                          <p:cBhvr>
                            <p:cTn id="10" dur="1" fill="hold"/>
                            <p:tgtEl>
                              <p:spTgt spid="502"/>
                            </p:tgtEl>
                            <p:attrNameLst>
                              <p:attrName>style.visibility</p:attrName>
                            </p:attrNameLst>
                          </p:cBhvr>
                          <p:to>
                            <p:strVal val="visible"/>
                          </p:to>
                        </p:set>
                        <p:animEffect transition="in" filter="fade">
                          <p:cBhvr>
                            <p:cTn id="11" dur="800"/>
                            <p:tgtEl>
                              <p:spTgt spid="502"/>
                            </p:tgtEl>
                          </p:cBhvr>
                        </p:animEffect>
                      </p:childTnLst>
                    </p:cTn>
                  </p:par>
                  <p:par>
                    <p:cTn id="12" presetID="10" presetClass="entr" presetSubtype="0" fill="hold" grpId="3" nodeType="withEffect">
                      <p:stCondLst>
                        <p:cond delay="450"/>
                      </p:stCondLst>
                      <p:childTnLst>
                        <p:set>
                          <p:cBhvr>
                            <p:cTn id="13" dur="1" fill="hold"/>
                            <p:tgtEl>
                              <p:spTgt spid="503"/>
                            </p:tgtEl>
                            <p:attrNameLst>
                              <p:attrName>style.visibility</p:attrName>
                            </p:attrNameLst>
                          </p:cBhvr>
                          <p:to>
                            <p:strVal val="visible"/>
                          </p:to>
                        </p:set>
                        <p:animEffect transition="in" filter="fade">
                          <p:cBhvr>
                            <p:cTn id="14" dur="800"/>
                            <p:tgtEl>
                              <p:spTgt spid="503"/>
                            </p:tgtEl>
                          </p:cBhvr>
                        </p:animEffect>
                      </p:childTnLst>
                    </p:cTn>
                  </p:par>
                  <p:par>
                    <p:cTn id="15" presetID="10" presetClass="entr" presetSubtype="0" fill="hold" grpId="4" nodeType="withEffect">
                      <p:stCondLst>
                        <p:cond delay="600"/>
                      </p:stCondLst>
                      <p:childTnLst>
                        <p:set>
                          <p:cBhvr>
                            <p:cTn id="16" dur="1" fill="hold"/>
                            <p:tgtEl>
                              <p:spTgt spid="504"/>
                            </p:tgtEl>
                            <p:attrNameLst>
                              <p:attrName>style.visibility</p:attrName>
                            </p:attrNameLst>
                          </p:cBhvr>
                          <p:to>
                            <p:strVal val="visible"/>
                          </p:to>
                        </p:set>
                        <p:animEffect transition="in" filter="fade">
                          <p:cBhvr>
                            <p:cTn id="17" dur="800"/>
                            <p:tgtEl>
                              <p:spTgt spid="504"/>
                            </p:tgtEl>
                          </p:cBhvr>
                        </p:animEffect>
                      </p:childTnLst>
                    </p:cTn>
                  </p:par>
                  <p:par>
                    <p:cTn id="18" presetID="10" presetClass="entr" presetSubtype="0" fill="hold" grpId="5" nodeType="withEffect">
                      <p:stCondLst>
                        <p:cond delay="750"/>
                      </p:stCondLst>
                      <p:childTnLst>
                        <p:set>
                          <p:cBhvr>
                            <p:cTn id="19" dur="1" fill="hold"/>
                            <p:tgtEl>
                              <p:spTgt spid="505"/>
                            </p:tgtEl>
                            <p:attrNameLst>
                              <p:attrName>style.visibility</p:attrName>
                            </p:attrNameLst>
                          </p:cBhvr>
                          <p:to>
                            <p:strVal val="visible"/>
                          </p:to>
                        </p:set>
                        <p:animEffect transition="in" filter="fade">
                          <p:cBhvr>
                            <p:cTn id="20" dur="800"/>
                            <p:tgtEl>
                              <p:spTgt spid="505"/>
                            </p:tgtEl>
                          </p:cBhvr>
                        </p:animEffect>
                      </p:childTnLst>
                    </p:cTn>
                  </p:par>
                  <p:par>
                    <p:cTn id="21" presetID="10" presetClass="entr" presetSubtype="0" fill="hold" grpId="6" nodeType="withEffect">
                      <p:stCondLst>
                        <p:cond delay="900"/>
                      </p:stCondLst>
                      <p:childTnLst>
                        <p:set>
                          <p:cBhvr>
                            <p:cTn id="22" dur="1" fill="hold"/>
                            <p:tgtEl>
                              <p:spTgt spid="506"/>
                            </p:tgtEl>
                            <p:attrNameLst>
                              <p:attrName>style.visibility</p:attrName>
                            </p:attrNameLst>
                          </p:cBhvr>
                          <p:to>
                            <p:strVal val="visible"/>
                          </p:to>
                        </p:set>
                        <p:animEffect transition="in" filter="fade">
                          <p:cBhvr>
                            <p:cTn id="23" dur="800"/>
                            <p:tgtEl>
                              <p:spTgt spid="506"/>
                            </p:tgtEl>
                          </p:cBhvr>
                        </p:animEffect>
                      </p:childTnLst>
                    </p:cTn>
                  </p:par>
                  <p:par>
                    <p:cTn id="24" presetID="10" presetClass="entr" presetSubtype="0" fill="hold" grpId="7" nodeType="withEffect">
                      <p:stCondLst>
                        <p:cond delay="1050"/>
                      </p:stCondLst>
                      <p:childTnLst>
                        <p:set>
                          <p:cBhvr>
                            <p:cTn id="25" dur="1" fill="hold"/>
                            <p:tgtEl>
                              <p:spTgt spid="507"/>
                            </p:tgtEl>
                            <p:attrNameLst>
                              <p:attrName>style.visibility</p:attrName>
                            </p:attrNameLst>
                          </p:cBhvr>
                          <p:to>
                            <p:strVal val="visible"/>
                          </p:to>
                        </p:set>
                        <p:animEffect transition="in" filter="fade">
                          <p:cBhvr>
                            <p:cTn id="26" dur="800"/>
                            <p:tgtEl>
                              <p:spTgt spid="507"/>
                            </p:tgtEl>
                          </p:cBhvr>
                        </p:animEffect>
                      </p:childTnLst>
                    </p:cTn>
                  </p:par>
                  <p:par>
                    <p:cTn id="27" presetID="10" presetClass="entr" presetSubtype="0" fill="hold" grpId="8" nodeType="withEffect">
                      <p:stCondLst>
                        <p:cond delay="1200"/>
                      </p:stCondLst>
                      <p:childTnLst>
                        <p:set>
                          <p:cBhvr>
                            <p:cTn id="28" dur="1" fill="hold"/>
                            <p:tgtEl>
                              <p:spTgt spid="508"/>
                            </p:tgtEl>
                            <p:attrNameLst>
                              <p:attrName>style.visibility</p:attrName>
                            </p:attrNameLst>
                          </p:cBhvr>
                          <p:to>
                            <p:strVal val="visible"/>
                          </p:to>
                        </p:set>
                        <p:animEffect transition="in" filter="fade">
                          <p:cBhvr>
                            <p:cTn id="29" dur="800"/>
                            <p:tgtEl>
                              <p:spTgt spid="508"/>
                            </p:tgtEl>
                          </p:cBhvr>
                        </p:animEffect>
                      </p:childTnLst>
                    </p:cTn>
                  </p:par>
                  <p:par>
                    <p:cTn id="30" presetID="10" presetClass="entr" presetSubtype="0" fill="hold" grpId="9" nodeType="withEffect">
                      <p:stCondLst>
                        <p:cond delay="1350"/>
                      </p:stCondLst>
                      <p:childTnLst>
                        <p:set>
                          <p:cBhvr>
                            <p:cTn id="31" dur="1" fill="hold"/>
                            <p:tgtEl>
                              <p:spTgt spid="509"/>
                            </p:tgtEl>
                            <p:attrNameLst>
                              <p:attrName>style.visibility</p:attrName>
                            </p:attrNameLst>
                          </p:cBhvr>
                          <p:to>
                            <p:strVal val="visible"/>
                          </p:to>
                        </p:set>
                        <p:animEffect transition="in" filter="fade">
                          <p:cBhvr>
                            <p:cTn id="32" dur="800"/>
                            <p:tgtEl>
                              <p:spTgt spid="509"/>
                            </p:tgtEl>
                          </p:cBhvr>
                        </p:animEffect>
                      </p:childTnLst>
                    </p:cTn>
                  </p:par>
                  <p:par>
                    <p:cTn id="33" presetID="10" presetClass="entr" presetSubtype="0" fill="hold" grpId="10" nodeType="withEffect">
                      <p:stCondLst>
                        <p:cond delay="1500"/>
                      </p:stCondLst>
                      <p:childTnLst>
                        <p:set>
                          <p:cBhvr>
                            <p:cTn id="34" dur="1" fill="hold"/>
                            <p:tgtEl>
                              <p:spTgt spid="510"/>
                            </p:tgtEl>
                            <p:attrNameLst>
                              <p:attrName>style.visibility</p:attrName>
                            </p:attrNameLst>
                          </p:cBhvr>
                          <p:to>
                            <p:strVal val="visible"/>
                          </p:to>
                        </p:set>
                        <p:animEffect transition="in" filter="fade">
                          <p:cBhvr>
                            <p:cTn id="35" dur="800"/>
                            <p:tgtEl>
                              <p:spTgt spid="510"/>
                            </p:tgtEl>
                          </p:cBhvr>
                        </p:animEffect>
                      </p:childTnLst>
                    </p:cTn>
                  </p:par>
                  <p:par>
                    <p:cTn id="36" presetID="10" presetClass="entr" presetSubtype="0" fill="hold" grpId="11" nodeType="withEffect">
                      <p:stCondLst>
                        <p:cond delay="1650"/>
                      </p:stCondLst>
                      <p:childTnLst>
                        <p:set>
                          <p:cBhvr>
                            <p:cTn id="37" dur="1" fill="hold"/>
                            <p:tgtEl>
                              <p:spTgt spid="511"/>
                            </p:tgtEl>
                            <p:attrNameLst>
                              <p:attrName>style.visibility</p:attrName>
                            </p:attrNameLst>
                          </p:cBhvr>
                          <p:to>
                            <p:strVal val="visible"/>
                          </p:to>
                        </p:set>
                        <p:animEffect transition="in" filter="fade">
                          <p:cBhvr>
                            <p:cTn id="38" dur="800"/>
                            <p:tgtEl>
                              <p:spTgt spid="511"/>
                            </p:tgtEl>
                          </p:cBhvr>
                        </p:animEffect>
                      </p:childTnLst>
                    </p:cTn>
                  </p:par>
                  <p:par>
                    <p:cTn id="39" presetID="10" presetClass="entr" presetSubtype="0" fill="hold" grpId="12" nodeType="withEffect">
                      <p:stCondLst>
                        <p:cond delay="1800"/>
                      </p:stCondLst>
                      <p:childTnLst>
                        <p:set>
                          <p:cBhvr>
                            <p:cTn id="40" dur="1" fill="hold"/>
                            <p:tgtEl>
                              <p:spTgt spid="512"/>
                            </p:tgtEl>
                            <p:attrNameLst>
                              <p:attrName>style.visibility</p:attrName>
                            </p:attrNameLst>
                          </p:cBhvr>
                          <p:to>
                            <p:strVal val="visible"/>
                          </p:to>
                        </p:set>
                        <p:animEffect transition="in" filter="fade">
                          <p:cBhvr>
                            <p:cTn id="41" dur="800"/>
                            <p:tgtEl>
                              <p:spTgt spid="512"/>
                            </p:tgtEl>
                          </p:cBhvr>
                        </p:animEffect>
                      </p:childTnLst>
                    </p:cTn>
                  </p:par>
                  <p:par>
                    <p:cTn id="42" presetID="10" presetClass="entr" presetSubtype="0" fill="hold" grpId="13" nodeType="withEffect">
                      <p:stCondLst>
                        <p:cond delay="1950"/>
                      </p:stCondLst>
                      <p:childTnLst>
                        <p:set>
                          <p:cBhvr>
                            <p:cTn id="43" dur="1" fill="hold"/>
                            <p:tgtEl>
                              <p:spTgt spid="513"/>
                            </p:tgtEl>
                            <p:attrNameLst>
                              <p:attrName>style.visibility</p:attrName>
                            </p:attrNameLst>
                          </p:cBhvr>
                          <p:to>
                            <p:strVal val="visible"/>
                          </p:to>
                        </p:set>
                        <p:animEffect transition="in" filter="fade">
                          <p:cBhvr>
                            <p:cTn id="44" dur="800"/>
                            <p:tgtEl>
                              <p:spTgt spid="513"/>
                            </p:tgtEl>
                          </p:cBhvr>
                        </p:animEffect>
                      </p:childTnLst>
                    </p:cTn>
                  </p:par>
                  <p:par>
                    <p:cTn id="45" presetID="10" presetClass="entr" presetSubtype="0" fill="hold" grpId="14" nodeType="withEffect">
                      <p:stCondLst>
                        <p:cond delay="2100"/>
                      </p:stCondLst>
                      <p:childTnLst>
                        <p:set>
                          <p:cBhvr>
                            <p:cTn id="46" dur="1" fill="hold"/>
                            <p:tgtEl>
                              <p:spTgt spid="514"/>
                            </p:tgtEl>
                            <p:attrNameLst>
                              <p:attrName>style.visibility</p:attrName>
                            </p:attrNameLst>
                          </p:cBhvr>
                          <p:to>
                            <p:strVal val="visible"/>
                          </p:to>
                        </p:set>
                        <p:animEffect transition="in" filter="fade">
                          <p:cBhvr>
                            <p:cTn id="47" dur="800"/>
                            <p:tgtEl>
                              <p:spTgt spid="514"/>
                            </p:tgtEl>
                          </p:cBhvr>
                        </p:animEffect>
                      </p:childTnLst>
                    </p:cTn>
                  </p:par>
                  <p:par>
                    <p:cTn id="48" presetID="10" presetClass="entr" presetSubtype="0" fill="hold" grpId="15" nodeType="withEffect">
                      <p:stCondLst>
                        <p:cond delay="2250"/>
                      </p:stCondLst>
                      <p:childTnLst>
                        <p:set>
                          <p:cBhvr>
                            <p:cTn id="49" dur="1" fill="hold"/>
                            <p:tgtEl>
                              <p:spTgt spid="515"/>
                            </p:tgtEl>
                            <p:attrNameLst>
                              <p:attrName>style.visibility</p:attrName>
                            </p:attrNameLst>
                          </p:cBhvr>
                          <p:to>
                            <p:strVal val="visible"/>
                          </p:to>
                        </p:set>
                        <p:animEffect transition="in" filter="fade">
                          <p:cBhvr>
                            <p:cTn id="50" dur="800"/>
                            <p:tgtEl>
                              <p:spTgt spid="515"/>
                            </p:tgtEl>
                          </p:cBhvr>
                        </p:animEffect>
                      </p:childTnLst>
                    </p:cTn>
                  </p:par>
                  <p:par>
                    <p:cTn id="51" presetID="10" presetClass="entr" presetSubtype="0" fill="hold" grpId="16" nodeType="withEffect">
                      <p:stCondLst>
                        <p:cond delay="2400"/>
                      </p:stCondLst>
                      <p:childTnLst>
                        <p:set>
                          <p:cBhvr>
                            <p:cTn id="52" dur="1" fill="hold"/>
                            <p:tgtEl>
                              <p:spTgt spid="2"/>
                            </p:tgtEl>
                            <p:attrNameLst>
                              <p:attrName>style.visibility</p:attrName>
                            </p:attrNameLst>
                          </p:cBhvr>
                          <p:to>
                            <p:strVal val="visible"/>
                          </p:to>
                        </p:set>
                        <p:animEffect transition="in" filter="fade">
                          <p:cBhvr>
                            <p:cTn id="53" dur="800"/>
                            <p:tgtEl>
                              <p:spTgt spid="2"/>
                            </p:tgtEl>
                          </p:cBhvr>
                        </p:animEffect>
                      </p:childTnLst>
                    </p:cTn>
                  </p:par>
                  <p:par>
                    <p:cTn id="54" presetID="10" presetClass="entr" presetSubtype="0" fill="hold" grpId="17" nodeType="withEffect">
                      <p:stCondLst>
                        <p:cond delay="2550"/>
                      </p:stCondLst>
                      <p:childTnLst>
                        <p:set>
                          <p:cBhvr>
                            <p:cTn id="55" dur="1" fill="hold"/>
                            <p:tgtEl>
                              <p:spTgt spid="3"/>
                            </p:tgtEl>
                            <p:attrNameLst>
                              <p:attrName>style.visibility</p:attrName>
                            </p:attrNameLst>
                          </p:cBhvr>
                          <p:to>
                            <p:strVal val="visible"/>
                          </p:to>
                        </p:set>
                        <p:animEffect transition="in" filter="fade">
                          <p:cBhvr>
                            <p:cTn id="56" dur="800"/>
                            <p:tgtEl>
                              <p:spTgt spid="3"/>
                            </p:tgtEl>
                          </p:cBhvr>
                        </p:animEffect>
                      </p:childTnLst>
                    </p:cTn>
                  </p:par>
                  <p:par>
                    <p:cTn id="57" presetID="10" presetClass="entr" presetSubtype="0" fill="hold" grpId="18" nodeType="withEffect">
                      <p:stCondLst>
                        <p:cond delay="2700"/>
                      </p:stCondLst>
                      <p:childTnLst>
                        <p:set>
                          <p:cBhvr>
                            <p:cTn id="58" dur="1" fill="hold"/>
                            <p:tgtEl>
                              <p:spTgt spid="4"/>
                            </p:tgtEl>
                            <p:attrNameLst>
                              <p:attrName>style.visibility</p:attrName>
                            </p:attrNameLst>
                          </p:cBhvr>
                          <p:to>
                            <p:strVal val="visible"/>
                          </p:to>
                        </p:set>
                        <p:animEffect transition="in" filter="fade">
                          <p:cBhvr>
                            <p:cTn id="59" dur="800"/>
                            <p:tgtEl>
                              <p:spTgt spid="4"/>
                            </p:tgtEl>
                          </p:cBhvr>
                        </p:animEffect>
                      </p:childTnLst>
                    </p:cTn>
                  </p:par>
                  <p:par>
                    <p:cTn id="60" presetID="10" presetClass="entr" presetSubtype="0" fill="hold" grpId="19" nodeType="withEffect">
                      <p:stCondLst>
                        <p:cond delay="2850"/>
                      </p:stCondLst>
                      <p:childTnLst>
                        <p:set>
                          <p:cBhvr>
                            <p:cTn id="61" dur="1" fill="hold"/>
                            <p:tgtEl>
                              <p:spTgt spid="7"/>
                            </p:tgtEl>
                            <p:attrNameLst>
                              <p:attrName>style.visibility</p:attrName>
                            </p:attrNameLst>
                          </p:cBhvr>
                          <p:to>
                            <p:strVal val="visible"/>
                          </p:to>
                        </p:set>
                        <p:animEffect transition="in" filter="fade">
                          <p:cBhvr>
                            <p:cTn id="62" dur="800"/>
                            <p:tgtEl>
                              <p:spTgt spid="7"/>
                            </p:tgtEl>
                          </p:cBhvr>
                        </p:animEffect>
                      </p:childTnLst>
                    </p:cTn>
                  </p:par>
                  <p:par>
                    <p:cTn id="63" presetID="10" presetClass="entr" presetSubtype="0" fill="hold" grpId="20" nodeType="withEffect">
                      <p:stCondLst>
                        <p:cond delay="3000"/>
                      </p:stCondLst>
                      <p:childTnLst>
                        <p:set>
                          <p:cBhvr>
                            <p:cTn id="64" dur="1" fill="hold"/>
                            <p:tgtEl>
                              <p:spTgt spid="8"/>
                            </p:tgtEl>
                            <p:attrNameLst>
                              <p:attrName>style.visibility</p:attrName>
                            </p:attrNameLst>
                          </p:cBhvr>
                          <p:to>
                            <p:strVal val="visible"/>
                          </p:to>
                        </p:set>
                        <p:animEffect transition="in" filter="fade">
                          <p:cBhvr>
                            <p:cTn id="65" dur="800"/>
                            <p:tgtEl>
                              <p:spTgt spid="8"/>
                            </p:tgtEl>
                          </p:cBhvr>
                        </p:animEffect>
                      </p:childTnLst>
                    </p:cTn>
                  </p:par>
                  <p:par>
                    <p:cTn id="66" presetID="10" presetClass="entr" presetSubtype="0" fill="hold" grpId="21" nodeType="withEffect">
                      <p:stCondLst>
                        <p:cond delay="3150"/>
                      </p:stCondLst>
                      <p:childTnLst>
                        <p:set>
                          <p:cBhvr>
                            <p:cTn id="67" dur="1" fill="hold"/>
                            <p:tgtEl>
                              <p:spTgt spid="9"/>
                            </p:tgtEl>
                            <p:attrNameLst>
                              <p:attrName>style.visibility</p:attrName>
                            </p:attrNameLst>
                          </p:cBhvr>
                          <p:to>
                            <p:strVal val="visible"/>
                          </p:to>
                        </p:set>
                        <p:animEffect transition="in" filter="fade">
                          <p:cBhvr>
                            <p:cTn id="68" dur="800"/>
                            <p:tgtEl>
                              <p:spTgt spid="9"/>
                            </p:tgtEl>
                          </p:cBhvr>
                        </p:animEffect>
                      </p:childTnLst>
                    </p:cTn>
                  </p:par>
                  <p:par>
                    <p:cTn id="69" presetID="10" presetClass="entr" presetSubtype="0" fill="hold" grpId="22" nodeType="withEffect">
                      <p:stCondLst>
                        <p:cond delay="3300"/>
                      </p:stCondLst>
                      <p:childTnLst>
                        <p:set>
                          <p:cBhvr>
                            <p:cTn id="70" dur="1" fill="hold"/>
                            <p:tgtEl>
                              <p:spTgt spid="10"/>
                            </p:tgtEl>
                            <p:attrNameLst>
                              <p:attrName>style.visibility</p:attrName>
                            </p:attrNameLst>
                          </p:cBhvr>
                          <p:to>
                            <p:strVal val="visible"/>
                          </p:to>
                        </p:set>
                        <p:animEffect transition="in" filter="fade">
                          <p:cBhvr>
                            <p:cTn id="71" dur="800"/>
                            <p:tgtEl>
                              <p:spTgt spid="10"/>
                            </p:tgtEl>
                          </p:cBhvr>
                        </p:animEffect>
                      </p:childTnLst>
                    </p:cTn>
                  </p:par>
                </p:childTnLst>
              </p:cTn>
            </p:par>
          </p:childTnLst>
        </p:cTn>
      </p:par>
    </p:tnLst>
    <p:bldLst>
      <p:bldP spid="500" grpId="0" uiExpand="1" build="p"/>
      <p:bldP spid="501" grpId="1" uiExpand="1" build="p"/>
      <p:bldP spid="502" grpId="2" uiExpand="1" build="p"/>
      <p:bldP spid="503" grpId="3" uiExpand="1" build="p"/>
      <p:bldP spid="504" grpId="4" uiExpand="1" build="p"/>
      <p:bldP spid="505" grpId="5" uiExpand="1" build="p"/>
      <p:bldP spid="506" grpId="6" uiExpand="1" build="p"/>
      <p:bldP spid="507" grpId="7" uiExpand="1" build="p"/>
      <p:bldP spid="508" grpId="8" uiExpand="1" build="p"/>
      <p:bldP spid="509" grpId="9" uiExpand="1" build="p"/>
      <p:bldP spid="510" grpId="10" uiExpand="1" build="p"/>
      <p:bldP spid="511" grpId="11" uiExpand="1" build="p"/>
      <p:bldP spid="512" grpId="12" uiExpand="1" build="p"/>
      <p:bldP spid="513" grpId="13" uiExpand="1" build="p"/>
      <p:bldP spid="514" grpId="14" uiExpand="1" build="p"/>
      <p:bldP spid="515" grpId="15" uiExpand="1" build="p"/>
      <p:bldP spid="2" grpId="16" uiExpand="1" build="p"/>
      <p:bldP spid="3" grpId="17" uiExpand="1" build="p"/>
      <p:bldP spid="4" grpId="18" uiExpand="1" build="p"/>
      <p:bldP spid="7" grpId="19" uiExpand="1" build="p"/>
      <p:bldP spid="8" grpId="20" uiExpand="1" build="p"/>
      <p:bldP spid="9" grpId="21" uiExpand="1" build="p"/>
      <p:bldP spid="10" grpId="22"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