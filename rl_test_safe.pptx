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6" r:id="rId4"/>
    <p:sldId id="258" r:id="rId5"/>
    <p:sldId id="259" r:id="rId6"/>
    <p:sldId id="260" r:id="rId7"/>
    <p:sldId id="263" r:id="rId8"/>
    <p:sldId id="264"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183D6434-3C88-4B39-BEFA-BD907CBD84B7}" type="datetimeFigureOut">
              <a:t>7/23/26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185807C-A129-4F14-8335-90EB6958D291}" type="slidenum">
              <a:t>‹#›</a:t>
            </a:fld>
            <a:endParaRPr lang="en-US"/>
          </a:p>
        </p:txBody>
      </p:sp>
    </p:spTree>
    <p:extLst>
      <p:ext uri="{BB962C8B-B14F-4D97-AF65-F5344CB8AC3E}">
        <p14:creationId xmlns:p14="http://schemas.microsoft.com/office/powerpoint/2010/main" val="217223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hyperlink" Target="https://www.reddit.com/r/RocketLeagueEsports/comments/1qwww68/rocket_league_is_the_hardest_game_to_go_pro_in_is/" TargetMode="External"/><Relationship Id="rId3" Type="http://schemas.openxmlformats.org/officeDocument/2006/relationships/hyperlink" Target="https://www.raiderreader.org/with-its-new-season-it-is-time-to-ask-is-rocket-league-the-most-challenging-game/" TargetMode="External"/><Relationship Id="rId7" Type="http://schemas.openxmlformats.org/officeDocument/2006/relationships/hyperlink" Target="https://www.reddit.com/r/RocketLeague/comments/1e3puex/is_rocket_league_the_hardest_game/" TargetMode="External"/><Relationship Id="rId2" Type="http://schemas.openxmlformats.org/officeDocument/2006/relationships/hyperlink" Target="https://www.youtube.com/watch?v=98kdfRgTxtw&amp;t=53" TargetMode="External"/><Relationship Id="rId1" Type="http://schemas.openxmlformats.org/officeDocument/2006/relationships/slideLayout" Target="../slideLayouts/slideLayout1.xml"/><Relationship Id="rId6" Type="http://schemas.openxmlformats.org/officeDocument/2006/relationships/hyperlink" Target="https://www.tiktok.com/@thescoreesports/video/7356708564431424774" TargetMode="External"/><Relationship Id="rId5" Type="http://schemas.openxmlformats.org/officeDocument/2006/relationships/hyperlink" Target="https://www.quora.com/Why-is-Rocket-League-so-hard" TargetMode="External"/><Relationship Id="rId10" Type="http://schemas.openxmlformats.org/officeDocument/2006/relationships/image" Target="../media/image5.png"/><Relationship Id="rId4" Type="http://schemas.openxmlformats.org/officeDocument/2006/relationships/hyperlink" Target="https://www.reddit.com/r/esports/comments/1pi4yee/which_has_a_higher_skill_gap_rocket_league_or/" TargetMode="External"/><Relationship Id="rId9" Type="http://schemas.openxmlformats.org/officeDocument/2006/relationships/hyperlink" Target="https://www.reddit.com/r/RocketLeague/comments/1r6zh71/clix_says_rocket_league_is_easier_than_fortnit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2743200" y="2114550"/>
            <a:ext cx="914400" cy="914400"/>
          </a:xfrm>
          <a:prstGeom prst="ellipse">
            <a:avLst/>
          </a:prstGeom>
          <a:solidFill>
            <a:srgbClr val="FF6D00">
              <a:alpha val="8000"/>
            </a:srgbClr>
          </a:solidFill>
          <a:ln>
            <a:noFill/>
          </a:ln>
        </p:spPr>
      </p:sp>
      <p:sp>
        <p:nvSpPr>
          <p:cNvPr id="501" name="d501"/>
          <p:cNvSpPr/>
          <p:nvPr/>
        </p:nvSpPr>
        <p:spPr>
          <a:xfrm>
            <a:off x="3657600" y="2114550"/>
            <a:ext cx="914400" cy="914400"/>
          </a:xfrm>
          <a:prstGeom prst="ellipse">
            <a:avLst/>
          </a:prstGeom>
          <a:solidFill>
            <a:srgbClr val="2196F3">
              <a:alpha val="8000"/>
            </a:srgbClr>
          </a:solidFill>
          <a:ln>
            <a:noFill/>
          </a:ln>
        </p:spPr>
      </p:sp>
      <p:sp>
        <p:nvSpPr>
          <p:cNvPr id="502" name="d502"/>
          <p:cNvSpPr/>
          <p:nvPr/>
        </p:nvSpPr>
        <p:spPr>
          <a:xfrm>
            <a:off x="4572000" y="2114550"/>
            <a:ext cx="914400" cy="914400"/>
          </a:xfrm>
          <a:prstGeom prst="ellipse">
            <a:avLst/>
          </a:prstGeom>
          <a:solidFill>
            <a:srgbClr val="00BCD4">
              <a:alpha val="8000"/>
            </a:srgbClr>
          </a:solidFill>
          <a:ln>
            <a:noFill/>
          </a:ln>
        </p:spPr>
      </p:sp>
      <p:sp>
        <p:nvSpPr>
          <p:cNvPr id="503" name="d503"/>
          <p:cNvSpPr/>
          <p:nvPr/>
        </p:nvSpPr>
        <p:spPr>
          <a:xfrm>
            <a:off x="0" y="0"/>
            <a:ext cx="457200" cy="457200"/>
          </a:xfrm>
          <a:prstGeom prst="ellipse">
            <a:avLst/>
          </a:prstGeom>
          <a:solidFill>
            <a:srgbClr val="FF6D00">
              <a:alpha val="12000"/>
            </a:srgbClr>
          </a:solidFill>
          <a:ln>
            <a:noFill/>
          </a:ln>
        </p:spPr>
      </p:sp>
      <p:sp>
        <p:nvSpPr>
          <p:cNvPr id="504" name="d504"/>
          <p:cNvSpPr/>
          <p:nvPr/>
        </p:nvSpPr>
        <p:spPr>
          <a:xfrm>
            <a:off x="8686800" y="4686300"/>
            <a:ext cx="457200" cy="457200"/>
          </a:xfrm>
          <a:prstGeom prst="ellipse">
            <a:avLst/>
          </a:prstGeom>
          <a:solidFill>
            <a:srgbClr val="2196F3">
              <a:alpha val="12000"/>
            </a:srgbClr>
          </a:solidFill>
          <a:ln>
            <a:noFill/>
          </a:ln>
        </p:spPr>
      </p:sp>
      <p:sp>
        <p:nvSpPr>
          <p:cNvPr id="505" name="d505"/>
          <p:cNvSpPr/>
          <p:nvPr/>
        </p:nvSpPr>
        <p:spPr>
          <a:xfrm>
            <a:off x="914400" y="2553750"/>
            <a:ext cx="2286000" cy="36000"/>
          </a:xfrm>
          <a:prstGeom prst="rect">
            <a:avLst/>
          </a:prstGeom>
          <a:solidFill>
            <a:srgbClr val="FF6D00">
              <a:alpha val="20000"/>
            </a:srgbClr>
          </a:solidFill>
          <a:ln>
            <a:noFill/>
          </a:ln>
        </p:spPr>
      </p:sp>
      <p:sp>
        <p:nvSpPr>
          <p:cNvPr id="506" name="d506"/>
          <p:cNvSpPr/>
          <p:nvPr/>
        </p:nvSpPr>
        <p:spPr>
          <a:xfrm>
            <a:off x="4114800" y="2553750"/>
            <a:ext cx="2286000" cy="36000"/>
          </a:xfrm>
          <a:prstGeom prst="rect">
            <a:avLst/>
          </a:prstGeom>
          <a:solidFill>
            <a:srgbClr val="FF6D00">
              <a:alpha val="20000"/>
            </a:srgbClr>
          </a:solidFill>
          <a:ln>
            <a:noFill/>
          </a:ln>
        </p:spPr>
      </p:sp>
      <p:sp>
        <p:nvSpPr>
          <p:cNvPr id="507" name="d507"/>
          <p:cNvSpPr/>
          <p:nvPr/>
        </p:nvSpPr>
        <p:spPr>
          <a:xfrm>
            <a:off x="7315200" y="2553750"/>
            <a:ext cx="2286000" cy="36000"/>
          </a:xfrm>
          <a:prstGeom prst="rect">
            <a:avLst/>
          </a:prstGeom>
          <a:solidFill>
            <a:srgbClr val="FF6D00">
              <a:alpha val="20000"/>
            </a:srgbClr>
          </a:solidFill>
          <a:ln>
            <a:noFill/>
          </a:ln>
        </p:spPr>
      </p:sp>
      <p:sp>
        <p:nvSpPr>
          <p:cNvPr id="2" name="Shape 0"/>
          <p:cNvSpPr/>
          <p:nvPr/>
        </p:nvSpPr>
        <p:spPr>
          <a:xfrm>
            <a:off x="6400800" y="-1377043"/>
            <a:ext cx="4114800" cy="4114800"/>
          </a:xfrm>
          <a:prstGeom prst="ellipse">
            <a:avLst/>
          </a:prstGeom>
          <a:solidFill>
            <a:srgbClr val="FF6D00">
              <a:alpha val="15000"/>
            </a:srgbClr>
          </a:solidFill>
          <a:ln/>
        </p:spPr>
      </p:sp>
      <p:sp>
        <p:nvSpPr>
          <p:cNvPr id="3" name="Shape 1"/>
          <p:cNvSpPr/>
          <p:nvPr/>
        </p:nvSpPr>
        <p:spPr>
          <a:xfrm>
            <a:off x="-1371600" y="3200400"/>
            <a:ext cx="3657600" cy="3657600"/>
          </a:xfrm>
          <a:prstGeom prst="ellipse">
            <a:avLst/>
          </a:prstGeom>
          <a:solidFill>
            <a:srgbClr val="2196F3">
              <a:alpha val="15000"/>
            </a:srgbClr>
          </a:solidFill>
          <a:ln/>
        </p:spPr>
      </p:sp>
      <p:sp>
        <p:nvSpPr>
          <p:cNvPr id="4" name="Text 2"/>
          <p:cNvSpPr/>
          <p:nvPr/>
        </p:nvSpPr>
        <p:spPr>
          <a:xfrm>
            <a:off x="457200" y="914400"/>
            <a:ext cx="8229600" cy="1097280"/>
          </a:xfrm>
          <a:prstGeom prst="rect">
            <a:avLst/>
          </a:prstGeom>
          <a:noFill/>
          <a:ln/>
        </p:spPr>
        <p:txBody>
          <a:bodyPr wrap="square" lIns="0" tIns="0" rIns="0" bIns="0" rtlCol="0" anchor="ctr"/>
          <a:lstStyle/>
          <a:p>
            <a:r>
              <a:rPr lang="en-US" sz="3600" b="1">
                <a:solidFill>
                  <a:srgbClr val="FF6D00"/>
                </a:solidFill>
                <a:latin typeface="Arial"/>
                <a:ea typeface="Arial" pitchFamily="34" charset="-122"/>
                <a:cs typeface="Arial"/>
              </a:rPr>
              <a:t>ROCKET LEAGUE PRESENTATION</a:t>
            </a:r>
            <a:r>
              <a:rPr lang="en-US" sz="3600">
                <a:solidFill>
                  <a:srgbClr val="000000"/>
                </a:solidFill>
                <a:latin typeface="Calibri"/>
                <a:ea typeface="Calibri"/>
                <a:cs typeface="Calibri"/>
              </a:rPr>
              <a:t> </a:t>
            </a:r>
            <a:endParaRPr lang="en-US" sz="3600">
              <a:ea typeface="Calibri"/>
              <a:cs typeface="Calibri"/>
            </a:endParaRPr>
          </a:p>
        </p:txBody>
      </p:sp>
      <p:sp>
        <p:nvSpPr>
          <p:cNvPr id="5" name="Text 3"/>
          <p:cNvSpPr/>
          <p:nvPr/>
        </p:nvSpPr>
        <p:spPr>
          <a:xfrm>
            <a:off x="457200" y="2011680"/>
            <a:ext cx="8229600" cy="1097280"/>
          </a:xfrm>
          <a:prstGeom prst="rect">
            <a:avLst/>
          </a:prstGeom>
          <a:noFill/>
          <a:ln/>
        </p:spPr>
        <p:txBody>
          <a:bodyPr wrap="square" lIns="0" tIns="0" rIns="0" bIns="0" rtlCol="0" anchor="ctr"/>
          <a:lstStyle/>
          <a:p>
            <a:pPr marL="0" indent="0" algn="l">
              <a:lnSpc>
                <a:spcPct val="110000"/>
              </a:lnSpc>
              <a:buNone/>
            </a:pPr>
            <a:endParaRPr lang="en-US" sz="2800" b="1">
              <a:solidFill>
                <a:srgbClr val="FFFFFF"/>
              </a:solidFill>
              <a:latin typeface="Arial"/>
              <a:cs typeface="Arial"/>
            </a:endParaRPr>
          </a:p>
        </p:txBody>
      </p:sp>
      <p:sp>
        <p:nvSpPr>
          <p:cNvPr id="6" name="Text 4"/>
          <p:cNvSpPr/>
          <p:nvPr/>
        </p:nvSpPr>
        <p:spPr>
          <a:xfrm>
            <a:off x="457200" y="3474720"/>
            <a:ext cx="8229600" cy="457200"/>
          </a:xfrm>
          <a:prstGeom prst="rect">
            <a:avLst/>
          </a:prstGeom>
          <a:noFill/>
          <a:ln/>
        </p:spPr>
        <p:txBody>
          <a:bodyPr wrap="square" lIns="0" tIns="0" rIns="0" bIns="0" rtlCol="0" anchor="ctr"/>
          <a:lstStyle/>
          <a:p>
            <a:pPr marL="0" indent="0" algn="l">
              <a:buNone/>
            </a:pPr>
            <a:endParaRPr lang="en-US" sz="1400" i="1">
              <a:solidFill>
                <a:srgbClr val="B0BEC5"/>
              </a:solidFill>
              <a:latin typeface="Arial"/>
              <a:cs typeface="Arial"/>
            </a:endParaRPr>
          </a:p>
        </p:txBody>
      </p:sp>
      <p:sp>
        <p:nvSpPr>
          <p:cNvPr id="7" name="Text 5"/>
          <p:cNvSpPr/>
          <p:nvPr/>
        </p:nvSpPr>
        <p:spPr>
          <a:xfrm>
            <a:off x="457200" y="4389120"/>
            <a:ext cx="8229600" cy="365760"/>
          </a:xfrm>
          <a:prstGeom prst="rect">
            <a:avLst/>
          </a:prstGeom>
          <a:noFill/>
          <a:ln/>
        </p:spPr>
        <p:txBody>
          <a:bodyPr wrap="square" lIns="0" tIns="0" rIns="0" bIns="0" rtlCol="0" anchor="ctr"/>
          <a:lstStyle/>
          <a:p>
            <a:pPr marL="0" indent="0" algn="l">
              <a:buNone/>
            </a:pPr>
            <a:r>
              <a:rPr lang="en-US" sz="1100">
                <a:solidFill>
                  <a:srgbClr val="00BCD4"/>
                </a:solidFill>
                <a:latin typeface="Courier New" pitchFamily="34" charset="0"/>
                <a:ea typeface="Courier New" pitchFamily="34" charset="-122"/>
                <a:cs typeface="Courier New" pitchFamily="34" charset="-120"/>
              </a:rPr>
              <a:t>WHAT A SAVE!  WHAT A SAVE!  WHAT A SAVE!</a:t>
            </a:r>
            <a:endParaRPr lang="en-US" sz="1100"/>
          </a:p>
        </p:txBody>
      </p:sp>
      <p:pic>
        <p:nvPicPr>
          <p:cNvPr id="8" name="Picture 7">
            <a:extLst>
              <a:ext uri="{FF2B5EF4-FFF2-40B4-BE49-F238E27FC236}">
                <a16:creationId xmlns:a16="http://schemas.microsoft.com/office/drawing/2014/main" id="{4B567EDE-7E1D-CE7D-614F-2338EBBCD624}"/>
              </a:ext>
            </a:extLst>
          </p:cNvPr>
          <p:cNvPicPr>
            <a:picLocks noChangeAspect="1"/>
          </p:cNvPicPr>
          <p:nvPr/>
        </p:nvPicPr>
        <p:blipFill>
          <a:blip r:embed="rId3"/>
          <a:stretch>
            <a:fillRect/>
          </a:stretch>
        </p:blipFill>
        <p:spPr>
          <a:xfrm>
            <a:off x="111578" y="1836284"/>
            <a:ext cx="4354286" cy="2428875"/>
          </a:xfrm>
          <a:prstGeom prst="rect">
            <a:avLst/>
          </a:prstGeom>
        </p:spPr>
      </p:pic>
      <p:pic>
        <p:nvPicPr>
          <p:cNvPr id="9" name="Picture 8">
            <a:extLst>
              <a:ext uri="{FF2B5EF4-FFF2-40B4-BE49-F238E27FC236}">
                <a16:creationId xmlns:a16="http://schemas.microsoft.com/office/drawing/2014/main" id="{AC57625F-12D4-C6C2-F0B6-D71AB6ED7463}"/>
              </a:ext>
            </a:extLst>
          </p:cNvPr>
          <p:cNvPicPr>
            <a:picLocks noChangeAspect="1"/>
          </p:cNvPicPr>
          <p:nvPr/>
        </p:nvPicPr>
        <p:blipFill>
          <a:blip r:embed="rId4"/>
          <a:stretch>
            <a:fillRect/>
          </a:stretch>
        </p:blipFill>
        <p:spPr>
          <a:xfrm>
            <a:off x="4465864" y="1836285"/>
            <a:ext cx="4680857" cy="2401660"/>
          </a:xfrm>
          <a:prstGeom prst="rect">
            <a:avLst/>
          </a:prstGeom>
        </p:spPr>
      </p:pic>
    </p:spTree>
  </p:cSld>
  <p:clrMapOvr>
    <a:masterClrMapping/>
  </p:clrMapOvr>
  <p:transition spd="med">
    <p:zoom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2196F3">
                <a:alpha val="6000"/>
              </a:srgbClr>
            </a:solidFill>
          </a:ln>
        </p:spPr>
      </p:sp>
      <p:sp>
        <p:nvSpPr>
          <p:cNvPr id="501" name="d501"/>
          <p:cNvSpPr/>
          <p:nvPr/>
        </p:nvSpPr>
        <p:spPr>
          <a:xfrm>
            <a:off x="3672000" y="1671750"/>
            <a:ext cx="1800000" cy="18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2196F3">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FF6D00">
              <a:alpha val="8000"/>
            </a:srgbClr>
          </a:solidFill>
          <a:ln>
            <a:noFill/>
          </a:ln>
        </p:spPr>
      </p:sp>
      <p:sp>
        <p:nvSpPr>
          <p:cNvPr id="505" name="d505"/>
          <p:cNvSpPr/>
          <p:nvPr/>
        </p:nvSpPr>
        <p:spPr>
          <a:xfrm>
            <a:off x="1828800" y="514350"/>
            <a:ext cx="200000" cy="200000"/>
          </a:xfrm>
          <a:prstGeom prst="ellipse">
            <a:avLst/>
          </a:prstGeom>
          <a:solidFill>
            <a:srgbClr val="FF6D00">
              <a:alpha val="8000"/>
            </a:srgbClr>
          </a:solidFill>
          <a:ln>
            <a:noFill/>
          </a:ln>
        </p:spPr>
      </p:sp>
      <p:sp>
        <p:nvSpPr>
          <p:cNvPr id="506" name="d506"/>
          <p:cNvSpPr/>
          <p:nvPr/>
        </p:nvSpPr>
        <p:spPr>
          <a:xfrm>
            <a:off x="3657600" y="514350"/>
            <a:ext cx="200000" cy="200000"/>
          </a:xfrm>
          <a:prstGeom prst="ellipse">
            <a:avLst/>
          </a:prstGeom>
          <a:solidFill>
            <a:srgbClr val="FF6D00">
              <a:alpha val="8000"/>
            </a:srgbClr>
          </a:solidFill>
          <a:ln>
            <a:noFill/>
          </a:ln>
        </p:spPr>
      </p:sp>
      <p:sp>
        <p:nvSpPr>
          <p:cNvPr id="507" name="d507"/>
          <p:cNvSpPr/>
          <p:nvPr/>
        </p:nvSpPr>
        <p:spPr>
          <a:xfrm>
            <a:off x="5486400" y="514350"/>
            <a:ext cx="200000" cy="200000"/>
          </a:xfrm>
          <a:prstGeom prst="ellipse">
            <a:avLst/>
          </a:prstGeom>
          <a:solidFill>
            <a:srgbClr val="FF6D00">
              <a:alpha val="8000"/>
            </a:srgbClr>
          </a:solidFill>
          <a:ln>
            <a:noFill/>
          </a:ln>
        </p:spPr>
      </p:sp>
      <p:sp>
        <p:nvSpPr>
          <p:cNvPr id="508" name="d508"/>
          <p:cNvSpPr/>
          <p:nvPr/>
        </p:nvSpPr>
        <p:spPr>
          <a:xfrm>
            <a:off x="7315200" y="514350"/>
            <a:ext cx="200000" cy="200000"/>
          </a:xfrm>
          <a:prstGeom prst="ellipse">
            <a:avLst/>
          </a:prstGeom>
          <a:solidFill>
            <a:srgbClr val="FF6D00">
              <a:alpha val="8000"/>
            </a:srgbClr>
          </a:solidFill>
          <a:ln>
            <a:noFill/>
          </a:ln>
        </p:spPr>
      </p:sp>
      <p:sp>
        <p:nvSpPr>
          <p:cNvPr id="509" name="d509"/>
          <p:cNvSpPr/>
          <p:nvPr/>
        </p:nvSpPr>
        <p:spPr>
          <a:xfrm>
            <a:off x="914400" y="4371975"/>
            <a:ext cx="150000" cy="150000"/>
          </a:xfrm>
          <a:prstGeom prst="ellipse">
            <a:avLst/>
          </a:prstGeom>
          <a:solidFill>
            <a:srgbClr val="2196F3">
              <a:alpha val="8000"/>
            </a:srgbClr>
          </a:solidFill>
          <a:ln>
            <a:noFill/>
          </a:ln>
        </p:spPr>
      </p:sp>
      <p:sp>
        <p:nvSpPr>
          <p:cNvPr id="510" name="d510"/>
          <p:cNvSpPr/>
          <p:nvPr/>
        </p:nvSpPr>
        <p:spPr>
          <a:xfrm>
            <a:off x="2743200" y="4371975"/>
            <a:ext cx="150000" cy="150000"/>
          </a:xfrm>
          <a:prstGeom prst="ellipse">
            <a:avLst/>
          </a:prstGeom>
          <a:solidFill>
            <a:srgbClr val="2196F3">
              <a:alpha val="8000"/>
            </a:srgbClr>
          </a:solidFill>
          <a:ln>
            <a:noFill/>
          </a:ln>
        </p:spPr>
      </p:sp>
      <p:sp>
        <p:nvSpPr>
          <p:cNvPr id="511" name="d511"/>
          <p:cNvSpPr/>
          <p:nvPr/>
        </p:nvSpPr>
        <p:spPr>
          <a:xfrm>
            <a:off x="4572000" y="4371975"/>
            <a:ext cx="150000" cy="150000"/>
          </a:xfrm>
          <a:prstGeom prst="ellipse">
            <a:avLst/>
          </a:prstGeom>
          <a:solidFill>
            <a:srgbClr val="2196F3">
              <a:alpha val="8000"/>
            </a:srgbClr>
          </a:solidFill>
          <a:ln>
            <a:noFill/>
          </a:ln>
        </p:spPr>
      </p:sp>
      <p:sp>
        <p:nvSpPr>
          <p:cNvPr id="512" name="d512"/>
          <p:cNvSpPr/>
          <p:nvPr/>
        </p:nvSpPr>
        <p:spPr>
          <a:xfrm>
            <a:off x="6400800" y="4371975"/>
            <a:ext cx="150000" cy="150000"/>
          </a:xfrm>
          <a:prstGeom prst="ellipse">
            <a:avLst/>
          </a:prstGeom>
          <a:solidFill>
            <a:srgbClr val="2196F3">
              <a:alpha val="8000"/>
            </a:srgbClr>
          </a:solidFill>
          <a:ln>
            <a:noFill/>
          </a:ln>
        </p:spPr>
      </p:sp>
      <p:sp>
        <p:nvSpPr>
          <p:cNvPr id="513" name="d513"/>
          <p:cNvSpPr/>
          <p:nvPr/>
        </p:nvSpPr>
        <p:spPr>
          <a:xfrm>
            <a:off x="8229600" y="4371975"/>
            <a:ext cx="150000" cy="150000"/>
          </a:xfrm>
          <a:prstGeom prst="ellipse">
            <a:avLst/>
          </a:prstGeom>
          <a:solidFill>
            <a:srgbClr val="2196F3">
              <a:alpha val="8000"/>
            </a:srgbClr>
          </a:solidFill>
          <a:ln>
            <a:noFill/>
          </a:ln>
        </p:spPr>
      </p:sp>
      <p:sp>
        <p:nvSpPr>
          <p:cNvPr id="514" name="d514"/>
          <p:cNvSpPr/>
          <p:nvPr/>
        </p:nvSpPr>
        <p:spPr>
          <a:xfrm>
            <a:off x="4272000" y="10000"/>
            <a:ext cx="600000" cy="300000"/>
          </a:xfrm>
          <a:prstGeom prst="diamond">
            <a:avLst/>
          </a:prstGeom>
          <a:solidFill>
            <a:srgbClr val="FF6D00">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137160"/>
            <a:ext cx="8229600" cy="914400"/>
          </a:xfrm>
          <a:prstGeom prst="rect">
            <a:avLst/>
          </a:prstGeom>
          <a:noFill/>
          <a:ln/>
        </p:spPr>
        <p:txBody>
          <a:bodyPr wrap="square" lIns="0" tIns="0" rIns="0" bIns="0" rtlCol="0" anchor="ctr"/>
          <a:lstStyle/>
          <a:p>
            <a:pPr marL="0" indent="0" algn="l">
              <a:lnSpc>
                <a:spcPct val="95000"/>
              </a:lnSpc>
              <a:buNone/>
            </a:pPr>
            <a:r>
              <a:rPr lang="en-US" sz="3400" b="1">
                <a:solidFill>
                  <a:srgbClr val="FF6D00"/>
                </a:solidFill>
                <a:latin typeface="Arial" pitchFamily="34" charset="0"/>
                <a:ea typeface="Arial" pitchFamily="34" charset="-122"/>
                <a:cs typeface="Arial" pitchFamily="34" charset="-120"/>
              </a:rPr>
              <a:t>ROCKET LEAGUE RANKS</a:t>
            </a:r>
            <a:endParaRPr lang="en-US" sz="3400"/>
          </a:p>
          <a:p>
            <a:pPr marL="0" indent="0" algn="l">
              <a:lnSpc>
                <a:spcPct val="95000"/>
              </a:lnSpc>
              <a:buNone/>
            </a:pPr>
            <a:r>
              <a:rPr lang="en-US" sz="3400" b="1">
                <a:solidFill>
                  <a:srgbClr val="FF6D00"/>
                </a:solidFill>
                <a:latin typeface="Arial" pitchFamily="34" charset="0"/>
                <a:ea typeface="Arial" pitchFamily="34" charset="-122"/>
                <a:cs typeface="Arial" pitchFamily="34" charset="-120"/>
              </a:rPr>
              <a:t>EXPLAINED</a:t>
            </a:r>
            <a:endParaRPr lang="en-US" sz="3400"/>
          </a:p>
        </p:txBody>
      </p:sp>
      <p:sp>
        <p:nvSpPr>
          <p:cNvPr id="3" name="Text 1"/>
          <p:cNvSpPr/>
          <p:nvPr/>
        </p:nvSpPr>
        <p:spPr>
          <a:xfrm>
            <a:off x="457200" y="1005840"/>
            <a:ext cx="8229600" cy="320040"/>
          </a:xfrm>
          <a:prstGeom prst="rect">
            <a:avLst/>
          </a:prstGeom>
          <a:noFill/>
          <a:ln/>
        </p:spPr>
        <p:txBody>
          <a:bodyPr wrap="square" lIns="0" tIns="0" rIns="0" bIns="0" rtlCol="0" anchor="ctr"/>
          <a:lstStyle/>
          <a:p>
            <a:pPr marL="0" indent="0" algn="l">
              <a:buNone/>
            </a:pPr>
            <a:endParaRPr lang="en-US" sz="1400" i="1">
              <a:solidFill>
                <a:srgbClr val="B0BEC5"/>
              </a:solidFill>
              <a:latin typeface="Arial"/>
              <a:cs typeface="Arial"/>
            </a:endParaRPr>
          </a:p>
        </p:txBody>
      </p:sp>
      <p:sp>
        <p:nvSpPr>
          <p:cNvPr id="4" name="Shape 2"/>
          <p:cNvSpPr/>
          <p:nvPr/>
        </p:nvSpPr>
        <p:spPr>
          <a:xfrm>
            <a:off x="457200" y="1371600"/>
            <a:ext cx="6995160" cy="365760"/>
          </a:xfrm>
          <a:prstGeom prst="roundRect">
            <a:avLst>
              <a:gd name="adj" fmla="val 12500"/>
            </a:avLst>
          </a:prstGeom>
          <a:solidFill>
            <a:srgbClr val="2196F3">
              <a:alpha val="40000"/>
            </a:srgbClr>
          </a:solidFill>
          <a:ln/>
        </p:spPr>
      </p:sp>
      <p:sp>
        <p:nvSpPr>
          <p:cNvPr id="5" name="Text 3"/>
          <p:cNvSpPr/>
          <p:nvPr/>
        </p:nvSpPr>
        <p:spPr>
          <a:xfrm>
            <a:off x="594360" y="137160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SSL / GC  —  Literal gods</a:t>
            </a:r>
            <a:endParaRPr lang="en-US" sz="1200"/>
          </a:p>
        </p:txBody>
      </p:sp>
      <p:sp>
        <p:nvSpPr>
          <p:cNvPr id="6" name="Shape 4"/>
          <p:cNvSpPr/>
          <p:nvPr/>
        </p:nvSpPr>
        <p:spPr>
          <a:xfrm>
            <a:off x="457200" y="1874520"/>
            <a:ext cx="5829300" cy="365760"/>
          </a:xfrm>
          <a:prstGeom prst="roundRect">
            <a:avLst>
              <a:gd name="adj" fmla="val 12500"/>
            </a:avLst>
          </a:prstGeom>
          <a:solidFill>
            <a:srgbClr val="2196F3">
              <a:alpha val="40000"/>
            </a:srgbClr>
          </a:solidFill>
          <a:ln/>
        </p:spPr>
      </p:sp>
      <p:sp>
        <p:nvSpPr>
          <p:cNvPr id="7" name="Text 5"/>
          <p:cNvSpPr/>
          <p:nvPr/>
        </p:nvSpPr>
        <p:spPr>
          <a:xfrm>
            <a:off x="594360" y="187452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Champion  —  Pretty decent humans</a:t>
            </a:r>
            <a:endParaRPr lang="en-US" sz="1200"/>
          </a:p>
        </p:txBody>
      </p:sp>
      <p:sp>
        <p:nvSpPr>
          <p:cNvPr id="8" name="Shape 6"/>
          <p:cNvSpPr/>
          <p:nvPr/>
        </p:nvSpPr>
        <p:spPr>
          <a:xfrm>
            <a:off x="457200" y="2377440"/>
            <a:ext cx="4663440" cy="365760"/>
          </a:xfrm>
          <a:prstGeom prst="roundRect">
            <a:avLst>
              <a:gd name="adj" fmla="val 12500"/>
            </a:avLst>
          </a:prstGeom>
          <a:solidFill>
            <a:srgbClr val="2196F3">
              <a:alpha val="40000"/>
            </a:srgbClr>
          </a:solidFill>
          <a:ln/>
        </p:spPr>
      </p:sp>
      <p:sp>
        <p:nvSpPr>
          <p:cNvPr id="9" name="Text 7"/>
          <p:cNvSpPr/>
          <p:nvPr/>
        </p:nvSpPr>
        <p:spPr>
          <a:xfrm>
            <a:off x="594360" y="237744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Diamond  —  Think they're good (they're not)</a:t>
            </a:r>
            <a:endParaRPr lang="en-US" sz="1200"/>
          </a:p>
        </p:txBody>
      </p:sp>
      <p:sp>
        <p:nvSpPr>
          <p:cNvPr id="10" name="Shape 8"/>
          <p:cNvSpPr/>
          <p:nvPr/>
        </p:nvSpPr>
        <p:spPr>
          <a:xfrm>
            <a:off x="457200" y="2880360"/>
            <a:ext cx="3497580" cy="365760"/>
          </a:xfrm>
          <a:prstGeom prst="roundRect">
            <a:avLst>
              <a:gd name="adj" fmla="val 12500"/>
            </a:avLst>
          </a:prstGeom>
          <a:solidFill>
            <a:srgbClr val="2196F3">
              <a:alpha val="40000"/>
            </a:srgbClr>
          </a:solidFill>
          <a:ln/>
        </p:spPr>
      </p:sp>
      <p:sp>
        <p:nvSpPr>
          <p:cNvPr id="11" name="Text 9"/>
          <p:cNvSpPr/>
          <p:nvPr/>
        </p:nvSpPr>
        <p:spPr>
          <a:xfrm>
            <a:off x="594360" y="288036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Platinum  —  "I should be higher"</a:t>
            </a:r>
            <a:endParaRPr lang="en-US" sz="1200"/>
          </a:p>
        </p:txBody>
      </p:sp>
      <p:sp>
        <p:nvSpPr>
          <p:cNvPr id="12" name="Shape 10"/>
          <p:cNvSpPr/>
          <p:nvPr/>
        </p:nvSpPr>
        <p:spPr>
          <a:xfrm>
            <a:off x="457200" y="3383280"/>
            <a:ext cx="2487168" cy="365760"/>
          </a:xfrm>
          <a:prstGeom prst="roundRect">
            <a:avLst>
              <a:gd name="adj" fmla="val 12500"/>
            </a:avLst>
          </a:prstGeom>
          <a:solidFill>
            <a:srgbClr val="2196F3">
              <a:alpha val="40000"/>
            </a:srgbClr>
          </a:solidFill>
          <a:ln/>
        </p:spPr>
      </p:sp>
      <p:sp>
        <p:nvSpPr>
          <p:cNvPr id="13" name="Text 11"/>
          <p:cNvSpPr/>
          <p:nvPr/>
        </p:nvSpPr>
        <p:spPr>
          <a:xfrm>
            <a:off x="594360" y="338328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Gold  —  Can hit the ball sometimes</a:t>
            </a:r>
            <a:endParaRPr lang="en-US" sz="1200"/>
          </a:p>
        </p:txBody>
      </p:sp>
      <p:sp>
        <p:nvSpPr>
          <p:cNvPr id="14" name="Shape 12"/>
          <p:cNvSpPr/>
          <p:nvPr/>
        </p:nvSpPr>
        <p:spPr>
          <a:xfrm>
            <a:off x="457200" y="3886200"/>
            <a:ext cx="1554480" cy="365760"/>
          </a:xfrm>
          <a:prstGeom prst="roundRect">
            <a:avLst>
              <a:gd name="adj" fmla="val 12500"/>
            </a:avLst>
          </a:prstGeom>
          <a:solidFill>
            <a:srgbClr val="2196F3">
              <a:alpha val="40000"/>
            </a:srgbClr>
          </a:solidFill>
          <a:ln/>
        </p:spPr>
      </p:sp>
      <p:sp>
        <p:nvSpPr>
          <p:cNvPr id="15" name="Text 13"/>
          <p:cNvSpPr/>
          <p:nvPr/>
        </p:nvSpPr>
        <p:spPr>
          <a:xfrm>
            <a:off x="594360" y="388620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Silver  —  Still learning boost exists</a:t>
            </a:r>
            <a:endParaRPr lang="en-US" sz="1200"/>
          </a:p>
        </p:txBody>
      </p:sp>
      <p:sp>
        <p:nvSpPr>
          <p:cNvPr id="16" name="Shape 14"/>
          <p:cNvSpPr/>
          <p:nvPr/>
        </p:nvSpPr>
        <p:spPr>
          <a:xfrm>
            <a:off x="457200" y="4389120"/>
            <a:ext cx="1943100" cy="365760"/>
          </a:xfrm>
          <a:prstGeom prst="roundRect">
            <a:avLst>
              <a:gd name="adj" fmla="val 12500"/>
            </a:avLst>
          </a:prstGeom>
          <a:solidFill>
            <a:srgbClr val="FF6D00"/>
          </a:solidFill>
          <a:ln/>
        </p:spPr>
      </p:sp>
      <p:sp>
        <p:nvSpPr>
          <p:cNvPr id="17" name="Text 15"/>
          <p:cNvSpPr/>
          <p:nvPr/>
        </p:nvSpPr>
        <p:spPr>
          <a:xfrm>
            <a:off x="594360" y="4389120"/>
            <a:ext cx="7315200" cy="365760"/>
          </a:xfrm>
          <a:prstGeom prst="rect">
            <a:avLst/>
          </a:prstGeom>
          <a:noFill/>
          <a:ln/>
        </p:spPr>
        <p:txBody>
          <a:bodyPr wrap="square" lIns="0" tIns="0" rIns="0" bIns="0" rtlCol="0" anchor="ctr"/>
          <a:lstStyle/>
          <a:p>
            <a:r>
              <a:rPr lang="en-US" sz="1400" b="1">
                <a:solidFill>
                  <a:srgbClr val="0D1117"/>
                </a:solidFill>
                <a:latin typeface="Arial"/>
                <a:ea typeface="Arial" pitchFamily="34" charset="-122"/>
                <a:cs typeface="Arial"/>
              </a:rPr>
              <a:t>Bronze  —  BRYTON</a:t>
            </a:r>
            <a:endParaRPr lang="en-US" sz="1400">
              <a:latin typeface="Arial"/>
              <a:cs typeface="Arial"/>
            </a:endParaRPr>
          </a:p>
        </p:txBody>
      </p:sp>
      <p:pic>
        <p:nvPicPr>
          <p:cNvPr id="18" name="Picture 17">
            <a:extLst>
              <a:ext uri="{FF2B5EF4-FFF2-40B4-BE49-F238E27FC236}">
                <a16:creationId xmlns:a16="http://schemas.microsoft.com/office/drawing/2014/main" id="{B46B0414-BC3F-108C-1991-94241B743E82}"/>
              </a:ext>
            </a:extLst>
          </p:cNvPr>
          <p:cNvPicPr>
            <a:picLocks noChangeAspect="1"/>
          </p:cNvPicPr>
          <p:nvPr/>
        </p:nvPicPr>
        <p:blipFill>
          <a:blip r:embed="rId3"/>
          <a:stretch>
            <a:fillRect/>
          </a:stretch>
        </p:blipFill>
        <p:spPr>
          <a:xfrm>
            <a:off x="7313839" y="4080781"/>
            <a:ext cx="1831522" cy="1064080"/>
          </a:xfrm>
          <a:prstGeom prst="rect">
            <a:avLst/>
          </a:prstGeom>
        </p:spPr>
      </p:pic>
      <p:pic>
        <p:nvPicPr>
          <p:cNvPr id="19" name="Picture 18">
            <a:extLst>
              <a:ext uri="{FF2B5EF4-FFF2-40B4-BE49-F238E27FC236}">
                <a16:creationId xmlns:a16="http://schemas.microsoft.com/office/drawing/2014/main" id="{26AAC278-3CC7-6340-CC47-B9E7B9BE3668}"/>
              </a:ext>
            </a:extLst>
          </p:cNvPr>
          <p:cNvPicPr>
            <a:picLocks noChangeAspect="1"/>
          </p:cNvPicPr>
          <p:nvPr/>
        </p:nvPicPr>
        <p:blipFill>
          <a:blip r:embed="rId4"/>
          <a:stretch>
            <a:fillRect/>
          </a:stretch>
        </p:blipFill>
        <p:spPr>
          <a:xfrm>
            <a:off x="5225143" y="2245179"/>
            <a:ext cx="3548743" cy="1758043"/>
          </a:xfrm>
          <a:prstGeom prst="rect">
            <a:avLst/>
          </a:prstGeom>
        </p:spPr>
      </p:pic>
    </p:spTree>
  </p:cSld>
  <p:clrMapOvr>
    <a:masterClrMapping/>
  </p:clrMapOvr>
  <p:transition spd="fast">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6000"/>
              </a:srgbClr>
            </a:solidFill>
          </a:ln>
        </p:spPr>
      </p:sp>
      <p:sp>
        <p:nvSpPr>
          <p:cNvPr id="501" name="d501"/>
          <p:cNvSpPr/>
          <p:nvPr/>
        </p:nvSpPr>
        <p:spPr>
          <a:xfrm>
            <a:off x="3672000" y="1671750"/>
            <a:ext cx="1800000" cy="18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FF6D00">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00BCD4">
              <a:alpha val="8000"/>
            </a:srgbClr>
          </a:solidFill>
          <a:ln>
            <a:noFill/>
          </a:ln>
        </p:spPr>
      </p:sp>
      <p:sp>
        <p:nvSpPr>
          <p:cNvPr id="510" name="d510"/>
          <p:cNvSpPr/>
          <p:nvPr/>
        </p:nvSpPr>
        <p:spPr>
          <a:xfrm>
            <a:off x="2743200" y="4371975"/>
            <a:ext cx="150000" cy="150000"/>
          </a:xfrm>
          <a:prstGeom prst="ellipse">
            <a:avLst/>
          </a:prstGeom>
          <a:solidFill>
            <a:srgbClr val="00BCD4">
              <a:alpha val="8000"/>
            </a:srgbClr>
          </a:solidFill>
          <a:ln>
            <a:noFill/>
          </a:ln>
        </p:spPr>
      </p:sp>
      <p:sp>
        <p:nvSpPr>
          <p:cNvPr id="511" name="d511"/>
          <p:cNvSpPr/>
          <p:nvPr/>
        </p:nvSpPr>
        <p:spPr>
          <a:xfrm>
            <a:off x="4572000" y="4371975"/>
            <a:ext cx="150000" cy="150000"/>
          </a:xfrm>
          <a:prstGeom prst="ellipse">
            <a:avLst/>
          </a:prstGeom>
          <a:solidFill>
            <a:srgbClr val="00BCD4">
              <a:alpha val="8000"/>
            </a:srgbClr>
          </a:solidFill>
          <a:ln>
            <a:noFill/>
          </a:ln>
        </p:spPr>
      </p:sp>
      <p:sp>
        <p:nvSpPr>
          <p:cNvPr id="512" name="d512"/>
          <p:cNvSpPr/>
          <p:nvPr/>
        </p:nvSpPr>
        <p:spPr>
          <a:xfrm>
            <a:off x="6400800" y="4371975"/>
            <a:ext cx="150000" cy="150000"/>
          </a:xfrm>
          <a:prstGeom prst="ellipse">
            <a:avLst/>
          </a:prstGeom>
          <a:solidFill>
            <a:srgbClr val="00BCD4">
              <a:alpha val="8000"/>
            </a:srgbClr>
          </a:solidFill>
          <a:ln>
            <a:noFill/>
          </a:ln>
        </p:spPr>
      </p:sp>
      <p:sp>
        <p:nvSpPr>
          <p:cNvPr id="513" name="d513"/>
          <p:cNvSpPr/>
          <p:nvPr/>
        </p:nvSpPr>
        <p:spPr>
          <a:xfrm>
            <a:off x="8229600" y="4371975"/>
            <a:ext cx="150000" cy="150000"/>
          </a:xfrm>
          <a:prstGeom prst="ellipse">
            <a:avLst/>
          </a:prstGeom>
          <a:solidFill>
            <a:srgbClr val="00BCD4">
              <a:alpha val="8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FF6D00">
              <a:alpha val="10000"/>
            </a:srgbClr>
          </a:solidFill>
          <a:ln>
            <a:noFill/>
          </a:ln>
        </p:spPr>
      </p:sp>
      <p:sp>
        <p:nvSpPr>
          <p:cNvPr id="2" name="TextBox 1">
            <a:extLst>
              <a:ext uri="{FF2B5EF4-FFF2-40B4-BE49-F238E27FC236}">
                <a16:creationId xmlns:a16="http://schemas.microsoft.com/office/drawing/2014/main" id="{3F209DF6-DC66-9E9C-50A9-5A3E0E6DBC1C}"/>
              </a:ext>
            </a:extLst>
          </p:cNvPr>
          <p:cNvSpPr txBox="1"/>
          <p:nvPr/>
        </p:nvSpPr>
        <p:spPr>
          <a:xfrm>
            <a:off x="2492829" y="-2721"/>
            <a:ext cx="4572000"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u="sng"/>
              <a:t>Rocket League</a:t>
            </a:r>
            <a:r>
              <a:rPr lang="en-US" sz="1400"/>
              <a:t> is widely considered one of the hardest games to master because there are virtually no foundational skill transfers from other genres. It requires complete mastery of 3D spatial awareness, complex physics, and precise mechanical inputs on a controller to constantly track and predict a highly volatile ball. [</a:t>
            </a:r>
            <a:r>
              <a:rPr lang="en-US" sz="1400">
                <a:hlinkClick r:id="rId2"/>
              </a:rPr>
              <a:t>1</a:t>
            </a:r>
            <a:r>
              <a:rPr lang="en-US" sz="1400"/>
              <a:t>, </a:t>
            </a:r>
            <a:r>
              <a:rPr lang="en-US" sz="1400">
                <a:hlinkClick r:id="rId3"/>
              </a:rPr>
              <a:t>2</a:t>
            </a:r>
            <a:r>
              <a:rPr lang="en-US" sz="1400"/>
              <a:t>, </a:t>
            </a:r>
            <a:r>
              <a:rPr lang="en-US" sz="1400">
                <a:hlinkClick r:id="rId4"/>
              </a:rPr>
              <a:t>3</a:t>
            </a:r>
            <a:r>
              <a:rPr lang="en-US" sz="1400"/>
              <a:t>, </a:t>
            </a:r>
            <a:r>
              <a:rPr lang="en-US" sz="1400">
                <a:hlinkClick r:id="rId5"/>
              </a:rPr>
              <a:t>4</a:t>
            </a:r>
            <a:r>
              <a:rPr lang="en-US" sz="1400"/>
              <a:t>, </a:t>
            </a:r>
            <a:r>
              <a:rPr lang="en-US" sz="1400">
                <a:hlinkClick r:id="rId6"/>
              </a:rPr>
              <a:t>5</a:t>
            </a:r>
            <a:r>
              <a:rPr lang="en-US" sz="1400"/>
              <a:t>]</a:t>
            </a:r>
            <a:endParaRPr lang="en-US" sz="1400">
              <a:ea typeface="Calibri"/>
              <a:cs typeface="Calibri"/>
            </a:endParaRPr>
          </a:p>
          <a:p>
            <a:r>
              <a:rPr lang="en-US" sz="1400"/>
              <a:t>Community members on </a:t>
            </a:r>
            <a:r>
              <a:rPr lang="en-US" sz="1400">
                <a:hlinkClick r:id="rId7"/>
              </a:rPr>
              <a:t>Reddit</a:t>
            </a:r>
            <a:r>
              <a:rPr lang="en-US" sz="1400"/>
              <a:t> and across various </a:t>
            </a:r>
            <a:r>
              <a:rPr lang="en-US" sz="1400">
                <a:hlinkClick r:id="rId4"/>
              </a:rPr>
              <a:t>Esports forums</a:t>
            </a:r>
            <a:r>
              <a:rPr lang="en-US" sz="1400"/>
              <a:t> heavily debate its difficulty, which fundamentally stems from several key factors: [</a:t>
            </a:r>
            <a:r>
              <a:rPr lang="en-US" sz="1400">
                <a:hlinkClick r:id="rId4"/>
              </a:rPr>
              <a:t>1</a:t>
            </a:r>
            <a:r>
              <a:rPr lang="en-US" sz="1400"/>
              <a:t>]</a:t>
            </a:r>
            <a:endParaRPr lang="en-US" sz="1400">
              <a:ea typeface="Calibri"/>
              <a:cs typeface="Calibri"/>
            </a:endParaRPr>
          </a:p>
          <a:p>
            <a:pPr>
              <a:buFont typeface=""/>
              <a:buChar char="•"/>
            </a:pPr>
            <a:r>
              <a:rPr lang="en-US" sz="1400" b="1"/>
              <a:t>No "</a:t>
            </a:r>
            <a:r>
              <a:rPr lang="en-US" sz="1400" b="1" err="1"/>
              <a:t>Aimbot</a:t>
            </a:r>
            <a:r>
              <a:rPr lang="en-US" sz="1400" b="1"/>
              <a:t>" or Auto-Aim:</a:t>
            </a:r>
            <a:r>
              <a:rPr lang="en-US" sz="1400"/>
              <a:t> Unlike shooting games where aim assist or crosshairs help lock onto targets, you must precisely angle a moving car at supersonic speeds to hit a free-floating ball. [</a:t>
            </a:r>
            <a:r>
              <a:rPr lang="en-US" sz="1400">
                <a:hlinkClick r:id="rId2"/>
              </a:rPr>
              <a:t>1</a:t>
            </a:r>
            <a:r>
              <a:rPr lang="en-US" sz="1400"/>
              <a:t>, </a:t>
            </a:r>
            <a:r>
              <a:rPr lang="en-US" sz="1400">
                <a:hlinkClick r:id="rId6"/>
              </a:rPr>
              <a:t>2</a:t>
            </a:r>
            <a:r>
              <a:rPr lang="en-US" sz="1400"/>
              <a:t>]</a:t>
            </a:r>
            <a:endParaRPr lang="en-US" sz="1400">
              <a:ea typeface="Calibri"/>
              <a:cs typeface="Calibri"/>
            </a:endParaRPr>
          </a:p>
          <a:p>
            <a:pPr>
              <a:buFont typeface=""/>
              <a:buChar char="•"/>
            </a:pPr>
            <a:r>
              <a:rPr lang="en-US" sz="1400" b="1"/>
              <a:t>Infinite Skill Ceiling:</a:t>
            </a:r>
            <a:r>
              <a:rPr lang="en-US" sz="1400"/>
              <a:t> The physics engine allows for nearly unlimited mechanical combinations, meaning players are constantly inventing new maneuvers that force the entire community to adapt and learn. [</a:t>
            </a:r>
            <a:r>
              <a:rPr lang="en-US" sz="1400">
                <a:hlinkClick r:id="rId2"/>
              </a:rPr>
              <a:t>1</a:t>
            </a:r>
            <a:r>
              <a:rPr lang="en-US" sz="1400"/>
              <a:t>, </a:t>
            </a:r>
            <a:r>
              <a:rPr lang="en-US" sz="1400">
                <a:hlinkClick r:id="rId8"/>
              </a:rPr>
              <a:t>2</a:t>
            </a:r>
            <a:r>
              <a:rPr lang="en-US" sz="1400"/>
              <a:t>]</a:t>
            </a:r>
            <a:endParaRPr lang="en-US" sz="1400">
              <a:ea typeface="Calibri"/>
              <a:cs typeface="Calibri"/>
            </a:endParaRPr>
          </a:p>
          <a:p>
            <a:pPr>
              <a:buFont typeface=""/>
              <a:buChar char="•"/>
            </a:pPr>
            <a:r>
              <a:rPr lang="en-US" sz="1400" b="1"/>
              <a:t>Unique Physics:</a:t>
            </a:r>
            <a:r>
              <a:rPr lang="en-US" sz="1400"/>
              <a:t> There is no other mainstream game that functions similarly, so your hours playing other titles will not help you. [</a:t>
            </a:r>
            <a:r>
              <a:rPr lang="en-US" sz="1400">
                <a:hlinkClick r:id="rId4"/>
              </a:rPr>
              <a:t>1</a:t>
            </a:r>
            <a:r>
              <a:rPr lang="en-US" sz="1400"/>
              <a:t>, </a:t>
            </a:r>
            <a:r>
              <a:rPr lang="en-US" sz="1400">
                <a:hlinkClick r:id="rId3"/>
              </a:rPr>
              <a:t>2</a:t>
            </a:r>
            <a:r>
              <a:rPr lang="en-US" sz="1400"/>
              <a:t>, </a:t>
            </a:r>
            <a:r>
              <a:rPr lang="en-US" sz="1400">
                <a:hlinkClick r:id="rId9"/>
              </a:rPr>
              <a:t>3</a:t>
            </a:r>
            <a:r>
              <a:rPr lang="en-US" sz="1400"/>
              <a:t>]</a:t>
            </a:r>
            <a:endParaRPr lang="en-US" sz="1400">
              <a:ea typeface="Calibri"/>
              <a:cs typeface="Calibri"/>
            </a:endParaRPr>
          </a:p>
          <a:p>
            <a:pPr>
              <a:buFont typeface=""/>
              <a:buChar char="•"/>
            </a:pPr>
            <a:r>
              <a:rPr lang="en-US" sz="1400" b="1"/>
              <a:t>No Passive Strategies:</a:t>
            </a:r>
            <a:r>
              <a:rPr lang="en-US" sz="1400"/>
              <a:t> There are no safe camping spots or downtime; you are forced into constant, direct engagement with opponents while balancing team positioning and boost management. [</a:t>
            </a:r>
            <a:r>
              <a:rPr lang="en-US" sz="1400">
                <a:hlinkClick r:id="rId2"/>
              </a:rPr>
              <a:t>1</a:t>
            </a:r>
            <a:r>
              <a:rPr lang="en-US" sz="1400"/>
              <a:t>]</a:t>
            </a:r>
            <a:endParaRPr lang="en-US" sz="1400">
              <a:ea typeface="Calibri"/>
              <a:cs typeface="Calibri"/>
            </a:endParaRPr>
          </a:p>
          <a:p>
            <a:pPr algn="ctr"/>
            <a:endParaRPr lang="en-US"/>
          </a:p>
        </p:txBody>
      </p:sp>
      <p:pic>
        <p:nvPicPr>
          <p:cNvPr id="3" name="Picture 2">
            <a:extLst>
              <a:ext uri="{FF2B5EF4-FFF2-40B4-BE49-F238E27FC236}">
                <a16:creationId xmlns:a16="http://schemas.microsoft.com/office/drawing/2014/main" id="{26586B0B-AB10-8A6B-3A55-CF29DF14F974}"/>
              </a:ext>
            </a:extLst>
          </p:cNvPr>
          <p:cNvPicPr>
            <a:picLocks noChangeAspect="1"/>
          </p:cNvPicPr>
          <p:nvPr/>
        </p:nvPicPr>
        <p:blipFill>
          <a:blip r:embed="rId10"/>
          <a:stretch>
            <a:fillRect/>
          </a:stretch>
        </p:blipFill>
        <p:spPr>
          <a:xfrm>
            <a:off x="2721" y="976313"/>
            <a:ext cx="2503715" cy="1481818"/>
          </a:xfrm>
          <a:prstGeom prst="rect">
            <a:avLst/>
          </a:prstGeom>
        </p:spPr>
      </p:pic>
    </p:spTree>
    <p:extLst>
      <p:ext uri="{BB962C8B-B14F-4D97-AF65-F5344CB8AC3E}">
        <p14:creationId xmlns:p14="http://schemas.microsoft.com/office/powerpoint/2010/main" val="3000220834"/>
      </p:ext>
    </p:extLst>
  </p:cSld>
  <p:clrMapOvr>
    <a:masterClrMapping/>
  </p:clrMapOvr>
  <p:transition spd="med">
    <p:wipe dir="l"/>
  </p:transition>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6D00">
                <a:alpha val="6000"/>
              </a:srgbClr>
            </a:solidFill>
          </a:ln>
        </p:spPr>
      </p:sp>
      <p:sp>
        <p:nvSpPr>
          <p:cNvPr id="501" name="d501"/>
          <p:cNvSpPr/>
          <p:nvPr/>
        </p:nvSpPr>
        <p:spPr>
          <a:xfrm>
            <a:off x="3672000" y="1671750"/>
            <a:ext cx="1800000" cy="18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FF6D00">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FF6D00">
              <a:alpha val="8000"/>
            </a:srgbClr>
          </a:solidFill>
          <a:ln>
            <a:noFill/>
          </a:ln>
        </p:spPr>
      </p:sp>
      <p:sp>
        <p:nvSpPr>
          <p:cNvPr id="510" name="d510"/>
          <p:cNvSpPr/>
          <p:nvPr/>
        </p:nvSpPr>
        <p:spPr>
          <a:xfrm>
            <a:off x="2743200" y="4371975"/>
            <a:ext cx="150000" cy="150000"/>
          </a:xfrm>
          <a:prstGeom prst="ellipse">
            <a:avLst/>
          </a:prstGeom>
          <a:solidFill>
            <a:srgbClr val="FF6D00">
              <a:alpha val="8000"/>
            </a:srgbClr>
          </a:solidFill>
          <a:ln>
            <a:noFill/>
          </a:ln>
        </p:spPr>
      </p:sp>
      <p:sp>
        <p:nvSpPr>
          <p:cNvPr id="511" name="d511"/>
          <p:cNvSpPr/>
          <p:nvPr/>
        </p:nvSpPr>
        <p:spPr>
          <a:xfrm>
            <a:off x="4572000" y="4371975"/>
            <a:ext cx="150000" cy="150000"/>
          </a:xfrm>
          <a:prstGeom prst="ellipse">
            <a:avLst/>
          </a:prstGeom>
          <a:solidFill>
            <a:srgbClr val="FF6D00">
              <a:alpha val="8000"/>
            </a:srgbClr>
          </a:solidFill>
          <a:ln>
            <a:noFill/>
          </a:ln>
        </p:spPr>
      </p:sp>
      <p:sp>
        <p:nvSpPr>
          <p:cNvPr id="512" name="d512"/>
          <p:cNvSpPr/>
          <p:nvPr/>
        </p:nvSpPr>
        <p:spPr>
          <a:xfrm>
            <a:off x="6400800" y="4371975"/>
            <a:ext cx="150000" cy="150000"/>
          </a:xfrm>
          <a:prstGeom prst="ellipse">
            <a:avLst/>
          </a:prstGeom>
          <a:solidFill>
            <a:srgbClr val="FF6D00">
              <a:alpha val="8000"/>
            </a:srgbClr>
          </a:solidFill>
          <a:ln>
            <a:noFill/>
          </a:ln>
        </p:spPr>
      </p:sp>
      <p:sp>
        <p:nvSpPr>
          <p:cNvPr id="513" name="d513"/>
          <p:cNvSpPr/>
          <p:nvPr/>
        </p:nvSpPr>
        <p:spPr>
          <a:xfrm>
            <a:off x="8229600" y="4371975"/>
            <a:ext cx="150000" cy="150000"/>
          </a:xfrm>
          <a:prstGeom prst="ellipse">
            <a:avLst/>
          </a:prstGeom>
          <a:solidFill>
            <a:srgbClr val="FF6D00">
              <a:alpha val="8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a:ea typeface="Arial" pitchFamily="34" charset="-122"/>
                <a:cs typeface="Arial"/>
              </a:rPr>
              <a:t>BRYTONS STATS</a:t>
            </a:r>
            <a:endParaRPr lang="en-US" sz="3600">
              <a:latin typeface="Arial"/>
              <a:cs typeface="Arial"/>
            </a:endParaRPr>
          </a:p>
        </p:txBody>
      </p:sp>
      <p:sp>
        <p:nvSpPr>
          <p:cNvPr id="3" name="Shape 1"/>
          <p:cNvSpPr/>
          <p:nvPr/>
        </p:nvSpPr>
        <p:spPr>
          <a:xfrm>
            <a:off x="457200" y="11887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4" name="Text 2"/>
          <p:cNvSpPr/>
          <p:nvPr/>
        </p:nvSpPr>
        <p:spPr>
          <a:xfrm>
            <a:off x="457200" y="13258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12</a:t>
            </a:r>
            <a:endParaRPr lang="en-US" sz="5400"/>
          </a:p>
        </p:txBody>
      </p:sp>
      <p:sp>
        <p:nvSpPr>
          <p:cNvPr id="5" name="Text 3"/>
          <p:cNvSpPr/>
          <p:nvPr/>
        </p:nvSpPr>
        <p:spPr>
          <a:xfrm>
            <a:off x="640080" y="20574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Goals Scored</a:t>
            </a:r>
            <a:endParaRPr lang="en-US" sz="1300"/>
          </a:p>
        </p:txBody>
      </p:sp>
      <p:sp>
        <p:nvSpPr>
          <p:cNvPr id="6" name="Text 4"/>
          <p:cNvSpPr/>
          <p:nvPr/>
        </p:nvSpPr>
        <p:spPr>
          <a:xfrm>
            <a:off x="640080" y="23774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(in 500 hours)</a:t>
            </a:r>
            <a:endParaRPr lang="en-US" sz="1000"/>
          </a:p>
        </p:txBody>
      </p:sp>
      <p:sp>
        <p:nvSpPr>
          <p:cNvPr id="7" name="Shape 5"/>
          <p:cNvSpPr/>
          <p:nvPr/>
        </p:nvSpPr>
        <p:spPr>
          <a:xfrm>
            <a:off x="4754880" y="11887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8" name="Text 6"/>
          <p:cNvSpPr/>
          <p:nvPr/>
        </p:nvSpPr>
        <p:spPr>
          <a:xfrm>
            <a:off x="4754880" y="13258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847</a:t>
            </a:r>
            <a:endParaRPr lang="en-US" sz="5400"/>
          </a:p>
        </p:txBody>
      </p:sp>
      <p:sp>
        <p:nvSpPr>
          <p:cNvPr id="9" name="Text 7"/>
          <p:cNvSpPr/>
          <p:nvPr/>
        </p:nvSpPr>
        <p:spPr>
          <a:xfrm>
            <a:off x="4937760" y="20574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Own Goals</a:t>
            </a:r>
            <a:endParaRPr lang="en-US" sz="1300"/>
          </a:p>
        </p:txBody>
      </p:sp>
      <p:sp>
        <p:nvSpPr>
          <p:cNvPr id="10" name="Text 8"/>
          <p:cNvSpPr/>
          <p:nvPr/>
        </p:nvSpPr>
        <p:spPr>
          <a:xfrm>
            <a:off x="4937760" y="23774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(and counting)</a:t>
            </a:r>
            <a:endParaRPr lang="en-US" sz="1000"/>
          </a:p>
        </p:txBody>
      </p:sp>
      <p:sp>
        <p:nvSpPr>
          <p:cNvPr id="11" name="Shape 9"/>
          <p:cNvSpPr/>
          <p:nvPr/>
        </p:nvSpPr>
        <p:spPr>
          <a:xfrm>
            <a:off x="457200" y="30175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12" name="Text 10"/>
          <p:cNvSpPr/>
          <p:nvPr/>
        </p:nvSpPr>
        <p:spPr>
          <a:xfrm>
            <a:off x="457200" y="31546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a:t>
            </a:r>
            <a:endParaRPr lang="en-US" sz="5400"/>
          </a:p>
        </p:txBody>
      </p:sp>
      <p:sp>
        <p:nvSpPr>
          <p:cNvPr id="13" name="Text 11"/>
          <p:cNvSpPr/>
          <p:nvPr/>
        </p:nvSpPr>
        <p:spPr>
          <a:xfrm>
            <a:off x="640080" y="3886200"/>
            <a:ext cx="3474720" cy="320040"/>
          </a:xfrm>
          <a:prstGeom prst="rect">
            <a:avLst/>
          </a:prstGeom>
          <a:noFill/>
          <a:ln/>
        </p:spPr>
        <p:txBody>
          <a:bodyPr wrap="square" lIns="0" tIns="0" rIns="0" bIns="0" rtlCol="0" anchor="ctr"/>
          <a:lstStyle/>
          <a:p>
            <a:pPr algn="ctr">
              <a:lnSpc>
                <a:spcPct val="90000"/>
              </a:lnSpc>
            </a:pPr>
            <a:r>
              <a:rPr lang="en-US" sz="1300" b="1">
                <a:solidFill>
                  <a:srgbClr val="FFFFFF"/>
                </a:solidFill>
                <a:latin typeface="Arial"/>
                <a:cs typeface="Arial"/>
              </a:rPr>
              <a:t>HOW MANY TIMES HES WHIFFED THE BALL</a:t>
            </a:r>
            <a:endParaRPr lang="en-US"/>
          </a:p>
        </p:txBody>
      </p:sp>
      <p:sp>
        <p:nvSpPr>
          <p:cNvPr id="14" name="Shape 12"/>
          <p:cNvSpPr/>
          <p:nvPr/>
        </p:nvSpPr>
        <p:spPr>
          <a:xfrm>
            <a:off x="4754880" y="30175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15" name="Text 13"/>
          <p:cNvSpPr/>
          <p:nvPr/>
        </p:nvSpPr>
        <p:spPr>
          <a:xfrm>
            <a:off x="4754880" y="31546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2%</a:t>
            </a:r>
            <a:endParaRPr lang="en-US" sz="5400"/>
          </a:p>
        </p:txBody>
      </p:sp>
      <p:sp>
        <p:nvSpPr>
          <p:cNvPr id="16" name="Text 14"/>
          <p:cNvSpPr/>
          <p:nvPr/>
        </p:nvSpPr>
        <p:spPr>
          <a:xfrm>
            <a:off x="4937760" y="38862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Aerial</a:t>
            </a:r>
            <a:endParaRPr lang="en-US" sz="1300"/>
          </a:p>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Accuracy</a:t>
            </a:r>
            <a:endParaRPr lang="en-US" sz="1300"/>
          </a:p>
        </p:txBody>
      </p:sp>
      <p:sp>
        <p:nvSpPr>
          <p:cNvPr id="17" name="Text 15"/>
          <p:cNvSpPr/>
          <p:nvPr/>
        </p:nvSpPr>
        <p:spPr>
          <a:xfrm>
            <a:off x="4937760" y="42062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(generous)</a:t>
            </a:r>
            <a:endParaRPr lang="en-US" sz="1000"/>
          </a:p>
        </p:txBody>
      </p:sp>
    </p:spTree>
  </p:cSld>
  <p:clrMapOvr>
    <a:masterClrMapping/>
  </p:clrMapOvr>
  <p:transition spd="fast">
    <p:wheel spokes="4"/>
  </p:transition>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2196F3">
                <a:alpha val="6000"/>
              </a:srgbClr>
            </a:solidFill>
          </a:ln>
        </p:spPr>
      </p:sp>
      <p:sp>
        <p:nvSpPr>
          <p:cNvPr id="501" name="d501"/>
          <p:cNvSpPr/>
          <p:nvPr/>
        </p:nvSpPr>
        <p:spPr>
          <a:xfrm>
            <a:off x="3672000" y="1671750"/>
            <a:ext cx="1800000" cy="18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2196F3">
              <a:alpha val="5000"/>
            </a:srgbClr>
          </a:solidFill>
          <a:ln>
            <a:noFill/>
          </a:ln>
        </p:spPr>
      </p:sp>
      <p:sp>
        <p:nvSpPr>
          <p:cNvPr id="503" name="d503"/>
          <p:cNvSpPr/>
          <p:nvPr/>
        </p:nvSpPr>
        <p:spPr>
          <a:xfrm>
            <a:off x="0" y="4500563"/>
            <a:ext cx="9144000" cy="642937"/>
          </a:xfrm>
          <a:prstGeom prst="rect">
            <a:avLst/>
          </a:prstGeom>
          <a:solidFill>
            <a:srgbClr val="FF6D00">
              <a:alpha val="5000"/>
            </a:srgbClr>
          </a:solidFill>
          <a:ln>
            <a:noFill/>
          </a:ln>
        </p:spPr>
      </p:sp>
      <p:sp>
        <p:nvSpPr>
          <p:cNvPr id="504" name="d504"/>
          <p:cNvSpPr/>
          <p:nvPr/>
        </p:nvSpPr>
        <p:spPr>
          <a:xfrm>
            <a:off x="0" y="514350"/>
            <a:ext cx="200000" cy="200000"/>
          </a:xfrm>
          <a:prstGeom prst="ellipse">
            <a:avLst/>
          </a:prstGeom>
          <a:solidFill>
            <a:srgbClr val="00BCD4">
              <a:alpha val="8000"/>
            </a:srgbClr>
          </a:solidFill>
          <a:ln>
            <a:noFill/>
          </a:ln>
        </p:spPr>
      </p:sp>
      <p:sp>
        <p:nvSpPr>
          <p:cNvPr id="505" name="d505"/>
          <p:cNvSpPr/>
          <p:nvPr/>
        </p:nvSpPr>
        <p:spPr>
          <a:xfrm>
            <a:off x="1828800" y="514350"/>
            <a:ext cx="200000" cy="200000"/>
          </a:xfrm>
          <a:prstGeom prst="ellipse">
            <a:avLst/>
          </a:prstGeom>
          <a:solidFill>
            <a:srgbClr val="00BCD4">
              <a:alpha val="8000"/>
            </a:srgbClr>
          </a:solidFill>
          <a:ln>
            <a:noFill/>
          </a:ln>
        </p:spPr>
      </p:sp>
      <p:sp>
        <p:nvSpPr>
          <p:cNvPr id="506" name="d506"/>
          <p:cNvSpPr/>
          <p:nvPr/>
        </p:nvSpPr>
        <p:spPr>
          <a:xfrm>
            <a:off x="3657600" y="514350"/>
            <a:ext cx="200000" cy="200000"/>
          </a:xfrm>
          <a:prstGeom prst="ellipse">
            <a:avLst/>
          </a:prstGeom>
          <a:solidFill>
            <a:srgbClr val="00BCD4">
              <a:alpha val="8000"/>
            </a:srgbClr>
          </a:solidFill>
          <a:ln>
            <a:noFill/>
          </a:ln>
        </p:spPr>
      </p:sp>
      <p:sp>
        <p:nvSpPr>
          <p:cNvPr id="507" name="d507"/>
          <p:cNvSpPr/>
          <p:nvPr/>
        </p:nvSpPr>
        <p:spPr>
          <a:xfrm>
            <a:off x="5486400" y="514350"/>
            <a:ext cx="200000" cy="200000"/>
          </a:xfrm>
          <a:prstGeom prst="ellipse">
            <a:avLst/>
          </a:prstGeom>
          <a:solidFill>
            <a:srgbClr val="00BCD4">
              <a:alpha val="8000"/>
            </a:srgbClr>
          </a:solidFill>
          <a:ln>
            <a:noFill/>
          </a:ln>
        </p:spPr>
      </p:sp>
      <p:sp>
        <p:nvSpPr>
          <p:cNvPr id="508" name="d508"/>
          <p:cNvSpPr/>
          <p:nvPr/>
        </p:nvSpPr>
        <p:spPr>
          <a:xfrm>
            <a:off x="7315200" y="514350"/>
            <a:ext cx="200000" cy="200000"/>
          </a:xfrm>
          <a:prstGeom prst="ellipse">
            <a:avLst/>
          </a:prstGeom>
          <a:solidFill>
            <a:srgbClr val="00BCD4">
              <a:alpha val="8000"/>
            </a:srgbClr>
          </a:solidFill>
          <a:ln>
            <a:noFill/>
          </a:ln>
        </p:spPr>
      </p:sp>
      <p:sp>
        <p:nvSpPr>
          <p:cNvPr id="509" name="d509"/>
          <p:cNvSpPr/>
          <p:nvPr/>
        </p:nvSpPr>
        <p:spPr>
          <a:xfrm>
            <a:off x="914400" y="4371975"/>
            <a:ext cx="150000" cy="150000"/>
          </a:xfrm>
          <a:prstGeom prst="ellipse">
            <a:avLst/>
          </a:prstGeom>
          <a:solidFill>
            <a:srgbClr val="2196F3">
              <a:alpha val="8000"/>
            </a:srgbClr>
          </a:solidFill>
          <a:ln>
            <a:noFill/>
          </a:ln>
        </p:spPr>
      </p:sp>
      <p:sp>
        <p:nvSpPr>
          <p:cNvPr id="510" name="d510"/>
          <p:cNvSpPr/>
          <p:nvPr/>
        </p:nvSpPr>
        <p:spPr>
          <a:xfrm>
            <a:off x="2743200" y="4371975"/>
            <a:ext cx="150000" cy="150000"/>
          </a:xfrm>
          <a:prstGeom prst="ellipse">
            <a:avLst/>
          </a:prstGeom>
          <a:solidFill>
            <a:srgbClr val="2196F3">
              <a:alpha val="8000"/>
            </a:srgbClr>
          </a:solidFill>
          <a:ln>
            <a:noFill/>
          </a:ln>
        </p:spPr>
      </p:sp>
      <p:sp>
        <p:nvSpPr>
          <p:cNvPr id="511" name="d511"/>
          <p:cNvSpPr/>
          <p:nvPr/>
        </p:nvSpPr>
        <p:spPr>
          <a:xfrm>
            <a:off x="4572000" y="4371975"/>
            <a:ext cx="150000" cy="150000"/>
          </a:xfrm>
          <a:prstGeom prst="ellipse">
            <a:avLst/>
          </a:prstGeom>
          <a:solidFill>
            <a:srgbClr val="2196F3">
              <a:alpha val="8000"/>
            </a:srgbClr>
          </a:solidFill>
          <a:ln>
            <a:noFill/>
          </a:ln>
        </p:spPr>
      </p:sp>
      <p:sp>
        <p:nvSpPr>
          <p:cNvPr id="512" name="d512"/>
          <p:cNvSpPr/>
          <p:nvPr/>
        </p:nvSpPr>
        <p:spPr>
          <a:xfrm>
            <a:off x="6400800" y="4371975"/>
            <a:ext cx="150000" cy="150000"/>
          </a:xfrm>
          <a:prstGeom prst="ellipse">
            <a:avLst/>
          </a:prstGeom>
          <a:solidFill>
            <a:srgbClr val="2196F3">
              <a:alpha val="8000"/>
            </a:srgbClr>
          </a:solidFill>
          <a:ln>
            <a:noFill/>
          </a:ln>
        </p:spPr>
      </p:sp>
      <p:sp>
        <p:nvSpPr>
          <p:cNvPr id="513" name="d513"/>
          <p:cNvSpPr/>
          <p:nvPr/>
        </p:nvSpPr>
        <p:spPr>
          <a:xfrm>
            <a:off x="8229600" y="4371975"/>
            <a:ext cx="150000" cy="150000"/>
          </a:xfrm>
          <a:prstGeom prst="ellipse">
            <a:avLst/>
          </a:prstGeom>
          <a:solidFill>
            <a:srgbClr val="2196F3">
              <a:alpha val="8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FF6D00">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pitchFamily="34" charset="0"/>
                <a:ea typeface="Arial" pitchFamily="34" charset="-122"/>
                <a:cs typeface="Arial" pitchFamily="34" charset="-120"/>
              </a:rPr>
              <a:t>QUICK CHAT TRANSLATIONS</a:t>
            </a:r>
            <a:endParaRPr lang="en-US" sz="3600"/>
          </a:p>
        </p:txBody>
      </p:sp>
      <p:sp>
        <p:nvSpPr>
          <p:cNvPr id="3" name="Text 1"/>
          <p:cNvSpPr/>
          <p:nvPr/>
        </p:nvSpPr>
        <p:spPr>
          <a:xfrm>
            <a:off x="457200" y="822960"/>
            <a:ext cx="8229600" cy="365760"/>
          </a:xfrm>
          <a:prstGeom prst="rect">
            <a:avLst/>
          </a:prstGeom>
          <a:noFill/>
          <a:ln/>
        </p:spPr>
        <p:txBody>
          <a:bodyPr wrap="square" lIns="0" tIns="0" rIns="0" bIns="0" rtlCol="0" anchor="ctr"/>
          <a:lstStyle/>
          <a:p>
            <a:pPr marL="0" indent="0" algn="l">
              <a:buNone/>
            </a:pPr>
            <a:r>
              <a:rPr lang="en-US" sz="1400" i="1">
                <a:solidFill>
                  <a:srgbClr val="B0BEC5"/>
                </a:solidFill>
                <a:latin typeface="Arial" pitchFamily="34" charset="0"/>
                <a:ea typeface="Arial" pitchFamily="34" charset="-122"/>
                <a:cs typeface="Arial" pitchFamily="34" charset="-120"/>
              </a:rPr>
              <a:t>What he types vs. what he means</a:t>
            </a:r>
            <a:endParaRPr lang="en-US" sz="1400"/>
          </a:p>
        </p:txBody>
      </p:sp>
      <p:sp>
        <p:nvSpPr>
          <p:cNvPr id="4" name="Shape 2"/>
          <p:cNvSpPr/>
          <p:nvPr/>
        </p:nvSpPr>
        <p:spPr>
          <a:xfrm>
            <a:off x="457200" y="1280160"/>
            <a:ext cx="3840480" cy="411480"/>
          </a:xfrm>
          <a:prstGeom prst="roundRect">
            <a:avLst>
              <a:gd name="adj" fmla="val 11111"/>
            </a:avLst>
          </a:prstGeom>
          <a:solidFill>
            <a:srgbClr val="2196F3"/>
          </a:solidFill>
          <a:ln/>
        </p:spPr>
      </p:sp>
      <p:sp>
        <p:nvSpPr>
          <p:cNvPr id="5" name="Text 3"/>
          <p:cNvSpPr/>
          <p:nvPr/>
        </p:nvSpPr>
        <p:spPr>
          <a:xfrm>
            <a:off x="457200" y="1280160"/>
            <a:ext cx="3840480" cy="411480"/>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WHAT HE TYPES</a:t>
            </a:r>
            <a:endParaRPr lang="en-US" sz="1300"/>
          </a:p>
        </p:txBody>
      </p:sp>
      <p:sp>
        <p:nvSpPr>
          <p:cNvPr id="6" name="Shape 4"/>
          <p:cNvSpPr/>
          <p:nvPr/>
        </p:nvSpPr>
        <p:spPr>
          <a:xfrm>
            <a:off x="4846320" y="1280160"/>
            <a:ext cx="3840480" cy="411480"/>
          </a:xfrm>
          <a:prstGeom prst="roundRect">
            <a:avLst>
              <a:gd name="adj" fmla="val 11111"/>
            </a:avLst>
          </a:prstGeom>
          <a:solidFill>
            <a:srgbClr val="FF6D00"/>
          </a:solidFill>
          <a:ln/>
        </p:spPr>
      </p:sp>
      <p:sp>
        <p:nvSpPr>
          <p:cNvPr id="7" name="Text 5"/>
          <p:cNvSpPr/>
          <p:nvPr/>
        </p:nvSpPr>
        <p:spPr>
          <a:xfrm>
            <a:off x="4846320" y="1280160"/>
            <a:ext cx="3840480" cy="411480"/>
          </a:xfrm>
          <a:prstGeom prst="rect">
            <a:avLst/>
          </a:prstGeom>
          <a:noFill/>
          <a:ln/>
        </p:spPr>
        <p:txBody>
          <a:bodyPr wrap="square" lIns="0" tIns="0" rIns="0" bIns="0" rtlCol="0" anchor="ctr"/>
          <a:lstStyle/>
          <a:p>
            <a:pPr marL="0" indent="0" algn="ctr">
              <a:buNone/>
            </a:pPr>
            <a:r>
              <a:rPr lang="en-US" sz="1300" b="1">
                <a:solidFill>
                  <a:srgbClr val="0D1117"/>
                </a:solidFill>
                <a:latin typeface="Arial" pitchFamily="34" charset="0"/>
                <a:ea typeface="Arial" pitchFamily="34" charset="-122"/>
                <a:cs typeface="Arial" pitchFamily="34" charset="-120"/>
              </a:rPr>
              <a:t>WHAT HE MEANS</a:t>
            </a:r>
            <a:endParaRPr lang="en-US" sz="1300"/>
          </a:p>
        </p:txBody>
      </p:sp>
      <p:sp>
        <p:nvSpPr>
          <p:cNvPr id="8" name="Shape 6"/>
          <p:cNvSpPr/>
          <p:nvPr/>
        </p:nvSpPr>
        <p:spPr>
          <a:xfrm>
            <a:off x="457200" y="1783080"/>
            <a:ext cx="3840480" cy="393192"/>
          </a:xfrm>
          <a:prstGeom prst="rect">
            <a:avLst/>
          </a:prstGeom>
          <a:solidFill>
            <a:srgbClr val="1A2332"/>
          </a:solidFill>
          <a:ln/>
        </p:spPr>
      </p:sp>
      <p:sp>
        <p:nvSpPr>
          <p:cNvPr id="9" name="Text 7"/>
          <p:cNvSpPr/>
          <p:nvPr/>
        </p:nvSpPr>
        <p:spPr>
          <a:xfrm>
            <a:off x="640080" y="1783080"/>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What a save!</a:t>
            </a:r>
            <a:endParaRPr lang="en-US" sz="1200"/>
          </a:p>
        </p:txBody>
      </p:sp>
      <p:sp>
        <p:nvSpPr>
          <p:cNvPr id="10" name="Shape 8"/>
          <p:cNvSpPr/>
          <p:nvPr/>
        </p:nvSpPr>
        <p:spPr>
          <a:xfrm>
            <a:off x="4846320" y="1783080"/>
            <a:ext cx="3840480" cy="393192"/>
          </a:xfrm>
          <a:prstGeom prst="rect">
            <a:avLst/>
          </a:prstGeom>
          <a:solidFill>
            <a:srgbClr val="1A2332"/>
          </a:solidFill>
          <a:ln/>
        </p:spPr>
      </p:sp>
      <p:sp>
        <p:nvSpPr>
          <p:cNvPr id="11" name="Text 9"/>
          <p:cNvSpPr/>
          <p:nvPr/>
        </p:nvSpPr>
        <p:spPr>
          <a:xfrm>
            <a:off x="5029200" y="1783080"/>
            <a:ext cx="3474720" cy="393192"/>
          </a:xfrm>
          <a:prstGeom prst="rect">
            <a:avLst/>
          </a:prstGeom>
          <a:noFill/>
          <a:ln/>
        </p:spPr>
        <p:txBody>
          <a:bodyPr wrap="square" lIns="0" tIns="0" rIns="0" bIns="0" rtlCol="0" anchor="ctr"/>
          <a:lstStyle/>
          <a:p>
            <a:r>
              <a:rPr lang="en-US" sz="1200" err="1">
                <a:solidFill>
                  <a:srgbClr val="FFFFFF"/>
                </a:solidFill>
                <a:latin typeface="Arial"/>
                <a:cs typeface="Arial"/>
              </a:rPr>
              <a:t>Your</a:t>
            </a:r>
            <a:r>
              <a:rPr lang="en-US" sz="1200">
                <a:solidFill>
                  <a:srgbClr val="FFFFFF"/>
                </a:solidFill>
                <a:latin typeface="Arial"/>
                <a:cs typeface="Arial"/>
              </a:rPr>
              <a:t> so bad and missed the save</a:t>
            </a:r>
          </a:p>
        </p:txBody>
      </p:sp>
      <p:sp>
        <p:nvSpPr>
          <p:cNvPr id="16" name="Shape 14"/>
          <p:cNvSpPr/>
          <p:nvPr/>
        </p:nvSpPr>
        <p:spPr>
          <a:xfrm>
            <a:off x="457200" y="2660904"/>
            <a:ext cx="3840480" cy="393192"/>
          </a:xfrm>
          <a:prstGeom prst="rect">
            <a:avLst/>
          </a:prstGeom>
          <a:solidFill>
            <a:srgbClr val="1A2332"/>
          </a:solidFill>
          <a:ln/>
        </p:spPr>
      </p:sp>
      <p:sp>
        <p:nvSpPr>
          <p:cNvPr id="17" name="Text 15"/>
          <p:cNvSpPr/>
          <p:nvPr/>
        </p:nvSpPr>
        <p:spPr>
          <a:xfrm>
            <a:off x="640080" y="2660904"/>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Okay.</a:t>
            </a:r>
            <a:endParaRPr lang="en-US" sz="1200"/>
          </a:p>
        </p:txBody>
      </p:sp>
      <p:sp>
        <p:nvSpPr>
          <p:cNvPr id="18" name="Shape 16"/>
          <p:cNvSpPr/>
          <p:nvPr/>
        </p:nvSpPr>
        <p:spPr>
          <a:xfrm>
            <a:off x="4846320" y="2660904"/>
            <a:ext cx="3840480" cy="393192"/>
          </a:xfrm>
          <a:prstGeom prst="rect">
            <a:avLst/>
          </a:prstGeom>
          <a:solidFill>
            <a:srgbClr val="1A2332"/>
          </a:solidFill>
          <a:ln/>
        </p:spPr>
      </p:sp>
      <p:sp>
        <p:nvSpPr>
          <p:cNvPr id="19" name="Text 17"/>
          <p:cNvSpPr/>
          <p:nvPr/>
        </p:nvSpPr>
        <p:spPr>
          <a:xfrm>
            <a:off x="5029200" y="2660904"/>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I am uninstalling this game</a:t>
            </a:r>
            <a:endParaRPr lang="en-US" sz="1200"/>
          </a:p>
        </p:txBody>
      </p:sp>
      <p:sp>
        <p:nvSpPr>
          <p:cNvPr id="20" name="Shape 18"/>
          <p:cNvSpPr/>
          <p:nvPr/>
        </p:nvSpPr>
        <p:spPr>
          <a:xfrm>
            <a:off x="457200" y="3099816"/>
            <a:ext cx="3840480" cy="393192"/>
          </a:xfrm>
          <a:prstGeom prst="rect">
            <a:avLst/>
          </a:prstGeom>
          <a:solidFill>
            <a:srgbClr val="151E2B"/>
          </a:solidFill>
          <a:ln/>
        </p:spPr>
      </p:sp>
      <p:sp>
        <p:nvSpPr>
          <p:cNvPr id="21" name="Text 19"/>
          <p:cNvSpPr/>
          <p:nvPr/>
        </p:nvSpPr>
        <p:spPr>
          <a:xfrm>
            <a:off x="640080" y="3099816"/>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No problem.</a:t>
            </a:r>
            <a:endParaRPr lang="en-US" sz="1200"/>
          </a:p>
        </p:txBody>
      </p:sp>
      <p:sp>
        <p:nvSpPr>
          <p:cNvPr id="22" name="Shape 20"/>
          <p:cNvSpPr/>
          <p:nvPr/>
        </p:nvSpPr>
        <p:spPr>
          <a:xfrm>
            <a:off x="4846320" y="3099816"/>
            <a:ext cx="3840480" cy="393192"/>
          </a:xfrm>
          <a:prstGeom prst="rect">
            <a:avLst/>
          </a:prstGeom>
          <a:solidFill>
            <a:srgbClr val="151E2B"/>
          </a:solidFill>
          <a:ln/>
        </p:spPr>
      </p:sp>
      <p:sp>
        <p:nvSpPr>
          <p:cNvPr id="23" name="Text 21"/>
          <p:cNvSpPr/>
          <p:nvPr/>
        </p:nvSpPr>
        <p:spPr>
          <a:xfrm>
            <a:off x="5029200" y="3099816"/>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There is a HUGE problem</a:t>
            </a:r>
            <a:endParaRPr lang="en-US" sz="1200"/>
          </a:p>
        </p:txBody>
      </p:sp>
      <p:sp>
        <p:nvSpPr>
          <p:cNvPr id="24" name="Shape 22"/>
          <p:cNvSpPr/>
          <p:nvPr/>
        </p:nvSpPr>
        <p:spPr>
          <a:xfrm>
            <a:off x="457200" y="3538728"/>
            <a:ext cx="3840480" cy="393192"/>
          </a:xfrm>
          <a:prstGeom prst="rect">
            <a:avLst/>
          </a:prstGeom>
          <a:solidFill>
            <a:srgbClr val="1A2332"/>
          </a:solidFill>
          <a:ln/>
        </p:spPr>
      </p:sp>
      <p:sp>
        <p:nvSpPr>
          <p:cNvPr id="25" name="Text 23"/>
          <p:cNvSpPr/>
          <p:nvPr/>
        </p:nvSpPr>
        <p:spPr>
          <a:xfrm>
            <a:off x="640080" y="3538728"/>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Calculated.</a:t>
            </a:r>
            <a:endParaRPr lang="en-US" sz="1200"/>
          </a:p>
        </p:txBody>
      </p:sp>
      <p:sp>
        <p:nvSpPr>
          <p:cNvPr id="26" name="Shape 24"/>
          <p:cNvSpPr/>
          <p:nvPr/>
        </p:nvSpPr>
        <p:spPr>
          <a:xfrm>
            <a:off x="4846320" y="3538728"/>
            <a:ext cx="3840480" cy="393192"/>
          </a:xfrm>
          <a:prstGeom prst="rect">
            <a:avLst/>
          </a:prstGeom>
          <a:solidFill>
            <a:srgbClr val="1A2332"/>
          </a:solidFill>
          <a:ln/>
        </p:spPr>
      </p:sp>
      <p:sp>
        <p:nvSpPr>
          <p:cNvPr id="27" name="Text 25"/>
          <p:cNvSpPr/>
          <p:nvPr/>
        </p:nvSpPr>
        <p:spPr>
          <a:xfrm>
            <a:off x="5029200" y="3538728"/>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That was 100% luck</a:t>
            </a:r>
            <a:endParaRPr lang="en-US" sz="1200"/>
          </a:p>
        </p:txBody>
      </p:sp>
      <p:sp>
        <p:nvSpPr>
          <p:cNvPr id="28" name="Shape 26"/>
          <p:cNvSpPr/>
          <p:nvPr/>
        </p:nvSpPr>
        <p:spPr>
          <a:xfrm>
            <a:off x="457200" y="3977640"/>
            <a:ext cx="3840480" cy="393192"/>
          </a:xfrm>
          <a:prstGeom prst="rect">
            <a:avLst/>
          </a:prstGeom>
          <a:solidFill>
            <a:srgbClr val="151E2B"/>
          </a:solidFill>
          <a:ln/>
        </p:spPr>
      </p:sp>
      <p:sp>
        <p:nvSpPr>
          <p:cNvPr id="29" name="Text 27"/>
          <p:cNvSpPr/>
          <p:nvPr/>
        </p:nvSpPr>
        <p:spPr>
          <a:xfrm>
            <a:off x="640080" y="3977640"/>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Close one!</a:t>
            </a:r>
            <a:endParaRPr lang="en-US" sz="1200"/>
          </a:p>
        </p:txBody>
      </p:sp>
      <p:sp>
        <p:nvSpPr>
          <p:cNvPr id="30" name="Shape 28"/>
          <p:cNvSpPr/>
          <p:nvPr/>
        </p:nvSpPr>
        <p:spPr>
          <a:xfrm>
            <a:off x="4846320" y="3977640"/>
            <a:ext cx="3840480" cy="393192"/>
          </a:xfrm>
          <a:prstGeom prst="rect">
            <a:avLst/>
          </a:prstGeom>
          <a:solidFill>
            <a:srgbClr val="151E2B"/>
          </a:solidFill>
          <a:ln/>
        </p:spPr>
      </p:sp>
      <p:sp>
        <p:nvSpPr>
          <p:cNvPr id="31" name="Text 29"/>
          <p:cNvSpPr/>
          <p:nvPr/>
        </p:nvSpPr>
        <p:spPr>
          <a:xfrm>
            <a:off x="5029200" y="3977640"/>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We almost scored on ourselves again</a:t>
            </a:r>
            <a:endParaRPr lang="en-US" sz="1200"/>
          </a:p>
        </p:txBody>
      </p:sp>
      <p:sp>
        <p:nvSpPr>
          <p:cNvPr id="32" name="Shape 30"/>
          <p:cNvSpPr/>
          <p:nvPr/>
        </p:nvSpPr>
        <p:spPr>
          <a:xfrm>
            <a:off x="457200" y="4416552"/>
            <a:ext cx="3840480" cy="393192"/>
          </a:xfrm>
          <a:prstGeom prst="rect">
            <a:avLst/>
          </a:prstGeom>
          <a:solidFill>
            <a:srgbClr val="1A2332"/>
          </a:solidFill>
          <a:ln/>
        </p:spPr>
      </p:sp>
      <p:sp>
        <p:nvSpPr>
          <p:cNvPr id="33" name="Text 31"/>
          <p:cNvSpPr/>
          <p:nvPr/>
        </p:nvSpPr>
        <p:spPr>
          <a:xfrm>
            <a:off x="640080" y="4416552"/>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I got it!</a:t>
            </a:r>
            <a:endParaRPr lang="en-US" sz="1200"/>
          </a:p>
        </p:txBody>
      </p:sp>
      <p:sp>
        <p:nvSpPr>
          <p:cNvPr id="34" name="Shape 32"/>
          <p:cNvSpPr/>
          <p:nvPr/>
        </p:nvSpPr>
        <p:spPr>
          <a:xfrm>
            <a:off x="4846320" y="4416552"/>
            <a:ext cx="3840480" cy="393192"/>
          </a:xfrm>
          <a:prstGeom prst="rect">
            <a:avLst/>
          </a:prstGeom>
          <a:solidFill>
            <a:srgbClr val="1A2332"/>
          </a:solidFill>
          <a:ln/>
        </p:spPr>
      </p:sp>
      <p:sp>
        <p:nvSpPr>
          <p:cNvPr id="35" name="Text 33"/>
          <p:cNvSpPr/>
          <p:nvPr/>
        </p:nvSpPr>
        <p:spPr>
          <a:xfrm>
            <a:off x="5029200" y="4416552"/>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I absolutely do not got it</a:t>
            </a:r>
            <a:endParaRPr lang="en-US" sz="1200"/>
          </a:p>
        </p:txBody>
      </p:sp>
    </p:spTree>
  </p:cSld>
  <p:clrMapOvr>
    <a:masterClrMapping/>
  </p:clrMapOvr>
  <p:transition spd="med">
    <p:split dir="horz" orient="out"/>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6000"/>
              </a:srgbClr>
            </a:solidFill>
          </a:ln>
        </p:spPr>
      </p:sp>
      <p:sp>
        <p:nvSpPr>
          <p:cNvPr id="501" name="d501"/>
          <p:cNvSpPr/>
          <p:nvPr/>
        </p:nvSpPr>
        <p:spPr>
          <a:xfrm>
            <a:off x="3672000" y="1671750"/>
            <a:ext cx="1800000" cy="1800000"/>
          </a:xfrm>
          <a:prstGeom prst="ellipse">
            <a:avLst/>
          </a:prstGeom>
          <a:noFill/>
          <a:ln w="25400">
            <a:solidFill>
              <a:srgbClr val="2196F3">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2196F3">
              <a:alpha val="5000"/>
            </a:srgbClr>
          </a:solidFill>
          <a:ln>
            <a:noFill/>
          </a:ln>
        </p:spPr>
      </p:sp>
      <p:sp>
        <p:nvSpPr>
          <p:cNvPr id="504" name="d504"/>
          <p:cNvSpPr/>
          <p:nvPr/>
        </p:nvSpPr>
        <p:spPr>
          <a:xfrm>
            <a:off x="0" y="514350"/>
            <a:ext cx="200000" cy="200000"/>
          </a:xfrm>
          <a:prstGeom prst="ellipse">
            <a:avLst/>
          </a:prstGeom>
          <a:solidFill>
            <a:srgbClr val="FF6D00">
              <a:alpha val="8000"/>
            </a:srgbClr>
          </a:solidFill>
          <a:ln>
            <a:noFill/>
          </a:ln>
        </p:spPr>
      </p:sp>
      <p:sp>
        <p:nvSpPr>
          <p:cNvPr id="505" name="d505"/>
          <p:cNvSpPr/>
          <p:nvPr/>
        </p:nvSpPr>
        <p:spPr>
          <a:xfrm>
            <a:off x="1828800" y="514350"/>
            <a:ext cx="200000" cy="200000"/>
          </a:xfrm>
          <a:prstGeom prst="ellipse">
            <a:avLst/>
          </a:prstGeom>
          <a:solidFill>
            <a:srgbClr val="FF6D00">
              <a:alpha val="8000"/>
            </a:srgbClr>
          </a:solidFill>
          <a:ln>
            <a:noFill/>
          </a:ln>
        </p:spPr>
      </p:sp>
      <p:sp>
        <p:nvSpPr>
          <p:cNvPr id="506" name="d506"/>
          <p:cNvSpPr/>
          <p:nvPr/>
        </p:nvSpPr>
        <p:spPr>
          <a:xfrm>
            <a:off x="3657600" y="514350"/>
            <a:ext cx="200000" cy="200000"/>
          </a:xfrm>
          <a:prstGeom prst="ellipse">
            <a:avLst/>
          </a:prstGeom>
          <a:solidFill>
            <a:srgbClr val="FF6D00">
              <a:alpha val="8000"/>
            </a:srgbClr>
          </a:solidFill>
          <a:ln>
            <a:noFill/>
          </a:ln>
        </p:spPr>
      </p:sp>
      <p:sp>
        <p:nvSpPr>
          <p:cNvPr id="507" name="d507"/>
          <p:cNvSpPr/>
          <p:nvPr/>
        </p:nvSpPr>
        <p:spPr>
          <a:xfrm>
            <a:off x="5486400" y="514350"/>
            <a:ext cx="200000" cy="200000"/>
          </a:xfrm>
          <a:prstGeom prst="ellipse">
            <a:avLst/>
          </a:prstGeom>
          <a:solidFill>
            <a:srgbClr val="FF6D00">
              <a:alpha val="8000"/>
            </a:srgbClr>
          </a:solidFill>
          <a:ln>
            <a:noFill/>
          </a:ln>
        </p:spPr>
      </p:sp>
      <p:sp>
        <p:nvSpPr>
          <p:cNvPr id="508" name="d508"/>
          <p:cNvSpPr/>
          <p:nvPr/>
        </p:nvSpPr>
        <p:spPr>
          <a:xfrm>
            <a:off x="7315200" y="514350"/>
            <a:ext cx="200000" cy="200000"/>
          </a:xfrm>
          <a:prstGeom prst="ellipse">
            <a:avLst/>
          </a:prstGeom>
          <a:solidFill>
            <a:srgbClr val="FF6D00">
              <a:alpha val="8000"/>
            </a:srgbClr>
          </a:solidFill>
          <a:ln>
            <a:noFill/>
          </a:ln>
        </p:spPr>
      </p:sp>
      <p:sp>
        <p:nvSpPr>
          <p:cNvPr id="509" name="d509"/>
          <p:cNvSpPr/>
          <p:nvPr/>
        </p:nvSpPr>
        <p:spPr>
          <a:xfrm>
            <a:off x="914400" y="4371975"/>
            <a:ext cx="150000" cy="150000"/>
          </a:xfrm>
          <a:prstGeom prst="ellipse">
            <a:avLst/>
          </a:prstGeom>
          <a:solidFill>
            <a:srgbClr val="00BCD4">
              <a:alpha val="8000"/>
            </a:srgbClr>
          </a:solidFill>
          <a:ln>
            <a:noFill/>
          </a:ln>
        </p:spPr>
      </p:sp>
      <p:sp>
        <p:nvSpPr>
          <p:cNvPr id="510" name="d510"/>
          <p:cNvSpPr/>
          <p:nvPr/>
        </p:nvSpPr>
        <p:spPr>
          <a:xfrm>
            <a:off x="2743200" y="4371975"/>
            <a:ext cx="150000" cy="150000"/>
          </a:xfrm>
          <a:prstGeom prst="ellipse">
            <a:avLst/>
          </a:prstGeom>
          <a:solidFill>
            <a:srgbClr val="00BCD4">
              <a:alpha val="8000"/>
            </a:srgbClr>
          </a:solidFill>
          <a:ln>
            <a:noFill/>
          </a:ln>
        </p:spPr>
      </p:sp>
      <p:sp>
        <p:nvSpPr>
          <p:cNvPr id="511" name="d511"/>
          <p:cNvSpPr/>
          <p:nvPr/>
        </p:nvSpPr>
        <p:spPr>
          <a:xfrm>
            <a:off x="4572000" y="4371975"/>
            <a:ext cx="150000" cy="150000"/>
          </a:xfrm>
          <a:prstGeom prst="ellipse">
            <a:avLst/>
          </a:prstGeom>
          <a:solidFill>
            <a:srgbClr val="00BCD4">
              <a:alpha val="8000"/>
            </a:srgbClr>
          </a:solidFill>
          <a:ln>
            <a:noFill/>
          </a:ln>
        </p:spPr>
      </p:sp>
      <p:sp>
        <p:nvSpPr>
          <p:cNvPr id="512" name="d512"/>
          <p:cNvSpPr/>
          <p:nvPr/>
        </p:nvSpPr>
        <p:spPr>
          <a:xfrm>
            <a:off x="6400800" y="4371975"/>
            <a:ext cx="150000" cy="150000"/>
          </a:xfrm>
          <a:prstGeom prst="ellipse">
            <a:avLst/>
          </a:prstGeom>
          <a:solidFill>
            <a:srgbClr val="00BCD4">
              <a:alpha val="8000"/>
            </a:srgbClr>
          </a:solidFill>
          <a:ln>
            <a:noFill/>
          </a:ln>
        </p:spPr>
      </p:sp>
      <p:sp>
        <p:nvSpPr>
          <p:cNvPr id="513" name="d513"/>
          <p:cNvSpPr/>
          <p:nvPr/>
        </p:nvSpPr>
        <p:spPr>
          <a:xfrm>
            <a:off x="8229600" y="4371975"/>
            <a:ext cx="150000" cy="150000"/>
          </a:xfrm>
          <a:prstGeom prst="ellipse">
            <a:avLst/>
          </a:prstGeom>
          <a:solidFill>
            <a:srgbClr val="00BCD4">
              <a:alpha val="8000"/>
            </a:srgbClr>
          </a:solidFill>
          <a:ln>
            <a:noFill/>
          </a:ln>
        </p:spPr>
      </p:sp>
      <p:sp>
        <p:nvSpPr>
          <p:cNvPr id="514" name="d514"/>
          <p:cNvSpPr/>
          <p:nvPr/>
        </p:nvSpPr>
        <p:spPr>
          <a:xfrm>
            <a:off x="4272000" y="10000"/>
            <a:ext cx="600000" cy="300000"/>
          </a:xfrm>
          <a:prstGeom prst="diamond">
            <a:avLst/>
          </a:prstGeom>
          <a:solidFill>
            <a:srgbClr val="FF6D00">
              <a:alpha val="10000"/>
            </a:srgbClr>
          </a:solidFill>
          <a:ln>
            <a:noFill/>
          </a:ln>
        </p:spPr>
      </p:sp>
      <p:sp>
        <p:nvSpPr>
          <p:cNvPr id="515" name="d515"/>
          <p:cNvSpPr/>
          <p:nvPr/>
        </p:nvSpPr>
        <p:spPr>
          <a:xfrm>
            <a:off x="4272000" y="4833500"/>
            <a:ext cx="600000" cy="300000"/>
          </a:xfrm>
          <a:prstGeom prst="diamond">
            <a:avLst/>
          </a:prstGeom>
          <a:solidFill>
            <a:srgbClr val="2196F3">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200" b="1">
                <a:solidFill>
                  <a:srgbClr val="FF6D00"/>
                </a:solidFill>
                <a:latin typeface="Arial"/>
                <a:ea typeface="Arial" pitchFamily="34" charset="-122"/>
                <a:cs typeface="Arial"/>
              </a:rPr>
              <a:t>THE 5 STAGES OF PLAYING </a:t>
            </a:r>
            <a:endParaRPr lang="en-US" sz="3200">
              <a:latin typeface="Arial"/>
              <a:cs typeface="Arial"/>
            </a:endParaRPr>
          </a:p>
        </p:txBody>
      </p:sp>
      <p:sp>
        <p:nvSpPr>
          <p:cNvPr id="3" name="Shape 1"/>
          <p:cNvSpPr/>
          <p:nvPr/>
        </p:nvSpPr>
        <p:spPr>
          <a:xfrm>
            <a:off x="457200" y="1143000"/>
            <a:ext cx="548640" cy="548640"/>
          </a:xfrm>
          <a:prstGeom prst="ellipse">
            <a:avLst/>
          </a:prstGeom>
          <a:solidFill>
            <a:srgbClr val="2196F3"/>
          </a:solidFill>
          <a:ln/>
        </p:spPr>
      </p:sp>
      <p:sp>
        <p:nvSpPr>
          <p:cNvPr id="4" name="Text 2"/>
          <p:cNvSpPr/>
          <p:nvPr/>
        </p:nvSpPr>
        <p:spPr>
          <a:xfrm>
            <a:off x="457200" y="114300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1</a:t>
            </a:r>
            <a:endParaRPr lang="en-US" sz="2200"/>
          </a:p>
        </p:txBody>
      </p:sp>
      <p:sp>
        <p:nvSpPr>
          <p:cNvPr id="5" name="Text 3"/>
          <p:cNvSpPr/>
          <p:nvPr/>
        </p:nvSpPr>
        <p:spPr>
          <a:xfrm>
            <a:off x="1188720" y="109728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DENIAL</a:t>
            </a:r>
            <a:endParaRPr lang="en-US" sz="1800"/>
          </a:p>
        </p:txBody>
      </p:sp>
      <p:sp>
        <p:nvSpPr>
          <p:cNvPr id="6" name="Text 4"/>
          <p:cNvSpPr/>
          <p:nvPr/>
        </p:nvSpPr>
        <p:spPr>
          <a:xfrm>
            <a:off x="1188720" y="1417320"/>
            <a:ext cx="7315200" cy="320040"/>
          </a:xfrm>
          <a:prstGeom prst="rect">
            <a:avLst/>
          </a:prstGeom>
          <a:noFill/>
          <a:ln/>
        </p:spPr>
        <p:txBody>
          <a:bodyPr wrap="square" lIns="0" tIns="0" rIns="0" bIns="0" rtlCol="0" anchor="ctr"/>
          <a:lstStyle/>
          <a:p>
            <a:r>
              <a:rPr lang="en-US" sz="1300" i="1">
                <a:solidFill>
                  <a:srgbClr val="B0BEC5"/>
                </a:solidFill>
                <a:latin typeface="Arial"/>
                <a:ea typeface="Arial" pitchFamily="34" charset="-122"/>
                <a:cs typeface="Arial"/>
              </a:rPr>
              <a:t>"I'll get better,"</a:t>
            </a:r>
            <a:endParaRPr lang="en-US" sz="1300">
              <a:latin typeface="Arial"/>
              <a:cs typeface="Arial"/>
            </a:endParaRPr>
          </a:p>
        </p:txBody>
      </p:sp>
      <p:sp>
        <p:nvSpPr>
          <p:cNvPr id="7" name="Shape 5"/>
          <p:cNvSpPr/>
          <p:nvPr/>
        </p:nvSpPr>
        <p:spPr>
          <a:xfrm>
            <a:off x="457200" y="1920240"/>
            <a:ext cx="548640" cy="548640"/>
          </a:xfrm>
          <a:prstGeom prst="ellipse">
            <a:avLst/>
          </a:prstGeom>
          <a:solidFill>
            <a:srgbClr val="2196F3"/>
          </a:solidFill>
          <a:ln/>
        </p:spPr>
      </p:sp>
      <p:sp>
        <p:nvSpPr>
          <p:cNvPr id="8" name="Text 6"/>
          <p:cNvSpPr/>
          <p:nvPr/>
        </p:nvSpPr>
        <p:spPr>
          <a:xfrm>
            <a:off x="457200" y="192024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2</a:t>
            </a:r>
            <a:endParaRPr lang="en-US" sz="2200"/>
          </a:p>
        </p:txBody>
      </p:sp>
      <p:sp>
        <p:nvSpPr>
          <p:cNvPr id="9" name="Text 7"/>
          <p:cNvSpPr/>
          <p:nvPr/>
        </p:nvSpPr>
        <p:spPr>
          <a:xfrm>
            <a:off x="1188720" y="187452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ANGER</a:t>
            </a:r>
            <a:endParaRPr lang="en-US" sz="1800"/>
          </a:p>
        </p:txBody>
      </p:sp>
      <p:sp>
        <p:nvSpPr>
          <p:cNvPr id="10" name="Text 8"/>
          <p:cNvSpPr/>
          <p:nvPr/>
        </p:nvSpPr>
        <p:spPr>
          <a:xfrm>
            <a:off x="1188720" y="219456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"WHY ARE YOU HITTING IT TOWARDS OUR GOAL"</a:t>
            </a:r>
            <a:endParaRPr lang="en-US" sz="1300"/>
          </a:p>
        </p:txBody>
      </p:sp>
      <p:sp>
        <p:nvSpPr>
          <p:cNvPr id="11" name="Shape 9"/>
          <p:cNvSpPr/>
          <p:nvPr/>
        </p:nvSpPr>
        <p:spPr>
          <a:xfrm>
            <a:off x="457200" y="2697480"/>
            <a:ext cx="548640" cy="548640"/>
          </a:xfrm>
          <a:prstGeom prst="ellipse">
            <a:avLst/>
          </a:prstGeom>
          <a:solidFill>
            <a:srgbClr val="2196F3"/>
          </a:solidFill>
          <a:ln/>
        </p:spPr>
      </p:sp>
      <p:sp>
        <p:nvSpPr>
          <p:cNvPr id="12" name="Text 10"/>
          <p:cNvSpPr/>
          <p:nvPr/>
        </p:nvSpPr>
        <p:spPr>
          <a:xfrm>
            <a:off x="457200" y="269748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3</a:t>
            </a:r>
            <a:endParaRPr lang="en-US" sz="2200"/>
          </a:p>
        </p:txBody>
      </p:sp>
      <p:sp>
        <p:nvSpPr>
          <p:cNvPr id="15" name="Shape 13"/>
          <p:cNvSpPr/>
          <p:nvPr/>
        </p:nvSpPr>
        <p:spPr>
          <a:xfrm>
            <a:off x="457200" y="3474720"/>
            <a:ext cx="548640" cy="548640"/>
          </a:xfrm>
          <a:prstGeom prst="ellipse">
            <a:avLst/>
          </a:prstGeom>
          <a:solidFill>
            <a:srgbClr val="2196F3"/>
          </a:solidFill>
          <a:ln/>
        </p:spPr>
      </p:sp>
      <p:sp>
        <p:nvSpPr>
          <p:cNvPr id="16" name="Text 14"/>
          <p:cNvSpPr/>
          <p:nvPr/>
        </p:nvSpPr>
        <p:spPr>
          <a:xfrm>
            <a:off x="457200" y="347472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4</a:t>
            </a:r>
            <a:endParaRPr lang="en-US" sz="2200"/>
          </a:p>
        </p:txBody>
      </p:sp>
      <p:sp>
        <p:nvSpPr>
          <p:cNvPr id="17" name="Text 15"/>
          <p:cNvSpPr/>
          <p:nvPr/>
        </p:nvSpPr>
        <p:spPr>
          <a:xfrm>
            <a:off x="1188720" y="342900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DEPRESSION</a:t>
            </a:r>
            <a:endParaRPr lang="en-US" sz="1800"/>
          </a:p>
        </p:txBody>
      </p:sp>
      <p:sp>
        <p:nvSpPr>
          <p:cNvPr id="18" name="Text 16"/>
          <p:cNvSpPr/>
          <p:nvPr/>
        </p:nvSpPr>
        <p:spPr>
          <a:xfrm>
            <a:off x="1188720" y="374904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3-game losing streak. Silence in voice chat.</a:t>
            </a:r>
            <a:endParaRPr lang="en-US" sz="1300"/>
          </a:p>
        </p:txBody>
      </p:sp>
      <p:sp>
        <p:nvSpPr>
          <p:cNvPr id="19" name="Shape 17"/>
          <p:cNvSpPr/>
          <p:nvPr/>
        </p:nvSpPr>
        <p:spPr>
          <a:xfrm>
            <a:off x="457200" y="4251960"/>
            <a:ext cx="548640" cy="548640"/>
          </a:xfrm>
          <a:prstGeom prst="ellipse">
            <a:avLst/>
          </a:prstGeom>
          <a:solidFill>
            <a:srgbClr val="FF6D00"/>
          </a:solidFill>
          <a:ln/>
        </p:spPr>
      </p:sp>
      <p:sp>
        <p:nvSpPr>
          <p:cNvPr id="20" name="Text 18"/>
          <p:cNvSpPr/>
          <p:nvPr/>
        </p:nvSpPr>
        <p:spPr>
          <a:xfrm>
            <a:off x="457200" y="425196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5</a:t>
            </a:r>
            <a:endParaRPr lang="en-US" sz="2200"/>
          </a:p>
        </p:txBody>
      </p:sp>
      <p:sp>
        <p:nvSpPr>
          <p:cNvPr id="21" name="Text 19"/>
          <p:cNvSpPr/>
          <p:nvPr/>
        </p:nvSpPr>
        <p:spPr>
          <a:xfrm>
            <a:off x="1188720" y="420624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ACCEPTANCE</a:t>
            </a:r>
            <a:endParaRPr lang="en-US" sz="1800"/>
          </a:p>
        </p:txBody>
      </p:sp>
      <p:sp>
        <p:nvSpPr>
          <p:cNvPr id="22" name="Text 20"/>
          <p:cNvSpPr/>
          <p:nvPr/>
        </p:nvSpPr>
        <p:spPr>
          <a:xfrm>
            <a:off x="1188720" y="452628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"He's getting married. At least that's one W."</a:t>
            </a:r>
            <a:endParaRPr lang="en-US" sz="1300"/>
          </a:p>
        </p:txBody>
      </p:sp>
      <p:pic>
        <p:nvPicPr>
          <p:cNvPr id="23" name="Picture 22">
            <a:extLst>
              <a:ext uri="{FF2B5EF4-FFF2-40B4-BE49-F238E27FC236}">
                <a16:creationId xmlns:a16="http://schemas.microsoft.com/office/drawing/2014/main" id="{9AD4D43D-8D59-A27B-2666-F486CC189803}"/>
              </a:ext>
            </a:extLst>
          </p:cNvPr>
          <p:cNvPicPr>
            <a:picLocks noChangeAspect="1"/>
          </p:cNvPicPr>
          <p:nvPr/>
        </p:nvPicPr>
        <p:blipFill>
          <a:blip r:embed="rId3"/>
          <a:stretch>
            <a:fillRect/>
          </a:stretch>
        </p:blipFill>
        <p:spPr>
          <a:xfrm>
            <a:off x="6378276" y="734785"/>
            <a:ext cx="2216748" cy="3951515"/>
          </a:xfrm>
          <a:prstGeom prst="rect">
            <a:avLst/>
          </a:prstGeom>
        </p:spPr>
      </p:pic>
    </p:spTree>
  </p:cSld>
  <p:clrMapOvr>
    <a:masterClrMapping/>
  </p:clrMapOvr>
  <p:transition spd="fast">
    <p:blinds dir="vert"/>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6D00">
                <a:alpha val="6000"/>
              </a:srgbClr>
            </a:solidFill>
          </a:ln>
        </p:spPr>
      </p:sp>
      <p:sp>
        <p:nvSpPr>
          <p:cNvPr id="501" name="d501"/>
          <p:cNvSpPr/>
          <p:nvPr/>
        </p:nvSpPr>
        <p:spPr>
          <a:xfrm>
            <a:off x="3672000" y="1671750"/>
            <a:ext cx="1800000" cy="1800000"/>
          </a:xfrm>
          <a:prstGeom prst="ellipse">
            <a:avLst/>
          </a:prstGeom>
          <a:noFill/>
          <a:ln w="25400">
            <a:solidFill>
              <a:srgbClr val="2196F3">
                <a:alpha val="4000"/>
              </a:srgbClr>
            </a:solidFill>
          </a:ln>
        </p:spPr>
      </p:sp>
      <p:sp>
        <p:nvSpPr>
          <p:cNvPr id="502" name="d502"/>
          <p:cNvSpPr/>
          <p:nvPr/>
        </p:nvSpPr>
        <p:spPr>
          <a:xfrm>
            <a:off x="0" y="0"/>
            <a:ext cx="9144000" cy="642937"/>
          </a:xfrm>
          <a:prstGeom prst="rect">
            <a:avLst/>
          </a:prstGeom>
          <a:solidFill>
            <a:srgbClr val="FF6D00">
              <a:alpha val="5000"/>
            </a:srgbClr>
          </a:solidFill>
          <a:ln>
            <a:noFill/>
          </a:ln>
        </p:spPr>
      </p:sp>
      <p:sp>
        <p:nvSpPr>
          <p:cNvPr id="503" name="d503"/>
          <p:cNvSpPr/>
          <p:nvPr/>
        </p:nvSpPr>
        <p:spPr>
          <a:xfrm>
            <a:off x="0" y="4500563"/>
            <a:ext cx="9144000" cy="642937"/>
          </a:xfrm>
          <a:prstGeom prst="rect">
            <a:avLst/>
          </a:prstGeom>
          <a:solidFill>
            <a:srgbClr val="2196F3">
              <a:alpha val="5000"/>
            </a:srgbClr>
          </a:solidFill>
          <a:ln>
            <a:noFill/>
          </a:ln>
        </p:spPr>
      </p:sp>
      <p:sp>
        <p:nvSpPr>
          <p:cNvPr id="504" name="d504"/>
          <p:cNvSpPr/>
          <p:nvPr/>
        </p:nvSpPr>
        <p:spPr>
          <a:xfrm>
            <a:off x="0" y="514350"/>
            <a:ext cx="200000" cy="200000"/>
          </a:xfrm>
          <a:prstGeom prst="ellipse">
            <a:avLst/>
          </a:prstGeom>
          <a:solidFill>
            <a:srgbClr val="00BCD4">
              <a:alpha val="8000"/>
            </a:srgbClr>
          </a:solidFill>
          <a:ln>
            <a:noFill/>
          </a:ln>
        </p:spPr>
      </p:sp>
      <p:sp>
        <p:nvSpPr>
          <p:cNvPr id="505" name="d505"/>
          <p:cNvSpPr/>
          <p:nvPr/>
        </p:nvSpPr>
        <p:spPr>
          <a:xfrm>
            <a:off x="1828800" y="514350"/>
            <a:ext cx="200000" cy="200000"/>
          </a:xfrm>
          <a:prstGeom prst="ellipse">
            <a:avLst/>
          </a:prstGeom>
          <a:solidFill>
            <a:srgbClr val="00BCD4">
              <a:alpha val="8000"/>
            </a:srgbClr>
          </a:solidFill>
          <a:ln>
            <a:noFill/>
          </a:ln>
        </p:spPr>
      </p:sp>
      <p:sp>
        <p:nvSpPr>
          <p:cNvPr id="506" name="d506"/>
          <p:cNvSpPr/>
          <p:nvPr/>
        </p:nvSpPr>
        <p:spPr>
          <a:xfrm>
            <a:off x="3657600" y="514350"/>
            <a:ext cx="200000" cy="200000"/>
          </a:xfrm>
          <a:prstGeom prst="ellipse">
            <a:avLst/>
          </a:prstGeom>
          <a:solidFill>
            <a:srgbClr val="00BCD4">
              <a:alpha val="8000"/>
            </a:srgbClr>
          </a:solidFill>
          <a:ln>
            <a:noFill/>
          </a:ln>
        </p:spPr>
      </p:sp>
      <p:sp>
        <p:nvSpPr>
          <p:cNvPr id="507" name="d507"/>
          <p:cNvSpPr/>
          <p:nvPr/>
        </p:nvSpPr>
        <p:spPr>
          <a:xfrm>
            <a:off x="5486400" y="514350"/>
            <a:ext cx="200000" cy="200000"/>
          </a:xfrm>
          <a:prstGeom prst="ellipse">
            <a:avLst/>
          </a:prstGeom>
          <a:solidFill>
            <a:srgbClr val="00BCD4">
              <a:alpha val="8000"/>
            </a:srgbClr>
          </a:solidFill>
          <a:ln>
            <a:noFill/>
          </a:ln>
        </p:spPr>
      </p:sp>
      <p:sp>
        <p:nvSpPr>
          <p:cNvPr id="508" name="d508"/>
          <p:cNvSpPr/>
          <p:nvPr/>
        </p:nvSpPr>
        <p:spPr>
          <a:xfrm>
            <a:off x="7315200" y="514350"/>
            <a:ext cx="200000" cy="200000"/>
          </a:xfrm>
          <a:prstGeom prst="ellipse">
            <a:avLst/>
          </a:prstGeom>
          <a:solidFill>
            <a:srgbClr val="00BCD4">
              <a:alpha val="8000"/>
            </a:srgbClr>
          </a:solidFill>
          <a:ln>
            <a:noFill/>
          </a:ln>
        </p:spPr>
      </p:sp>
      <p:sp>
        <p:nvSpPr>
          <p:cNvPr id="509" name="d509"/>
          <p:cNvSpPr/>
          <p:nvPr/>
        </p:nvSpPr>
        <p:spPr>
          <a:xfrm>
            <a:off x="914400" y="4371975"/>
            <a:ext cx="150000" cy="150000"/>
          </a:xfrm>
          <a:prstGeom prst="ellipse">
            <a:avLst/>
          </a:prstGeom>
          <a:solidFill>
            <a:srgbClr val="FF6D00">
              <a:alpha val="8000"/>
            </a:srgbClr>
          </a:solidFill>
          <a:ln>
            <a:noFill/>
          </a:ln>
        </p:spPr>
      </p:sp>
      <p:sp>
        <p:nvSpPr>
          <p:cNvPr id="510" name="d510"/>
          <p:cNvSpPr/>
          <p:nvPr/>
        </p:nvSpPr>
        <p:spPr>
          <a:xfrm>
            <a:off x="2743200" y="4371975"/>
            <a:ext cx="150000" cy="150000"/>
          </a:xfrm>
          <a:prstGeom prst="ellipse">
            <a:avLst/>
          </a:prstGeom>
          <a:solidFill>
            <a:srgbClr val="FF6D00">
              <a:alpha val="8000"/>
            </a:srgbClr>
          </a:solidFill>
          <a:ln>
            <a:noFill/>
          </a:ln>
        </p:spPr>
      </p:sp>
      <p:sp>
        <p:nvSpPr>
          <p:cNvPr id="511" name="d511"/>
          <p:cNvSpPr/>
          <p:nvPr/>
        </p:nvSpPr>
        <p:spPr>
          <a:xfrm>
            <a:off x="4572000" y="4371975"/>
            <a:ext cx="150000" cy="150000"/>
          </a:xfrm>
          <a:prstGeom prst="ellipse">
            <a:avLst/>
          </a:prstGeom>
          <a:solidFill>
            <a:srgbClr val="FF6D00">
              <a:alpha val="8000"/>
            </a:srgbClr>
          </a:solidFill>
          <a:ln>
            <a:noFill/>
          </a:ln>
        </p:spPr>
      </p:sp>
      <p:sp>
        <p:nvSpPr>
          <p:cNvPr id="512" name="d512"/>
          <p:cNvSpPr/>
          <p:nvPr/>
        </p:nvSpPr>
        <p:spPr>
          <a:xfrm>
            <a:off x="6400800" y="4371975"/>
            <a:ext cx="150000" cy="150000"/>
          </a:xfrm>
          <a:prstGeom prst="ellipse">
            <a:avLst/>
          </a:prstGeom>
          <a:solidFill>
            <a:srgbClr val="FF6D00">
              <a:alpha val="8000"/>
            </a:srgbClr>
          </a:solidFill>
          <a:ln>
            <a:noFill/>
          </a:ln>
        </p:spPr>
      </p:sp>
      <p:sp>
        <p:nvSpPr>
          <p:cNvPr id="513" name="d513"/>
          <p:cNvSpPr/>
          <p:nvPr/>
        </p:nvSpPr>
        <p:spPr>
          <a:xfrm>
            <a:off x="8229600" y="4371975"/>
            <a:ext cx="150000" cy="150000"/>
          </a:xfrm>
          <a:prstGeom prst="ellipse">
            <a:avLst/>
          </a:prstGeom>
          <a:solidFill>
            <a:srgbClr val="FF6D00">
              <a:alpha val="8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2196F3">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pitchFamily="34" charset="0"/>
                <a:ea typeface="Arial" pitchFamily="34" charset="-122"/>
                <a:cs typeface="Arial" pitchFamily="34" charset="-120"/>
              </a:rPr>
              <a:t>HIS GAMEPLAY SUMMARIZED</a:t>
            </a:r>
            <a:endParaRPr lang="en-US" sz="3600"/>
          </a:p>
        </p:txBody>
      </p:sp>
      <p:sp>
        <p:nvSpPr>
          <p:cNvPr id="3" name="Shape 1"/>
          <p:cNvSpPr/>
          <p:nvPr/>
        </p:nvSpPr>
        <p:spPr>
          <a:xfrm>
            <a:off x="1371600" y="1188720"/>
            <a:ext cx="6400800" cy="3200400"/>
          </a:xfrm>
          <a:prstGeom prst="roundRect">
            <a:avLst>
              <a:gd name="adj" fmla="val 4286"/>
            </a:avLst>
          </a:prstGeom>
          <a:solidFill>
            <a:srgbClr val="1A2332"/>
          </a:solidFill>
          <a:ln/>
          <a:effectLst>
            <a:outerShdw blurRad="152400" dist="50800" dir="2700000" algn="bl" rotWithShape="0">
              <a:srgbClr val="000000">
                <a:alpha val="40000"/>
              </a:srgbClr>
            </a:outerShdw>
          </a:effectLst>
        </p:spPr>
      </p:sp>
      <p:sp>
        <p:nvSpPr>
          <p:cNvPr id="4" name="Text 2"/>
          <p:cNvSpPr/>
          <p:nvPr/>
        </p:nvSpPr>
        <p:spPr>
          <a:xfrm>
            <a:off x="1371600" y="1371600"/>
            <a:ext cx="6400800" cy="1097280"/>
          </a:xfrm>
          <a:prstGeom prst="rect">
            <a:avLst/>
          </a:prstGeom>
          <a:noFill/>
          <a:ln/>
        </p:spPr>
        <p:txBody>
          <a:bodyPr wrap="square" lIns="0" tIns="0" rIns="0" bIns="0" rtlCol="0" anchor="ctr"/>
          <a:lstStyle/>
          <a:p>
            <a:pPr marL="0" indent="0" algn="ctr">
              <a:buNone/>
            </a:pPr>
            <a:r>
              <a:rPr lang="en-US" sz="6000">
                <a:solidFill>
                  <a:srgbClr val="000000"/>
                </a:solidFill>
              </a:rPr>
              <a:t>🚗💨</a:t>
            </a:r>
            <a:endParaRPr lang="en-US" sz="6000"/>
          </a:p>
        </p:txBody>
      </p:sp>
      <p:sp>
        <p:nvSpPr>
          <p:cNvPr id="5" name="Text 3"/>
          <p:cNvSpPr/>
          <p:nvPr/>
        </p:nvSpPr>
        <p:spPr>
          <a:xfrm>
            <a:off x="1371600" y="2286000"/>
            <a:ext cx="6400800" cy="914400"/>
          </a:xfrm>
          <a:prstGeom prst="rect">
            <a:avLst/>
          </a:prstGeom>
          <a:noFill/>
          <a:ln/>
        </p:spPr>
        <p:txBody>
          <a:bodyPr wrap="square" lIns="0" tIns="0" rIns="0" bIns="0" rtlCol="0" anchor="ctr"/>
          <a:lstStyle/>
          <a:p>
            <a:pPr marL="0" indent="0" algn="ctr">
              <a:lnSpc>
                <a:spcPct val="120000"/>
              </a:lnSpc>
              <a:buNone/>
            </a:pPr>
            <a:r>
              <a:rPr lang="en-US" sz="3600" b="1">
                <a:solidFill>
                  <a:srgbClr val="FFFFFF"/>
                </a:solidFill>
                <a:latin typeface="Courier New" pitchFamily="34" charset="0"/>
                <a:ea typeface="Courier New" pitchFamily="34" charset="-122"/>
                <a:cs typeface="Courier New" pitchFamily="34" charset="-120"/>
              </a:rPr>
              <a:t>BALL: →</a:t>
            </a:r>
            <a:endParaRPr lang="en-US" sz="3600"/>
          </a:p>
          <a:p>
            <a:pPr marL="0" indent="0" algn="ctr">
              <a:lnSpc>
                <a:spcPct val="120000"/>
              </a:lnSpc>
              <a:buNone/>
            </a:pPr>
            <a:r>
              <a:rPr lang="en-US" sz="3600" b="1">
                <a:solidFill>
                  <a:srgbClr val="FFFFFF"/>
                </a:solidFill>
                <a:latin typeface="Courier New" pitchFamily="34" charset="0"/>
                <a:ea typeface="Courier New" pitchFamily="34" charset="-122"/>
                <a:cs typeface="Courier New" pitchFamily="34" charset="-120"/>
              </a:rPr>
              <a:t>HIM: ←</a:t>
            </a:r>
            <a:endParaRPr lang="en-US" sz="3600"/>
          </a:p>
        </p:txBody>
      </p:sp>
      <p:sp>
        <p:nvSpPr>
          <p:cNvPr id="6" name="Text 4"/>
          <p:cNvSpPr/>
          <p:nvPr/>
        </p:nvSpPr>
        <p:spPr>
          <a:xfrm>
            <a:off x="1371600" y="3291840"/>
            <a:ext cx="6400800" cy="548640"/>
          </a:xfrm>
          <a:prstGeom prst="rect">
            <a:avLst/>
          </a:prstGeom>
          <a:noFill/>
          <a:ln/>
        </p:spPr>
        <p:txBody>
          <a:bodyPr wrap="square" lIns="0" tIns="0" rIns="0" bIns="0" rtlCol="0" anchor="ctr"/>
          <a:lstStyle/>
          <a:p>
            <a:pPr marL="0" indent="0" algn="ctr">
              <a:buNone/>
            </a:pPr>
            <a:r>
              <a:rPr lang="en-US" sz="2000" i="1">
                <a:solidFill>
                  <a:srgbClr val="B0BEC5"/>
                </a:solidFill>
                <a:latin typeface="Arial"/>
                <a:ea typeface="Arial" pitchFamily="34" charset="-122"/>
                <a:cs typeface="Arial"/>
              </a:rPr>
              <a:t>"I </a:t>
            </a:r>
            <a:r>
              <a:rPr lang="en-US" sz="2000" i="1" err="1">
                <a:solidFill>
                  <a:srgbClr val="B0BEC5"/>
                </a:solidFill>
                <a:latin typeface="Arial"/>
                <a:ea typeface="Arial" pitchFamily="34" charset="-122"/>
                <a:cs typeface="Arial"/>
              </a:rPr>
              <a:t>nee</a:t>
            </a:r>
            <a:r>
              <a:rPr lang="en-US" sz="2000" i="1">
                <a:solidFill>
                  <a:srgbClr val="B0BEC5"/>
                </a:solidFill>
                <a:latin typeface="Arial"/>
                <a:ea typeface="Arial" pitchFamily="34" charset="-122"/>
                <a:cs typeface="Arial"/>
              </a:rPr>
              <a:t>d boost"</a:t>
            </a:r>
            <a:endParaRPr lang="en-US" sz="2000">
              <a:latin typeface="Arial"/>
              <a:cs typeface="Arial"/>
            </a:endParaRPr>
          </a:p>
        </p:txBody>
      </p:sp>
      <p:sp>
        <p:nvSpPr>
          <p:cNvPr id="7" name="Text 5"/>
          <p:cNvSpPr/>
          <p:nvPr/>
        </p:nvSpPr>
        <p:spPr>
          <a:xfrm>
            <a:off x="1371600" y="3794760"/>
            <a:ext cx="6400800" cy="457200"/>
          </a:xfrm>
          <a:prstGeom prst="rect">
            <a:avLst/>
          </a:prstGeom>
          <a:noFill/>
          <a:ln/>
        </p:spPr>
        <p:txBody>
          <a:bodyPr wrap="square" lIns="0" tIns="0" rIns="0" bIns="0" rtlCol="0" anchor="ctr"/>
          <a:lstStyle/>
          <a:p>
            <a:pPr marL="0" indent="0" algn="ctr">
              <a:buNone/>
            </a:pPr>
            <a:r>
              <a:rPr lang="en-US" sz="1400" i="1">
                <a:solidFill>
                  <a:srgbClr val="00BCD4"/>
                </a:solidFill>
                <a:latin typeface="Arial"/>
                <a:ea typeface="Arial" pitchFamily="34" charset="-122"/>
                <a:cs typeface="Arial"/>
              </a:rPr>
              <a:t> He did not need boost.</a:t>
            </a:r>
            <a:endParaRPr lang="en-US" sz="1400">
              <a:latin typeface="Arial"/>
              <a:cs typeface="Arial"/>
            </a:endParaRPr>
          </a:p>
        </p:txBody>
      </p:sp>
    </p:spTree>
  </p:cSld>
  <p:clrMapOvr>
    <a:masterClrMapping/>
  </p:clrMapOvr>
  <p:transition spd="fast">
    <p:newsflash/>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2196F3">
                <a:alpha val="6000"/>
              </a:srgbClr>
            </a:solidFill>
          </a:ln>
        </p:spPr>
      </p:sp>
      <p:sp>
        <p:nvSpPr>
          <p:cNvPr id="501" name="d501"/>
          <p:cNvSpPr/>
          <p:nvPr/>
        </p:nvSpPr>
        <p:spPr>
          <a:xfrm>
            <a:off x="3672000" y="1671750"/>
            <a:ext cx="1800000" cy="18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2196F3">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FF6D00">
              <a:alpha val="8000"/>
            </a:srgbClr>
          </a:solidFill>
          <a:ln>
            <a:noFill/>
          </a:ln>
        </p:spPr>
      </p:sp>
      <p:sp>
        <p:nvSpPr>
          <p:cNvPr id="505" name="d505"/>
          <p:cNvSpPr/>
          <p:nvPr/>
        </p:nvSpPr>
        <p:spPr>
          <a:xfrm>
            <a:off x="1828800" y="514350"/>
            <a:ext cx="200000" cy="200000"/>
          </a:xfrm>
          <a:prstGeom prst="ellipse">
            <a:avLst/>
          </a:prstGeom>
          <a:solidFill>
            <a:srgbClr val="FF6D00">
              <a:alpha val="8000"/>
            </a:srgbClr>
          </a:solidFill>
          <a:ln>
            <a:noFill/>
          </a:ln>
        </p:spPr>
      </p:sp>
      <p:sp>
        <p:nvSpPr>
          <p:cNvPr id="506" name="d506"/>
          <p:cNvSpPr/>
          <p:nvPr/>
        </p:nvSpPr>
        <p:spPr>
          <a:xfrm>
            <a:off x="3657600" y="514350"/>
            <a:ext cx="200000" cy="200000"/>
          </a:xfrm>
          <a:prstGeom prst="ellipse">
            <a:avLst/>
          </a:prstGeom>
          <a:solidFill>
            <a:srgbClr val="FF6D00">
              <a:alpha val="8000"/>
            </a:srgbClr>
          </a:solidFill>
          <a:ln>
            <a:noFill/>
          </a:ln>
        </p:spPr>
      </p:sp>
      <p:sp>
        <p:nvSpPr>
          <p:cNvPr id="507" name="d507"/>
          <p:cNvSpPr/>
          <p:nvPr/>
        </p:nvSpPr>
        <p:spPr>
          <a:xfrm>
            <a:off x="5486400" y="514350"/>
            <a:ext cx="200000" cy="200000"/>
          </a:xfrm>
          <a:prstGeom prst="ellipse">
            <a:avLst/>
          </a:prstGeom>
          <a:solidFill>
            <a:srgbClr val="FF6D00">
              <a:alpha val="8000"/>
            </a:srgbClr>
          </a:solidFill>
          <a:ln>
            <a:noFill/>
          </a:ln>
        </p:spPr>
      </p:sp>
      <p:sp>
        <p:nvSpPr>
          <p:cNvPr id="508" name="d508"/>
          <p:cNvSpPr/>
          <p:nvPr/>
        </p:nvSpPr>
        <p:spPr>
          <a:xfrm>
            <a:off x="7315200" y="514350"/>
            <a:ext cx="200000" cy="200000"/>
          </a:xfrm>
          <a:prstGeom prst="ellipse">
            <a:avLst/>
          </a:prstGeom>
          <a:solidFill>
            <a:srgbClr val="FF6D00">
              <a:alpha val="8000"/>
            </a:srgbClr>
          </a:solidFill>
          <a:ln>
            <a:noFill/>
          </a:ln>
        </p:spPr>
      </p:sp>
      <p:sp>
        <p:nvSpPr>
          <p:cNvPr id="509" name="d509"/>
          <p:cNvSpPr/>
          <p:nvPr/>
        </p:nvSpPr>
        <p:spPr>
          <a:xfrm>
            <a:off x="914400" y="4371975"/>
            <a:ext cx="150000" cy="150000"/>
          </a:xfrm>
          <a:prstGeom prst="ellipse">
            <a:avLst/>
          </a:prstGeom>
          <a:solidFill>
            <a:srgbClr val="2196F3">
              <a:alpha val="8000"/>
            </a:srgbClr>
          </a:solidFill>
          <a:ln>
            <a:noFill/>
          </a:ln>
        </p:spPr>
      </p:sp>
      <p:sp>
        <p:nvSpPr>
          <p:cNvPr id="510" name="d510"/>
          <p:cNvSpPr/>
          <p:nvPr/>
        </p:nvSpPr>
        <p:spPr>
          <a:xfrm>
            <a:off x="2743200" y="4371975"/>
            <a:ext cx="150000" cy="150000"/>
          </a:xfrm>
          <a:prstGeom prst="ellipse">
            <a:avLst/>
          </a:prstGeom>
          <a:solidFill>
            <a:srgbClr val="2196F3">
              <a:alpha val="8000"/>
            </a:srgbClr>
          </a:solidFill>
          <a:ln>
            <a:noFill/>
          </a:ln>
        </p:spPr>
      </p:sp>
      <p:sp>
        <p:nvSpPr>
          <p:cNvPr id="511" name="d511"/>
          <p:cNvSpPr/>
          <p:nvPr/>
        </p:nvSpPr>
        <p:spPr>
          <a:xfrm>
            <a:off x="4572000" y="4371975"/>
            <a:ext cx="150000" cy="150000"/>
          </a:xfrm>
          <a:prstGeom prst="ellipse">
            <a:avLst/>
          </a:prstGeom>
          <a:solidFill>
            <a:srgbClr val="2196F3">
              <a:alpha val="8000"/>
            </a:srgbClr>
          </a:solidFill>
          <a:ln>
            <a:noFill/>
          </a:ln>
        </p:spPr>
      </p:sp>
      <p:sp>
        <p:nvSpPr>
          <p:cNvPr id="512" name="d512"/>
          <p:cNvSpPr/>
          <p:nvPr/>
        </p:nvSpPr>
        <p:spPr>
          <a:xfrm>
            <a:off x="6400800" y="4371975"/>
            <a:ext cx="150000" cy="150000"/>
          </a:xfrm>
          <a:prstGeom prst="ellipse">
            <a:avLst/>
          </a:prstGeom>
          <a:solidFill>
            <a:srgbClr val="2196F3">
              <a:alpha val="8000"/>
            </a:srgbClr>
          </a:solidFill>
          <a:ln>
            <a:noFill/>
          </a:ln>
        </p:spPr>
      </p:sp>
      <p:sp>
        <p:nvSpPr>
          <p:cNvPr id="513" name="d513"/>
          <p:cNvSpPr/>
          <p:nvPr/>
        </p:nvSpPr>
        <p:spPr>
          <a:xfrm>
            <a:off x="8229600" y="4371975"/>
            <a:ext cx="150000" cy="150000"/>
          </a:xfrm>
          <a:prstGeom prst="ellipse">
            <a:avLst/>
          </a:prstGeom>
          <a:solidFill>
            <a:srgbClr val="2196F3">
              <a:alpha val="8000"/>
            </a:srgbClr>
          </a:solidFill>
          <a:ln>
            <a:noFill/>
          </a:ln>
        </p:spPr>
      </p:sp>
      <p:sp>
        <p:nvSpPr>
          <p:cNvPr id="514" name="d514"/>
          <p:cNvSpPr/>
          <p:nvPr/>
        </p:nvSpPr>
        <p:spPr>
          <a:xfrm>
            <a:off x="4272000" y="10000"/>
            <a:ext cx="600000" cy="300000"/>
          </a:xfrm>
          <a:prstGeom prst="diamond">
            <a:avLst/>
          </a:prstGeom>
          <a:solidFill>
            <a:srgbClr val="FF6D00">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400" b="1">
                <a:solidFill>
                  <a:srgbClr val="FF6D00"/>
                </a:solidFill>
                <a:latin typeface="Arial" pitchFamily="34" charset="0"/>
                <a:ea typeface="Arial" pitchFamily="34" charset="-122"/>
                <a:cs typeface="Arial" pitchFamily="34" charset="-120"/>
              </a:rPr>
              <a:t>OFFICIAL SCOUTING REPORT</a:t>
            </a:r>
            <a:endParaRPr lang="en-US" sz="3400"/>
          </a:p>
        </p:txBody>
      </p:sp>
      <p:sp>
        <p:nvSpPr>
          <p:cNvPr id="3" name="Text 1"/>
          <p:cNvSpPr/>
          <p:nvPr/>
        </p:nvSpPr>
        <p:spPr>
          <a:xfrm>
            <a:off x="457200" y="1097280"/>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Speed</a:t>
            </a:r>
            <a:endParaRPr lang="en-US" sz="1300"/>
          </a:p>
        </p:txBody>
      </p:sp>
      <p:sp>
        <p:nvSpPr>
          <p:cNvPr id="4" name="Shape 2"/>
          <p:cNvSpPr/>
          <p:nvPr/>
        </p:nvSpPr>
        <p:spPr>
          <a:xfrm>
            <a:off x="3200400" y="1143000"/>
            <a:ext cx="5029200" cy="292608"/>
          </a:xfrm>
          <a:prstGeom prst="roundRect">
            <a:avLst>
              <a:gd name="adj" fmla="val 12500"/>
            </a:avLst>
          </a:prstGeom>
          <a:solidFill>
            <a:srgbClr val="2A3A4E"/>
          </a:solidFill>
          <a:ln/>
        </p:spPr>
      </p:sp>
      <p:sp>
        <p:nvSpPr>
          <p:cNvPr id="5" name="Shape 3"/>
          <p:cNvSpPr/>
          <p:nvPr/>
        </p:nvSpPr>
        <p:spPr>
          <a:xfrm>
            <a:off x="3200400" y="1143000"/>
            <a:ext cx="4274820" cy="292608"/>
          </a:xfrm>
          <a:prstGeom prst="roundRect">
            <a:avLst>
              <a:gd name="adj" fmla="val 12500"/>
            </a:avLst>
          </a:prstGeom>
          <a:solidFill>
            <a:srgbClr val="2196F3"/>
          </a:solidFill>
          <a:ln/>
        </p:spPr>
      </p:sp>
      <p:sp>
        <p:nvSpPr>
          <p:cNvPr id="6" name="Text 4"/>
          <p:cNvSpPr/>
          <p:nvPr/>
        </p:nvSpPr>
        <p:spPr>
          <a:xfrm>
            <a:off x="3200400" y="1143000"/>
            <a:ext cx="427482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85%</a:t>
            </a:r>
            <a:endParaRPr lang="en-US" sz="1000"/>
          </a:p>
        </p:txBody>
      </p:sp>
      <p:sp>
        <p:nvSpPr>
          <p:cNvPr id="7" name="Text 5"/>
          <p:cNvSpPr/>
          <p:nvPr/>
        </p:nvSpPr>
        <p:spPr>
          <a:xfrm>
            <a:off x="457200" y="1572768"/>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Accuracy</a:t>
            </a:r>
            <a:endParaRPr lang="en-US" sz="1300"/>
          </a:p>
        </p:txBody>
      </p:sp>
      <p:sp>
        <p:nvSpPr>
          <p:cNvPr id="8" name="Shape 6"/>
          <p:cNvSpPr/>
          <p:nvPr/>
        </p:nvSpPr>
        <p:spPr>
          <a:xfrm>
            <a:off x="3200400" y="1618488"/>
            <a:ext cx="5029200" cy="292608"/>
          </a:xfrm>
          <a:prstGeom prst="roundRect">
            <a:avLst>
              <a:gd name="adj" fmla="val 12500"/>
            </a:avLst>
          </a:prstGeom>
          <a:solidFill>
            <a:srgbClr val="2A3A4E"/>
          </a:solidFill>
          <a:ln/>
        </p:spPr>
      </p:sp>
      <p:sp>
        <p:nvSpPr>
          <p:cNvPr id="9" name="Shape 7"/>
          <p:cNvSpPr/>
          <p:nvPr/>
        </p:nvSpPr>
        <p:spPr>
          <a:xfrm>
            <a:off x="3200400" y="1618488"/>
            <a:ext cx="402336" cy="292608"/>
          </a:xfrm>
          <a:prstGeom prst="roundRect">
            <a:avLst>
              <a:gd name="adj" fmla="val 12500"/>
            </a:avLst>
          </a:prstGeom>
          <a:solidFill>
            <a:srgbClr val="2196F3"/>
          </a:solidFill>
          <a:ln/>
        </p:spPr>
      </p:sp>
      <p:sp>
        <p:nvSpPr>
          <p:cNvPr id="10" name="Text 8"/>
          <p:cNvSpPr/>
          <p:nvPr/>
        </p:nvSpPr>
        <p:spPr>
          <a:xfrm>
            <a:off x="3200400" y="1618488"/>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8%</a:t>
            </a:r>
            <a:endParaRPr lang="en-US" sz="1000"/>
          </a:p>
        </p:txBody>
      </p:sp>
      <p:sp>
        <p:nvSpPr>
          <p:cNvPr id="11" name="Text 9"/>
          <p:cNvSpPr/>
          <p:nvPr/>
        </p:nvSpPr>
        <p:spPr>
          <a:xfrm>
            <a:off x="457200" y="2048256"/>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Ball Chasing</a:t>
            </a:r>
            <a:endParaRPr lang="en-US" sz="1300"/>
          </a:p>
        </p:txBody>
      </p:sp>
      <p:sp>
        <p:nvSpPr>
          <p:cNvPr id="12" name="Shape 10"/>
          <p:cNvSpPr/>
          <p:nvPr/>
        </p:nvSpPr>
        <p:spPr>
          <a:xfrm>
            <a:off x="3200400" y="2093976"/>
            <a:ext cx="5029200" cy="292608"/>
          </a:xfrm>
          <a:prstGeom prst="roundRect">
            <a:avLst>
              <a:gd name="adj" fmla="val 12500"/>
            </a:avLst>
          </a:prstGeom>
          <a:solidFill>
            <a:srgbClr val="2A3A4E"/>
          </a:solidFill>
          <a:ln/>
        </p:spPr>
      </p:sp>
      <p:sp>
        <p:nvSpPr>
          <p:cNvPr id="13" name="Shape 11"/>
          <p:cNvSpPr/>
          <p:nvPr/>
        </p:nvSpPr>
        <p:spPr>
          <a:xfrm>
            <a:off x="3200400" y="2093976"/>
            <a:ext cx="4978908" cy="292608"/>
          </a:xfrm>
          <a:prstGeom prst="roundRect">
            <a:avLst>
              <a:gd name="adj" fmla="val 12500"/>
            </a:avLst>
          </a:prstGeom>
          <a:solidFill>
            <a:srgbClr val="FF6D00"/>
          </a:solidFill>
          <a:ln/>
        </p:spPr>
      </p:sp>
      <p:sp>
        <p:nvSpPr>
          <p:cNvPr id="14" name="Text 12"/>
          <p:cNvSpPr/>
          <p:nvPr/>
        </p:nvSpPr>
        <p:spPr>
          <a:xfrm>
            <a:off x="3200400" y="2093976"/>
            <a:ext cx="4978908"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99%</a:t>
            </a:r>
            <a:endParaRPr lang="en-US" sz="1000"/>
          </a:p>
        </p:txBody>
      </p:sp>
      <p:sp>
        <p:nvSpPr>
          <p:cNvPr id="15" name="Text 13"/>
          <p:cNvSpPr/>
          <p:nvPr/>
        </p:nvSpPr>
        <p:spPr>
          <a:xfrm>
            <a:off x="457200" y="2523744"/>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Rotation</a:t>
            </a:r>
            <a:endParaRPr lang="en-US" sz="1300"/>
          </a:p>
        </p:txBody>
      </p:sp>
      <p:sp>
        <p:nvSpPr>
          <p:cNvPr id="16" name="Shape 14"/>
          <p:cNvSpPr/>
          <p:nvPr/>
        </p:nvSpPr>
        <p:spPr>
          <a:xfrm>
            <a:off x="3200400" y="2569464"/>
            <a:ext cx="5029200" cy="292608"/>
          </a:xfrm>
          <a:prstGeom prst="roundRect">
            <a:avLst>
              <a:gd name="adj" fmla="val 12500"/>
            </a:avLst>
          </a:prstGeom>
          <a:solidFill>
            <a:srgbClr val="2A3A4E"/>
          </a:solidFill>
          <a:ln/>
        </p:spPr>
      </p:sp>
      <p:sp>
        <p:nvSpPr>
          <p:cNvPr id="17" name="Shape 15"/>
          <p:cNvSpPr/>
          <p:nvPr/>
        </p:nvSpPr>
        <p:spPr>
          <a:xfrm>
            <a:off x="3200400" y="2569464"/>
            <a:ext cx="251460" cy="292608"/>
          </a:xfrm>
          <a:prstGeom prst="roundRect">
            <a:avLst>
              <a:gd name="adj" fmla="val 14545"/>
            </a:avLst>
          </a:prstGeom>
          <a:solidFill>
            <a:srgbClr val="2196F3"/>
          </a:solidFill>
          <a:ln/>
        </p:spPr>
      </p:sp>
      <p:sp>
        <p:nvSpPr>
          <p:cNvPr id="18" name="Text 16"/>
          <p:cNvSpPr/>
          <p:nvPr/>
        </p:nvSpPr>
        <p:spPr>
          <a:xfrm>
            <a:off x="3200400" y="2569464"/>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5%</a:t>
            </a:r>
            <a:endParaRPr lang="en-US" sz="1000"/>
          </a:p>
        </p:txBody>
      </p:sp>
      <p:sp>
        <p:nvSpPr>
          <p:cNvPr id="19" name="Text 17"/>
          <p:cNvSpPr/>
          <p:nvPr/>
        </p:nvSpPr>
        <p:spPr>
          <a:xfrm>
            <a:off x="457200" y="2999232"/>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Toxicity</a:t>
            </a:r>
            <a:endParaRPr lang="en-US" sz="1300"/>
          </a:p>
        </p:txBody>
      </p:sp>
      <p:sp>
        <p:nvSpPr>
          <p:cNvPr id="20" name="Shape 18"/>
          <p:cNvSpPr/>
          <p:nvPr/>
        </p:nvSpPr>
        <p:spPr>
          <a:xfrm>
            <a:off x="3200400" y="3044952"/>
            <a:ext cx="5029200" cy="292608"/>
          </a:xfrm>
          <a:prstGeom prst="roundRect">
            <a:avLst>
              <a:gd name="adj" fmla="val 12500"/>
            </a:avLst>
          </a:prstGeom>
          <a:solidFill>
            <a:srgbClr val="2A3A4E"/>
          </a:solidFill>
          <a:ln/>
        </p:spPr>
      </p:sp>
      <p:sp>
        <p:nvSpPr>
          <p:cNvPr id="21" name="Shape 19"/>
          <p:cNvSpPr/>
          <p:nvPr/>
        </p:nvSpPr>
        <p:spPr>
          <a:xfrm>
            <a:off x="3200400" y="3044952"/>
            <a:ext cx="4626864" cy="292608"/>
          </a:xfrm>
          <a:prstGeom prst="roundRect">
            <a:avLst>
              <a:gd name="adj" fmla="val 12500"/>
            </a:avLst>
          </a:prstGeom>
          <a:solidFill>
            <a:srgbClr val="FF6D00"/>
          </a:solidFill>
          <a:ln/>
        </p:spPr>
      </p:sp>
      <p:sp>
        <p:nvSpPr>
          <p:cNvPr id="22" name="Text 20"/>
          <p:cNvSpPr/>
          <p:nvPr/>
        </p:nvSpPr>
        <p:spPr>
          <a:xfrm>
            <a:off x="3200400" y="3044952"/>
            <a:ext cx="4626864"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92%</a:t>
            </a:r>
            <a:endParaRPr lang="en-US" sz="1000"/>
          </a:p>
        </p:txBody>
      </p:sp>
      <p:sp>
        <p:nvSpPr>
          <p:cNvPr id="23" name="Text 21"/>
          <p:cNvSpPr/>
          <p:nvPr/>
        </p:nvSpPr>
        <p:spPr>
          <a:xfrm>
            <a:off x="457200" y="3474720"/>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Blaming Teammates</a:t>
            </a:r>
            <a:endParaRPr lang="en-US" sz="1300"/>
          </a:p>
        </p:txBody>
      </p:sp>
      <p:sp>
        <p:nvSpPr>
          <p:cNvPr id="24" name="Shape 22"/>
          <p:cNvSpPr/>
          <p:nvPr/>
        </p:nvSpPr>
        <p:spPr>
          <a:xfrm>
            <a:off x="3200400" y="3520440"/>
            <a:ext cx="5029200" cy="292608"/>
          </a:xfrm>
          <a:prstGeom prst="roundRect">
            <a:avLst>
              <a:gd name="adj" fmla="val 12500"/>
            </a:avLst>
          </a:prstGeom>
          <a:solidFill>
            <a:srgbClr val="2A3A4E"/>
          </a:solidFill>
          <a:ln/>
        </p:spPr>
      </p:sp>
      <p:sp>
        <p:nvSpPr>
          <p:cNvPr id="25" name="Shape 23"/>
          <p:cNvSpPr/>
          <p:nvPr/>
        </p:nvSpPr>
        <p:spPr>
          <a:xfrm>
            <a:off x="3200400" y="3520440"/>
            <a:ext cx="4878324" cy="292608"/>
          </a:xfrm>
          <a:prstGeom prst="roundRect">
            <a:avLst>
              <a:gd name="adj" fmla="val 12500"/>
            </a:avLst>
          </a:prstGeom>
          <a:solidFill>
            <a:srgbClr val="FF6D00"/>
          </a:solidFill>
          <a:ln/>
        </p:spPr>
      </p:sp>
      <p:sp>
        <p:nvSpPr>
          <p:cNvPr id="26" name="Text 24"/>
          <p:cNvSpPr/>
          <p:nvPr/>
        </p:nvSpPr>
        <p:spPr>
          <a:xfrm>
            <a:off x="3200400" y="3520440"/>
            <a:ext cx="4878324"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97%</a:t>
            </a:r>
            <a:endParaRPr lang="en-US" sz="1000"/>
          </a:p>
        </p:txBody>
      </p:sp>
      <p:sp>
        <p:nvSpPr>
          <p:cNvPr id="27" name="Text 25"/>
          <p:cNvSpPr/>
          <p:nvPr/>
        </p:nvSpPr>
        <p:spPr>
          <a:xfrm>
            <a:off x="457200" y="3950208"/>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Actual Skill</a:t>
            </a:r>
            <a:endParaRPr lang="en-US" sz="1300"/>
          </a:p>
        </p:txBody>
      </p:sp>
      <p:sp>
        <p:nvSpPr>
          <p:cNvPr id="28" name="Shape 26"/>
          <p:cNvSpPr/>
          <p:nvPr/>
        </p:nvSpPr>
        <p:spPr>
          <a:xfrm>
            <a:off x="3200400" y="3995928"/>
            <a:ext cx="5029200" cy="292608"/>
          </a:xfrm>
          <a:prstGeom prst="roundRect">
            <a:avLst>
              <a:gd name="adj" fmla="val 12500"/>
            </a:avLst>
          </a:prstGeom>
          <a:solidFill>
            <a:srgbClr val="2A3A4E"/>
          </a:solidFill>
          <a:ln/>
        </p:spPr>
      </p:sp>
      <p:sp>
        <p:nvSpPr>
          <p:cNvPr id="29" name="Shape 27"/>
          <p:cNvSpPr/>
          <p:nvPr/>
        </p:nvSpPr>
        <p:spPr>
          <a:xfrm>
            <a:off x="3200400" y="3995928"/>
            <a:ext cx="182880" cy="292608"/>
          </a:xfrm>
          <a:prstGeom prst="roundRect">
            <a:avLst>
              <a:gd name="adj" fmla="val 20000"/>
            </a:avLst>
          </a:prstGeom>
          <a:solidFill>
            <a:srgbClr val="2196F3"/>
          </a:solidFill>
          <a:ln/>
        </p:spPr>
      </p:sp>
      <p:sp>
        <p:nvSpPr>
          <p:cNvPr id="30" name="Text 28"/>
          <p:cNvSpPr/>
          <p:nvPr/>
        </p:nvSpPr>
        <p:spPr>
          <a:xfrm>
            <a:off x="3200400" y="3995928"/>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3%</a:t>
            </a:r>
            <a:endParaRPr lang="en-US" sz="1000"/>
          </a:p>
        </p:txBody>
      </p:sp>
      <p:sp>
        <p:nvSpPr>
          <p:cNvPr id="31" name="Text 29"/>
          <p:cNvSpPr/>
          <p:nvPr/>
        </p:nvSpPr>
        <p:spPr>
          <a:xfrm>
            <a:off x="457200" y="4425696"/>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Heart &amp; Passion</a:t>
            </a:r>
            <a:endParaRPr lang="en-US" sz="1300"/>
          </a:p>
        </p:txBody>
      </p:sp>
      <p:sp>
        <p:nvSpPr>
          <p:cNvPr id="32" name="Shape 30"/>
          <p:cNvSpPr/>
          <p:nvPr/>
        </p:nvSpPr>
        <p:spPr>
          <a:xfrm>
            <a:off x="3200400" y="4471416"/>
            <a:ext cx="5029200" cy="292608"/>
          </a:xfrm>
          <a:prstGeom prst="roundRect">
            <a:avLst>
              <a:gd name="adj" fmla="val 12500"/>
            </a:avLst>
          </a:prstGeom>
          <a:solidFill>
            <a:srgbClr val="2A3A4E"/>
          </a:solidFill>
          <a:ln/>
        </p:spPr>
      </p:sp>
      <p:sp>
        <p:nvSpPr>
          <p:cNvPr id="33" name="Shape 31"/>
          <p:cNvSpPr/>
          <p:nvPr/>
        </p:nvSpPr>
        <p:spPr>
          <a:xfrm>
            <a:off x="3200400" y="4471416"/>
            <a:ext cx="5029200" cy="292608"/>
          </a:xfrm>
          <a:prstGeom prst="roundRect">
            <a:avLst>
              <a:gd name="adj" fmla="val 12500"/>
            </a:avLst>
          </a:prstGeom>
          <a:solidFill>
            <a:srgbClr val="00BCD4"/>
          </a:solidFill>
          <a:ln/>
        </p:spPr>
      </p:sp>
      <p:sp>
        <p:nvSpPr>
          <p:cNvPr id="34" name="Text 32"/>
          <p:cNvSpPr/>
          <p:nvPr/>
        </p:nvSpPr>
        <p:spPr>
          <a:xfrm>
            <a:off x="3200400" y="4471416"/>
            <a:ext cx="502920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100%</a:t>
            </a:r>
            <a:endParaRPr lang="en-US" sz="1000"/>
          </a:p>
        </p:txBody>
      </p:sp>
    </p:spTree>
  </p:cSld>
  <p:clrMapOvr>
    <a:masterClrMapping/>
  </p:clrMapOvr>
  <p:transition spd="med">
    <p:circle/>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6000"/>
              </a:srgbClr>
            </a:solidFill>
          </a:ln>
        </p:spPr>
      </p:sp>
      <p:sp>
        <p:nvSpPr>
          <p:cNvPr id="501" name="d501"/>
          <p:cNvSpPr/>
          <p:nvPr/>
        </p:nvSpPr>
        <p:spPr>
          <a:xfrm>
            <a:off x="3672000" y="1671750"/>
            <a:ext cx="1800000" cy="18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FF6D00">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00BCD4">
              <a:alpha val="8000"/>
            </a:srgbClr>
          </a:solidFill>
          <a:ln>
            <a:noFill/>
          </a:ln>
        </p:spPr>
      </p:sp>
      <p:sp>
        <p:nvSpPr>
          <p:cNvPr id="510" name="d510"/>
          <p:cNvSpPr/>
          <p:nvPr/>
        </p:nvSpPr>
        <p:spPr>
          <a:xfrm>
            <a:off x="2743200" y="4371975"/>
            <a:ext cx="150000" cy="150000"/>
          </a:xfrm>
          <a:prstGeom prst="ellipse">
            <a:avLst/>
          </a:prstGeom>
          <a:solidFill>
            <a:srgbClr val="00BCD4">
              <a:alpha val="8000"/>
            </a:srgbClr>
          </a:solidFill>
          <a:ln>
            <a:noFill/>
          </a:ln>
        </p:spPr>
      </p:sp>
      <p:sp>
        <p:nvSpPr>
          <p:cNvPr id="511" name="d511"/>
          <p:cNvSpPr/>
          <p:nvPr/>
        </p:nvSpPr>
        <p:spPr>
          <a:xfrm>
            <a:off x="4572000" y="4371975"/>
            <a:ext cx="150000" cy="150000"/>
          </a:xfrm>
          <a:prstGeom prst="ellipse">
            <a:avLst/>
          </a:prstGeom>
          <a:solidFill>
            <a:srgbClr val="00BCD4">
              <a:alpha val="8000"/>
            </a:srgbClr>
          </a:solidFill>
          <a:ln>
            <a:noFill/>
          </a:ln>
        </p:spPr>
      </p:sp>
      <p:sp>
        <p:nvSpPr>
          <p:cNvPr id="512" name="d512"/>
          <p:cNvSpPr/>
          <p:nvPr/>
        </p:nvSpPr>
        <p:spPr>
          <a:xfrm>
            <a:off x="6400800" y="4371975"/>
            <a:ext cx="150000" cy="150000"/>
          </a:xfrm>
          <a:prstGeom prst="ellipse">
            <a:avLst/>
          </a:prstGeom>
          <a:solidFill>
            <a:srgbClr val="00BCD4">
              <a:alpha val="8000"/>
            </a:srgbClr>
          </a:solidFill>
          <a:ln>
            <a:noFill/>
          </a:ln>
        </p:spPr>
      </p:sp>
      <p:sp>
        <p:nvSpPr>
          <p:cNvPr id="513" name="d513"/>
          <p:cNvSpPr/>
          <p:nvPr/>
        </p:nvSpPr>
        <p:spPr>
          <a:xfrm>
            <a:off x="8229600" y="4371975"/>
            <a:ext cx="150000" cy="150000"/>
          </a:xfrm>
          <a:prstGeom prst="ellipse">
            <a:avLst/>
          </a:prstGeom>
          <a:solidFill>
            <a:srgbClr val="00BCD4">
              <a:alpha val="8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FF6D00">
              <a:alpha val="10000"/>
            </a:srgbClr>
          </a:solidFill>
          <a:ln>
            <a:noFill/>
          </a:ln>
        </p:spPr>
      </p:sp>
      <p:sp>
        <p:nvSpPr>
          <p:cNvPr id="2" name="Shape 0"/>
          <p:cNvSpPr/>
          <p:nvPr/>
        </p:nvSpPr>
        <p:spPr>
          <a:xfrm>
            <a:off x="-914400" y="-914400"/>
            <a:ext cx="3200400" cy="3200400"/>
          </a:xfrm>
          <a:prstGeom prst="ellipse">
            <a:avLst/>
          </a:prstGeom>
          <a:solidFill>
            <a:srgbClr val="FF6D00">
              <a:alpha val="15000"/>
            </a:srgbClr>
          </a:solidFill>
          <a:ln/>
        </p:spPr>
      </p:sp>
      <p:sp>
        <p:nvSpPr>
          <p:cNvPr id="3" name="Shape 1"/>
          <p:cNvSpPr/>
          <p:nvPr/>
        </p:nvSpPr>
        <p:spPr>
          <a:xfrm>
            <a:off x="6585857" y="3167743"/>
            <a:ext cx="3657600" cy="3657600"/>
          </a:xfrm>
          <a:prstGeom prst="ellipse">
            <a:avLst/>
          </a:prstGeom>
          <a:solidFill>
            <a:srgbClr val="2196F3">
              <a:alpha val="15000"/>
            </a:srgbClr>
          </a:solidFill>
          <a:ln/>
        </p:spPr>
      </p:sp>
      <p:sp>
        <p:nvSpPr>
          <p:cNvPr id="4" name="Text 2"/>
          <p:cNvSpPr/>
          <p:nvPr/>
        </p:nvSpPr>
        <p:spPr>
          <a:xfrm>
            <a:off x="457200" y="731520"/>
            <a:ext cx="8229600" cy="1645920"/>
          </a:xfrm>
          <a:prstGeom prst="rect">
            <a:avLst/>
          </a:prstGeom>
          <a:noFill/>
          <a:ln/>
        </p:spPr>
        <p:txBody>
          <a:bodyPr wrap="square" lIns="0" tIns="0" rIns="0" bIns="0" rtlCol="0" anchor="ctr"/>
          <a:lstStyle/>
          <a:p>
            <a:pPr marL="0" indent="0" algn="ctr">
              <a:lnSpc>
                <a:spcPct val="110000"/>
              </a:lnSpc>
              <a:buNone/>
            </a:pPr>
            <a:r>
              <a:rPr lang="en-US" sz="5200" b="1">
                <a:solidFill>
                  <a:srgbClr val="FF6D00"/>
                </a:solidFill>
                <a:latin typeface="Arial" pitchFamily="34" charset="0"/>
                <a:ea typeface="Arial" pitchFamily="34" charset="-122"/>
                <a:cs typeface="Arial" pitchFamily="34" charset="-120"/>
              </a:rPr>
              <a:t>CONGRATS</a:t>
            </a:r>
            <a:endParaRPr lang="en-US" sz="5200"/>
          </a:p>
          <a:p>
            <a:pPr marL="0" indent="0" algn="ctr">
              <a:lnSpc>
                <a:spcPct val="110000"/>
              </a:lnSpc>
              <a:buNone/>
            </a:pPr>
            <a:r>
              <a:rPr lang="en-US" sz="5200" b="1">
                <a:solidFill>
                  <a:srgbClr val="FF6D00"/>
                </a:solidFill>
                <a:latin typeface="Arial"/>
                <a:cs typeface="Arial"/>
              </a:rPr>
              <a:t>!</a:t>
            </a:r>
            <a:endParaRPr lang="en-US" sz="5200"/>
          </a:p>
        </p:txBody>
      </p:sp>
      <p:sp>
        <p:nvSpPr>
          <p:cNvPr id="7" name="Text 5"/>
          <p:cNvSpPr/>
          <p:nvPr/>
        </p:nvSpPr>
        <p:spPr>
          <a:xfrm>
            <a:off x="914400" y="4389120"/>
            <a:ext cx="7315200" cy="365760"/>
          </a:xfrm>
          <a:prstGeom prst="rect">
            <a:avLst/>
          </a:prstGeom>
          <a:noFill/>
          <a:ln/>
        </p:spPr>
        <p:txBody>
          <a:bodyPr wrap="square" lIns="0" tIns="0" rIns="0" bIns="0" rtlCol="0" anchor="ctr"/>
          <a:lstStyle/>
          <a:p>
            <a:pPr marL="0" indent="0" algn="ctr">
              <a:buNone/>
            </a:pPr>
            <a:r>
              <a:rPr lang="en-US" sz="1200">
                <a:solidFill>
                  <a:srgbClr val="B0BEC5"/>
                </a:solidFill>
                <a:latin typeface="Courier New" pitchFamily="34" charset="0"/>
                <a:ea typeface="Courier New" pitchFamily="34" charset="-122"/>
                <a:cs typeface="Courier New" pitchFamily="34" charset="-120"/>
              </a:rPr>
              <a:t>Chat disabled for 3 seconds.</a:t>
            </a:r>
            <a:endParaRPr lang="en-US" sz="1200"/>
          </a:p>
        </p:txBody>
      </p:sp>
      <p:pic>
        <p:nvPicPr>
          <p:cNvPr id="8" name="Picture 7" descr="180+ Funny Rocket League Team Names: Ultimate LOL-Packed List">
            <a:extLst>
              <a:ext uri="{FF2B5EF4-FFF2-40B4-BE49-F238E27FC236}">
                <a16:creationId xmlns:a16="http://schemas.microsoft.com/office/drawing/2014/main" id="{8BCCE818-BE60-A806-4048-47138F54C5AD}"/>
              </a:ext>
            </a:extLst>
          </p:cNvPr>
          <p:cNvPicPr>
            <a:picLocks noChangeAspect="1"/>
          </p:cNvPicPr>
          <p:nvPr/>
        </p:nvPicPr>
        <p:blipFill>
          <a:blip r:embed="rId3"/>
          <a:stretch>
            <a:fillRect/>
          </a:stretch>
        </p:blipFill>
        <p:spPr>
          <a:xfrm rot="19620000">
            <a:off x="4931909" y="969508"/>
            <a:ext cx="4423683" cy="2632983"/>
          </a:xfrm>
          <a:prstGeom prst="rect">
            <a:avLst/>
          </a:prstGeom>
        </p:spPr>
      </p:pic>
      <p:pic>
        <p:nvPicPr>
          <p:cNvPr id="9" name="Picture 8">
            <a:extLst>
              <a:ext uri="{FF2B5EF4-FFF2-40B4-BE49-F238E27FC236}">
                <a16:creationId xmlns:a16="http://schemas.microsoft.com/office/drawing/2014/main" id="{B046E66C-9D86-58C4-3265-EF159339EACB}"/>
              </a:ext>
            </a:extLst>
          </p:cNvPr>
          <p:cNvPicPr>
            <a:picLocks noChangeAspect="1"/>
          </p:cNvPicPr>
          <p:nvPr/>
        </p:nvPicPr>
        <p:blipFill>
          <a:blip r:embed="rId4"/>
          <a:stretch>
            <a:fillRect/>
          </a:stretch>
        </p:blipFill>
        <p:spPr>
          <a:xfrm rot="1920000">
            <a:off x="1457934" y="1480457"/>
            <a:ext cx="1895619" cy="3374572"/>
          </a:xfrm>
          <a:prstGeom prst="rect">
            <a:avLst/>
          </a:prstGeom>
        </p:spPr>
      </p:pic>
      <p:pic>
        <p:nvPicPr>
          <p:cNvPr id="10" name="Picture 9">
            <a:extLst>
              <a:ext uri="{FF2B5EF4-FFF2-40B4-BE49-F238E27FC236}">
                <a16:creationId xmlns:a16="http://schemas.microsoft.com/office/drawing/2014/main" id="{4EA01A8A-1B06-6839-EC9B-A0ABAF03D171}"/>
              </a:ext>
            </a:extLst>
          </p:cNvPr>
          <p:cNvPicPr>
            <a:picLocks noChangeAspect="1"/>
          </p:cNvPicPr>
          <p:nvPr/>
        </p:nvPicPr>
        <p:blipFill>
          <a:blip r:embed="rId5"/>
          <a:stretch>
            <a:fillRect/>
          </a:stretch>
        </p:blipFill>
        <p:spPr>
          <a:xfrm>
            <a:off x="3812041" y="2758848"/>
            <a:ext cx="1051833" cy="1536246"/>
          </a:xfrm>
          <a:prstGeom prst="rect">
            <a:avLst/>
          </a:prstGeom>
        </p:spPr>
      </p:pic>
    </p:spTree>
  </p:cSld>
  <p:clrMapOvr>
    <a:masterClrMapping/>
  </p:clrMapOvr>
  <p:transition spd="slow">
    <p:zoom dir="o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8</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Coen Heinrich</cp:lastModifiedBy>
  <cp:revision>2</cp:revision>
  <dcterms:created xsi:type="dcterms:W3CDTF">2026-07-22T15:34:09Z</dcterms:created>
  <dcterms:modified xsi:type="dcterms:W3CDTF">2026-07-24T02:16:45Z</dcterms:modified>
</cp:coreProperties>
</file>